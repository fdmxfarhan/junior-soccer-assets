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ppt/ink/ink219.xml" ContentType="application/inkml+xml"/>
  <Override PartName="/ppt/ink/ink220.xml" ContentType="application/inkml+xml"/>
  <Override PartName="/ppt/ink/ink221.xml" ContentType="application/inkml+xml"/>
  <Override PartName="/ppt/ink/ink222.xml" ContentType="application/inkml+xml"/>
  <Override PartName="/ppt/notesSlides/notesSlide2.xml" ContentType="application/vnd.openxmlformats-officedocument.presentationml.notesSlide+xml"/>
  <Override PartName="/ppt/ink/ink223.xml" ContentType="application/inkml+xml"/>
  <Override PartName="/ppt/ink/ink224.xml" ContentType="application/inkml+xml"/>
  <Override PartName="/ppt/ink/ink225.xml" ContentType="application/inkml+xml"/>
  <Override PartName="/ppt/ink/ink226.xml" ContentType="application/inkml+xml"/>
  <Override PartName="/ppt/ink/ink227.xml" ContentType="application/inkml+xml"/>
  <Override PartName="/ppt/ink/ink228.xml" ContentType="application/inkml+xml"/>
  <Override PartName="/ppt/ink/ink229.xml" ContentType="application/inkml+xml"/>
  <Override PartName="/ppt/ink/ink230.xml" ContentType="application/inkml+xml"/>
  <Override PartName="/ppt/ink/ink231.xml" ContentType="application/inkml+xml"/>
  <Override PartName="/ppt/ink/ink232.xml" ContentType="application/inkml+xml"/>
  <Override PartName="/ppt/ink/ink233.xml" ContentType="application/inkml+xml"/>
  <Override PartName="/ppt/ink/ink234.xml" ContentType="application/inkml+xml"/>
  <Override PartName="/ppt/ink/ink235.xml" ContentType="application/inkml+xml"/>
  <Override PartName="/ppt/ink/ink236.xml" ContentType="application/inkml+xml"/>
  <Override PartName="/ppt/ink/ink237.xml" ContentType="application/inkml+xml"/>
  <Override PartName="/ppt/ink/ink238.xml" ContentType="application/inkml+xml"/>
  <Override PartName="/ppt/ink/ink239.xml" ContentType="application/inkml+xml"/>
  <Override PartName="/ppt/ink/ink240.xml" ContentType="application/inkml+xml"/>
  <Override PartName="/ppt/ink/ink241.xml" ContentType="application/inkml+xml"/>
  <Override PartName="/ppt/ink/ink242.xml" ContentType="application/inkml+xml"/>
  <Override PartName="/ppt/ink/ink243.xml" ContentType="application/inkml+xml"/>
  <Override PartName="/ppt/ink/ink244.xml" ContentType="application/inkml+xml"/>
  <Override PartName="/ppt/ink/ink245.xml" ContentType="application/inkml+xml"/>
  <Override PartName="/ppt/ink/ink246.xml" ContentType="application/inkml+xml"/>
  <Override PartName="/ppt/ink/ink247.xml" ContentType="application/inkml+xml"/>
  <Override PartName="/ppt/ink/ink248.xml" ContentType="application/inkml+xml"/>
  <Override PartName="/ppt/ink/ink249.xml" ContentType="application/inkml+xml"/>
  <Override PartName="/ppt/ink/ink250.xml" ContentType="application/inkml+xml"/>
  <Override PartName="/ppt/ink/ink251.xml" ContentType="application/inkml+xml"/>
  <Override PartName="/ppt/ink/ink252.xml" ContentType="application/inkml+xml"/>
  <Override PartName="/ppt/ink/ink253.xml" ContentType="application/inkml+xml"/>
  <Override PartName="/ppt/ink/ink254.xml" ContentType="application/inkml+xml"/>
  <Override PartName="/ppt/ink/ink255.xml" ContentType="application/inkml+xml"/>
  <Override PartName="/ppt/ink/ink256.xml" ContentType="application/inkml+xml"/>
  <Override PartName="/ppt/ink/ink257.xml" ContentType="application/inkml+xml"/>
  <Override PartName="/ppt/ink/ink258.xml" ContentType="application/inkml+xml"/>
  <Override PartName="/ppt/ink/ink259.xml" ContentType="application/inkml+xml"/>
  <Override PartName="/ppt/ink/ink260.xml" ContentType="application/inkml+xml"/>
  <Override PartName="/ppt/ink/ink261.xml" ContentType="application/inkml+xml"/>
  <Override PartName="/ppt/ink/ink262.xml" ContentType="application/inkml+xml"/>
  <Override PartName="/ppt/ink/ink263.xml" ContentType="application/inkml+xml"/>
  <Override PartName="/ppt/ink/ink264.xml" ContentType="application/inkml+xml"/>
  <Override PartName="/ppt/ink/ink265.xml" ContentType="application/inkml+xml"/>
  <Override PartName="/ppt/ink/ink266.xml" ContentType="application/inkml+xml"/>
  <Override PartName="/ppt/ink/ink267.xml" ContentType="application/inkml+xml"/>
  <Override PartName="/ppt/ink/ink268.xml" ContentType="application/inkml+xml"/>
  <Override PartName="/ppt/ink/ink269.xml" ContentType="application/inkml+xml"/>
  <Override PartName="/ppt/ink/ink270.xml" ContentType="application/inkml+xml"/>
  <Override PartName="/ppt/ink/ink271.xml" ContentType="application/inkml+xml"/>
  <Override PartName="/ppt/ink/ink272.xml" ContentType="application/inkml+xml"/>
  <Override PartName="/ppt/ink/ink273.xml" ContentType="application/inkml+xml"/>
  <Override PartName="/ppt/ink/ink274.xml" ContentType="application/inkml+xml"/>
  <Override PartName="/ppt/ink/ink275.xml" ContentType="application/inkml+xml"/>
  <Override PartName="/ppt/ink/ink276.xml" ContentType="application/inkml+xml"/>
  <Override PartName="/ppt/ink/ink277.xml" ContentType="application/inkml+xml"/>
  <Override PartName="/ppt/ink/ink278.xml" ContentType="application/inkml+xml"/>
  <Override PartName="/ppt/ink/ink279.xml" ContentType="application/inkml+xml"/>
  <Override PartName="/ppt/ink/ink280.xml" ContentType="application/inkml+xml"/>
  <Override PartName="/ppt/ink/ink281.xml" ContentType="application/inkml+xml"/>
  <Override PartName="/ppt/ink/ink282.xml" ContentType="application/inkml+xml"/>
  <Override PartName="/ppt/ink/ink283.xml" ContentType="application/inkml+xml"/>
  <Override PartName="/ppt/ink/ink284.xml" ContentType="application/inkml+xml"/>
  <Override PartName="/ppt/ink/ink285.xml" ContentType="application/inkml+xml"/>
  <Override PartName="/ppt/ink/ink286.xml" ContentType="application/inkml+xml"/>
  <Override PartName="/ppt/ink/ink287.xml" ContentType="application/inkml+xml"/>
  <Override PartName="/ppt/ink/ink288.xml" ContentType="application/inkml+xml"/>
  <Override PartName="/ppt/ink/ink289.xml" ContentType="application/inkml+xml"/>
  <Override PartName="/ppt/ink/ink290.xml" ContentType="application/inkml+xml"/>
  <Override PartName="/ppt/ink/ink291.xml" ContentType="application/inkml+xml"/>
  <Override PartName="/ppt/ink/ink292.xml" ContentType="application/inkml+xml"/>
  <Override PartName="/ppt/ink/ink293.xml" ContentType="application/inkml+xml"/>
  <Override PartName="/ppt/ink/ink294.xml" ContentType="application/inkml+xml"/>
  <Override PartName="/ppt/ink/ink295.xml" ContentType="application/inkml+xml"/>
  <Override PartName="/ppt/ink/ink296.xml" ContentType="application/inkml+xml"/>
  <Override PartName="/ppt/ink/ink297.xml" ContentType="application/inkml+xml"/>
  <Override PartName="/ppt/ink/ink298.xml" ContentType="application/inkml+xml"/>
  <Override PartName="/ppt/ink/ink299.xml" ContentType="application/inkml+xml"/>
  <Override PartName="/ppt/ink/ink300.xml" ContentType="application/inkml+xml"/>
  <Override PartName="/ppt/ink/ink301.xml" ContentType="application/inkml+xml"/>
  <Override PartName="/ppt/ink/ink302.xml" ContentType="application/inkml+xml"/>
  <Override PartName="/ppt/ink/ink303.xml" ContentType="application/inkml+xml"/>
  <Override PartName="/ppt/ink/ink304.xml" ContentType="application/inkml+xml"/>
  <Override PartName="/ppt/ink/ink305.xml" ContentType="application/inkml+xml"/>
  <Override PartName="/ppt/ink/ink306.xml" ContentType="application/inkml+xml"/>
  <Override PartName="/ppt/ink/ink307.xml" ContentType="application/inkml+xml"/>
  <Override PartName="/ppt/ink/ink308.xml" ContentType="application/inkml+xml"/>
  <Override PartName="/ppt/ink/ink309.xml" ContentType="application/inkml+xml"/>
  <Override PartName="/ppt/ink/ink310.xml" ContentType="application/inkml+xml"/>
  <Override PartName="/ppt/ink/ink311.xml" ContentType="application/inkml+xml"/>
  <Override PartName="/ppt/ink/ink312.xml" ContentType="application/inkml+xml"/>
  <Override PartName="/ppt/ink/ink313.xml" ContentType="application/inkml+xml"/>
  <Override PartName="/ppt/ink/ink314.xml" ContentType="application/inkml+xml"/>
  <Override PartName="/ppt/ink/ink315.xml" ContentType="application/inkml+xml"/>
  <Override PartName="/ppt/ink/ink316.xml" ContentType="application/inkml+xml"/>
  <Override PartName="/ppt/ink/ink317.xml" ContentType="application/inkml+xml"/>
  <Override PartName="/ppt/ink/ink318.xml" ContentType="application/inkml+xml"/>
  <Override PartName="/ppt/ink/ink319.xml" ContentType="application/inkml+xml"/>
  <Override PartName="/ppt/ink/ink320.xml" ContentType="application/inkml+xml"/>
  <Override PartName="/ppt/ink/ink321.xml" ContentType="application/inkml+xml"/>
  <Override PartName="/ppt/ink/ink322.xml" ContentType="application/inkml+xml"/>
  <Override PartName="/ppt/ink/ink323.xml" ContentType="application/inkml+xml"/>
  <Override PartName="/ppt/ink/ink324.xml" ContentType="application/inkml+xml"/>
  <Override PartName="/ppt/ink/ink325.xml" ContentType="application/inkml+xml"/>
  <Override PartName="/ppt/ink/ink326.xml" ContentType="application/inkml+xml"/>
  <Override PartName="/ppt/ink/ink327.xml" ContentType="application/inkml+xml"/>
  <Override PartName="/ppt/ink/ink328.xml" ContentType="application/inkml+xml"/>
  <Override PartName="/ppt/ink/ink329.xml" ContentType="application/inkml+xml"/>
  <Override PartName="/ppt/ink/ink330.xml" ContentType="application/inkml+xml"/>
  <Override PartName="/ppt/ink/ink331.xml" ContentType="application/inkml+xml"/>
  <Override PartName="/ppt/ink/ink332.xml" ContentType="application/inkml+xml"/>
  <Override PartName="/ppt/ink/ink333.xml" ContentType="application/inkml+xml"/>
  <Override PartName="/ppt/ink/ink334.xml" ContentType="application/inkml+xml"/>
  <Override PartName="/ppt/ink/ink335.xml" ContentType="application/inkml+xml"/>
  <Override PartName="/ppt/ink/ink336.xml" ContentType="application/inkml+xml"/>
  <Override PartName="/ppt/ink/ink337.xml" ContentType="application/inkml+xml"/>
  <Override PartName="/ppt/ink/ink338.xml" ContentType="application/inkml+xml"/>
  <Override PartName="/ppt/ink/ink339.xml" ContentType="application/inkml+xml"/>
  <Override PartName="/ppt/ink/ink340.xml" ContentType="application/inkml+xml"/>
  <Override PartName="/ppt/ink/ink341.xml" ContentType="application/inkml+xml"/>
  <Override PartName="/ppt/ink/ink342.xml" ContentType="application/inkml+xml"/>
  <Override PartName="/ppt/ink/ink343.xml" ContentType="application/inkml+xml"/>
  <Override PartName="/ppt/ink/ink344.xml" ContentType="application/inkml+xml"/>
  <Override PartName="/ppt/ink/ink345.xml" ContentType="application/inkml+xml"/>
  <Override PartName="/ppt/ink/ink346.xml" ContentType="application/inkml+xml"/>
  <Override PartName="/ppt/ink/ink347.xml" ContentType="application/inkml+xml"/>
  <Override PartName="/ppt/ink/ink348.xml" ContentType="application/inkml+xml"/>
  <Override PartName="/ppt/ink/ink349.xml" ContentType="application/inkml+xml"/>
  <Override PartName="/ppt/ink/ink350.xml" ContentType="application/inkml+xml"/>
  <Override PartName="/ppt/ink/ink351.xml" ContentType="application/inkml+xml"/>
  <Override PartName="/ppt/ink/ink352.xml" ContentType="application/inkml+xml"/>
  <Override PartName="/ppt/ink/ink353.xml" ContentType="application/inkml+xml"/>
  <Override PartName="/ppt/ink/ink354.xml" ContentType="application/inkml+xml"/>
  <Override PartName="/ppt/ink/ink355.xml" ContentType="application/inkml+xml"/>
  <Override PartName="/ppt/ink/ink356.xml" ContentType="application/inkml+xml"/>
  <Override PartName="/ppt/ink/ink357.xml" ContentType="application/inkml+xml"/>
  <Override PartName="/ppt/ink/ink358.xml" ContentType="application/inkml+xml"/>
  <Override PartName="/ppt/ink/ink359.xml" ContentType="application/inkml+xml"/>
  <Override PartName="/ppt/ink/ink360.xml" ContentType="application/inkml+xml"/>
  <Override PartName="/ppt/ink/ink361.xml" ContentType="application/inkml+xml"/>
  <Override PartName="/ppt/ink/ink362.xml" ContentType="application/inkml+xml"/>
  <Override PartName="/ppt/ink/ink363.xml" ContentType="application/inkml+xml"/>
  <Override PartName="/ppt/ink/ink364.xml" ContentType="application/inkml+xml"/>
  <Override PartName="/ppt/ink/ink365.xml" ContentType="application/inkml+xml"/>
  <Override PartName="/ppt/ink/ink366.xml" ContentType="application/inkml+xml"/>
  <Override PartName="/ppt/ink/ink367.xml" ContentType="application/inkml+xml"/>
  <Override PartName="/ppt/ink/ink368.xml" ContentType="application/inkml+xml"/>
  <Override PartName="/ppt/ink/ink369.xml" ContentType="application/inkml+xml"/>
  <Override PartName="/ppt/ink/ink370.xml" ContentType="application/inkml+xml"/>
  <Override PartName="/ppt/ink/ink371.xml" ContentType="application/inkml+xml"/>
  <Override PartName="/ppt/ink/ink372.xml" ContentType="application/inkml+xml"/>
  <Override PartName="/ppt/ink/ink373.xml" ContentType="application/inkml+xml"/>
  <Override PartName="/ppt/ink/ink374.xml" ContentType="application/inkml+xml"/>
  <Override PartName="/ppt/ink/ink375.xml" ContentType="application/inkml+xml"/>
  <Override PartName="/ppt/ink/ink376.xml" ContentType="application/inkml+xml"/>
  <Override PartName="/ppt/ink/ink377.xml" ContentType="application/inkml+xml"/>
  <Override PartName="/ppt/ink/ink378.xml" ContentType="application/inkml+xml"/>
  <Override PartName="/ppt/ink/ink379.xml" ContentType="application/inkml+xml"/>
  <Override PartName="/ppt/ink/ink380.xml" ContentType="application/inkml+xml"/>
  <Override PartName="/ppt/ink/ink381.xml" ContentType="application/inkml+xml"/>
  <Override PartName="/ppt/ink/ink382.xml" ContentType="application/inkml+xml"/>
  <Override PartName="/ppt/ink/ink383.xml" ContentType="application/inkml+xml"/>
  <Override PartName="/ppt/ink/ink384.xml" ContentType="application/inkml+xml"/>
  <Override PartName="/ppt/ink/ink385.xml" ContentType="application/inkml+xml"/>
  <Override PartName="/ppt/ink/ink386.xml" ContentType="application/inkml+xml"/>
  <Override PartName="/ppt/ink/ink387.xml" ContentType="application/inkml+xml"/>
  <Override PartName="/ppt/ink/ink388.xml" ContentType="application/inkml+xml"/>
  <Override PartName="/ppt/ink/ink389.xml" ContentType="application/inkml+xml"/>
  <Override PartName="/ppt/ink/ink390.xml" ContentType="application/inkml+xml"/>
  <Override PartName="/ppt/ink/ink391.xml" ContentType="application/inkml+xml"/>
  <Override PartName="/ppt/ink/ink392.xml" ContentType="application/inkml+xml"/>
  <Override PartName="/ppt/ink/ink393.xml" ContentType="application/inkml+xml"/>
  <Override PartName="/ppt/ink/ink394.xml" ContentType="application/inkml+xml"/>
  <Override PartName="/ppt/ink/ink395.xml" ContentType="application/inkml+xml"/>
  <Override PartName="/ppt/ink/ink396.xml" ContentType="application/inkml+xml"/>
  <Override PartName="/ppt/ink/ink397.xml" ContentType="application/inkml+xml"/>
  <Override PartName="/ppt/ink/ink398.xml" ContentType="application/inkml+xml"/>
  <Override PartName="/ppt/ink/ink399.xml" ContentType="application/inkml+xml"/>
  <Override PartName="/ppt/ink/ink400.xml" ContentType="application/inkml+xml"/>
  <Override PartName="/ppt/ink/ink401.xml" ContentType="application/inkml+xml"/>
  <Override PartName="/ppt/ink/ink402.xml" ContentType="application/inkml+xml"/>
  <Override PartName="/ppt/ink/ink403.xml" ContentType="application/inkml+xml"/>
  <Override PartName="/ppt/ink/ink404.xml" ContentType="application/inkml+xml"/>
  <Override PartName="/ppt/ink/ink405.xml" ContentType="application/inkml+xml"/>
  <Override PartName="/ppt/ink/ink406.xml" ContentType="application/inkml+xml"/>
  <Override PartName="/ppt/ink/ink407.xml" ContentType="application/inkml+xml"/>
  <Override PartName="/ppt/ink/ink408.xml" ContentType="application/inkml+xml"/>
  <Override PartName="/ppt/ink/ink409.xml" ContentType="application/inkml+xml"/>
  <Override PartName="/ppt/ink/ink410.xml" ContentType="application/inkml+xml"/>
  <Override PartName="/ppt/ink/ink411.xml" ContentType="application/inkml+xml"/>
  <Override PartName="/ppt/ink/ink412.xml" ContentType="application/inkml+xml"/>
  <Override PartName="/ppt/ink/ink413.xml" ContentType="application/inkml+xml"/>
  <Override PartName="/ppt/ink/ink414.xml" ContentType="application/inkml+xml"/>
  <Override PartName="/ppt/ink/ink415.xml" ContentType="application/inkml+xml"/>
  <Override PartName="/ppt/ink/ink416.xml" ContentType="application/inkml+xml"/>
  <Override PartName="/ppt/ink/ink417.xml" ContentType="application/inkml+xml"/>
  <Override PartName="/ppt/ink/ink418.xml" ContentType="application/inkml+xml"/>
  <Override PartName="/ppt/ink/ink419.xml" ContentType="application/inkml+xml"/>
  <Override PartName="/ppt/ink/ink420.xml" ContentType="application/inkml+xml"/>
  <Override PartName="/ppt/ink/ink421.xml" ContentType="application/inkml+xml"/>
  <Override PartName="/ppt/ink/ink422.xml" ContentType="application/inkml+xml"/>
  <Override PartName="/ppt/ink/ink423.xml" ContentType="application/inkml+xml"/>
  <Override PartName="/ppt/ink/ink424.xml" ContentType="application/inkml+xml"/>
  <Override PartName="/ppt/ink/ink425.xml" ContentType="application/inkml+xml"/>
  <Override PartName="/ppt/ink/ink426.xml" ContentType="application/inkml+xml"/>
  <Override PartName="/ppt/ink/ink427.xml" ContentType="application/inkml+xml"/>
  <Override PartName="/ppt/ink/ink428.xml" ContentType="application/inkml+xml"/>
  <Override PartName="/ppt/ink/ink429.xml" ContentType="application/inkml+xml"/>
  <Override PartName="/ppt/ink/ink430.xml" ContentType="application/inkml+xml"/>
  <Override PartName="/ppt/ink/ink431.xml" ContentType="application/inkml+xml"/>
  <Override PartName="/ppt/ink/ink432.xml" ContentType="application/inkml+xml"/>
  <Override PartName="/ppt/ink/ink433.xml" ContentType="application/inkml+xml"/>
  <Override PartName="/ppt/ink/ink434.xml" ContentType="application/inkml+xml"/>
  <Override PartName="/ppt/ink/ink435.xml" ContentType="application/inkml+xml"/>
  <Override PartName="/ppt/ink/ink436.xml" ContentType="application/inkml+xml"/>
  <Override PartName="/ppt/ink/ink437.xml" ContentType="application/inkml+xml"/>
  <Override PartName="/ppt/ink/ink438.xml" ContentType="application/inkml+xml"/>
  <Override PartName="/ppt/ink/ink439.xml" ContentType="application/inkml+xml"/>
  <Override PartName="/ppt/ink/ink440.xml" ContentType="application/inkml+xml"/>
  <Override PartName="/ppt/ink/ink441.xml" ContentType="application/inkml+xml"/>
  <Override PartName="/ppt/ink/ink442.xml" ContentType="application/inkml+xml"/>
  <Override PartName="/ppt/ink/ink443.xml" ContentType="application/inkml+xml"/>
  <Override PartName="/ppt/ink/ink444.xml" ContentType="application/inkml+xml"/>
  <Override PartName="/ppt/ink/ink445.xml" ContentType="application/inkml+xml"/>
  <Override PartName="/ppt/ink/ink446.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8"/>
  </p:notesMasterIdLst>
  <p:sldIdLst>
    <p:sldId id="256" r:id="rId2"/>
    <p:sldId id="258" r:id="rId3"/>
    <p:sldId id="264" r:id="rId4"/>
    <p:sldId id="295" r:id="rId5"/>
    <p:sldId id="304" r:id="rId6"/>
    <p:sldId id="261" r:id="rId7"/>
    <p:sldId id="263" r:id="rId8"/>
    <p:sldId id="262" r:id="rId9"/>
    <p:sldId id="265" r:id="rId10"/>
    <p:sldId id="266" r:id="rId11"/>
    <p:sldId id="268" r:id="rId12"/>
    <p:sldId id="267"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6" r:id="rId40"/>
    <p:sldId id="297" r:id="rId41"/>
    <p:sldId id="298" r:id="rId42"/>
    <p:sldId id="299" r:id="rId43"/>
    <p:sldId id="300" r:id="rId44"/>
    <p:sldId id="301" r:id="rId45"/>
    <p:sldId id="302" r:id="rId46"/>
    <p:sldId id="303" r:id="rId4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985" autoAdjust="0"/>
    <p:restoredTop sz="94654" autoAdjust="0"/>
  </p:normalViewPr>
  <p:slideViewPr>
    <p:cSldViewPr snapToGrid="0">
      <p:cViewPr varScale="1">
        <p:scale>
          <a:sx n="85" d="100"/>
          <a:sy n="85" d="100"/>
        </p:scale>
        <p:origin x="48" y="4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3:21.046"/>
    </inkml:context>
    <inkml:brush xml:id="br0">
      <inkml:brushProperty name="width" value="0.1" units="cm"/>
      <inkml:brushProperty name="height" value="0.1" units="cm"/>
      <inkml:brushProperty name="color" value="#E71224"/>
    </inkml:brush>
  </inkml:definitions>
  <inkml:trace contextRef="#ctx0" brushRef="#br0">126 1129 2847 0 0,'0'0'7898'0'0,"-6"-7"-6638"0"0,-7-4-1004 0 0,10 8-22 0 0,3 2-2 0 0,-33-212 2632 0 0,30 142-2286 0 0,2 28-242 0 0,0-19 244 0 0,1 38-404 0 0,-1 1 1 0 0,0-1-1 0 0,-2 1 1 0 0,-10-41-1 0 0,-1 18 31 0 0,2-1 0 0 0,-8-58 1 0 0,19 82-114 0 0,0-1 1 0 0,2 1 0 0 0,4-26 0 0 0,-2 17-58 0 0,3-12-27 0 0,-5 40 1 0 0,1 4 32 0 0,4 4-33 0 0,12 8-10 0 0,-8-8 0 0 0,-9-3 0 0 0,0-1 0 0 0,0 0 0 0 0,0 0 0 0 0,0 1 0 0 0,0-1 0 0 0,0 0 0 0 0,0 0 0 0 0,0 0 0 0 0,0 0 0 0 0,0-1 0 0 0,0 1 0 0 0,0 0 0 0 0,0 0 0 0 0,1-1 0 0 0,1 0 0 0 0,32-7 0 0 0,-6 2 0 0 0,7 2 0 0 0,-21 3 0 0 0,6 1 0 0 0,-19 0 0 0 0,4 2 0 0 0,-1-1 0 0 0,1-1 0 0 0,0 1 0 0 0,-1-1 0 0 0,11 0 0 0 0,0-1 0 0 0,0 1 0 0 0,30 3 0 0 0,-11 0 0 0 0,-17-3 0 0 0,77 2 0 0 0,55-2 0 0 0,-63 2 0 0 0,61 0 0 0 0,-99-3 0 0 0,72-3 0 0 0,-23 0 0 0 0,-23 2 0 0 0,24-5 6 0 0,277-7 52 0 0,-212 5-58 0 0,-72 3 0 0 0,105 3 28 0 0,44-3 8 0 0,81-2-36 0 0,-267 8 0 0 0,255 2 0 0 0,-53 5 0 0 0,-77-5 161 0 0,-95-3-90 0 0,42-1-134 0 0,88 2 92 0 0,-135 3-24 0 0,95-10 0 0 0,-46 3-5 0 0,-63 2 0 0 0,19 2 0 0 0,38-3 0 0 0,47 1-180 0 0,-57 2 335 0 0,14-7-75 0 0,27-1-87 0 0,-131 7 7 0 0,27-4 0 0 0,9-2 0 0 0,-38 6 0 0 0,28-7 0 0 0,-33 4 0 0 0,0 2 0 0 0,0 0 0 0 0,22 0 0 0 0,-23 2 0 0 0,29-3 0 0 0,25-1 0 0 0,-65 4 0 0 0,12 2 0 0 0,-13-1 0 0 0,-2-1-1 0 0,0 1 0 0 0,0-1 0 0 0,0 0 1 0 0,0 0-1 0 0,0 0 0 0 0,0 0 0 0 0,0 0 1 0 0,0 0-1 0 0,0 0 0 0 0,0 0 0 0 0,0 0 1 0 0,0-1-1 0 0,0 1 0 0 0,2-1 0 0 0,8 0-99 0 0,4-3 100 0 0,-13 3 40 0 0,-1 1-82 0 0,4-3 12 0 0,-1 2-50 0 0,8-8-40 0 0,-9 6-327 0 0,0 0 0 0 0,0-1 0 0 0,0 0 0 0 0,0 1-1 0 0,0-1 1 0 0,-1 0 0 0 0,3-7 0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3:24.280"/>
    </inkml:context>
    <inkml:brush xml:id="br0">
      <inkml:brushProperty name="width" value="0.1" units="cm"/>
      <inkml:brushProperty name="height" value="0.1" units="cm"/>
      <inkml:brushProperty name="color" value="#E71224"/>
    </inkml:brush>
  </inkml:definitions>
  <inkml:trace contextRef="#ctx0" brushRef="#br0">84 12 2527 0 0,'0'0'3024'0'0,"-11"14"920"0"0,11-13-3811 0 0,-1 0 0 0 0,0 0 0 0 0,0 0 0 0 0,0-1 0 0 0,0 1 0 0 0,-1 0 0 0 0,1-1-1 0 0,0 1 1 0 0,0-1 0 0 0,0 1 0 0 0,0-1 0 0 0,-1 0 0 0 0,1 1 0 0 0,0-1 0 0 0,0 0 0 0 0,-1 0-1 0 0,1 0 1 0 0,0 0 0 0 0,0 0 0 0 0,-3-1 889 0 0,1-4 700 0 0,-19-23 447 0 0,21 53-2096 0 0,1-16 27 0 0,0-1 1 0 0,0 0 0 0 0,-4 15 0 0 0,4-1 18 0 0,-1-11-53 0 0,1-1 0 0 0,1 0 1 0 0,-1 1-1 0 0,4 13 1 0 0,5 53 91 0 0,-8-12-57 0 0,-1-34 25 0 0,6 57-1 0 0,-5-78-115 0 0,0 0 0 0 0,-1 16-1 0 0,-1-16 0 0 0,1-1 0 0 0,1 1 0 0 0,2 15-1 0 0,1-3-8 0 0,0-1 0 0 0,-1 1 0 0 0,-1 1 0 0 0,-1 22 0 0 0,-2-41 0 0 0,1 0 0 0 0,-1 0 0 0 0,0 0 0 0 0,-1-1 0 0 0,1 1 0 0 0,-4 6 0 0 0,-4 15 54 0 0,8-14-53 0 0,-1-2 1 0 0,-1 1-1 0 0,1 0 1 0 0,-1 0-1 0 0,-1-1 1 0 0,-5 11-1 0 0,6-12-1 0 0,1 0 0 0 0,0 1 0 0 0,-2 13 0 0 0,3-17 0 0 0,1 1 0 0 0,0-1 0 0 0,1 1 0 0 0,-1-1 0 0 0,1 1 0 0 0,2 7 0 0 0,-2-11 0 0 0,1 8 11 0 0,-2-1 19 0 0,-1-7-28 0 0,1 1 1 0 0,-1-1 0 0 0,1 1-1 0 0,0 0 1 0 0,-1-1-1 0 0,1 1 1 0 0,0-1 0 0 0,1 5-1 0 0,-1 28-2 0 0,-1-25 0 0 0,1-4 0 0 0,1 0 0 0 0,-1 0 0 0 0,1 0 0 0 0,2 11 0 0 0,8 31 0 0 0,-4-17 0 0 0,-3-15 0 0 0,-2-4 0 0 0,1 0 0 0 0,7 18 0 0 0,-1-7 0 0 0,10 28 0 0 0,-12-28 0 0 0,-4-16 0 0 0,9 18 0 0 0,0 2 137 0 0,-2-2-107 0 0,-10-24-89 0 0,1 1 95 0 0,2 4 18 0 0,3 2-44 0 0,-1 0-10 0 0,3-3 0 0 0,-5-3 7 0 0,1-1-1 0 0,-1 1 1 0 0,0-1-1 0 0,1 0 0 0 0,0 0 1 0 0,-1-1-1 0 0,1 1 1 0 0,-1-1-1 0 0,1 0 1 0 0,0 0-1 0 0,5 0 0 0 0,9 0-19 0 0,225-21 14 0 0,-138 8-22 0 0,116-25 162 0 0,-106 15-150 0 0,-34 8 10 0 0,152-23 9 0 0,-53 16 153 0 0,-60 5 67 0 0,-1-1-186 0 0,218 0 9 0 0,1 21 232 0 0,-316-3-271 0 0,653-9 354 0 0,-447-5-213 0 0,-132 7-105 0 0,-11 1-16 0 0,104-19-1 0 0,9-10-33 0 0,-172 31 0 0 0,63-13 0 0 0,46-5 0 0 0,-79 17 0 0 0,237-31 0 0 0,-168 19 160 0 0,159 4-320 0 0,-242 12 214 0 0,-25-1-13 0 0,1 2 0 0 0,20 2-1 0 0,-30-2-40 0 0,-1 1 0 0 0,1-1 0 0 0,10-2 0 0 0,27 0 0 0 0,-33 3-29 0 0,-10 0 22 0 0,0-1-1 0 0,0 0 1 0 0,0 0-1 0 0,0 0 1 0 0,0 0-1 0 0,0 0 1 0 0,0 0 0 0 0,3-1-1 0 0,6 0-10 0 0,-8 2 12 0 0,0-1 0 0 0,0 0 0 0 0,-1 0 0 0 0,1 0 0 0 0,0 0 0 0 0,0-1 0 0 0,5 0 0 0 0,18-6-18 0 0,0 5-170 0 0,-23 2 172 0 0,0 0 0 0 0,0 0-1 0 0,0 0 1 0 0,1-1 0 0 0,-1 1-1 0 0,0-1 1 0 0,5-1 0 0 0,-4 1 6 0 0,0 0 1 0 0,0 1-1 0 0,1-1 1 0 0,-1 1-1 0 0,0 0 1 0 0,0 0-1 0 0,9 2 1 0 0,6-1-15 0 0,31-1 20 0 0,-48 0-64 0 0,-12 0-3503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3:26.806"/>
    </inkml:context>
    <inkml:brush xml:id="br0">
      <inkml:brushProperty name="width" value="0.1" units="cm"/>
      <inkml:brushProperty name="height" value="0.1" units="cm"/>
      <inkml:brushProperty name="color" value="#E71224"/>
    </inkml:brush>
  </inkml:definitions>
  <inkml:trace contextRef="#ctx0" brushRef="#br0">76 0 2591 0 0,'-1'1'24'0'0,"1"-1"-1"0"0,-1 1 0 0 0,1-1 0 0 0,-1 0 0 0 0,1 1 0 0 0,-1-1 0 0 0,1 0 0 0 0,-1 0 0 0 0,1 1 0 0 0,-1-1 0 0 0,0 0 0 0 0,1 0 1 0 0,-1 0-1 0 0,1 0 0 0 0,-1 0 0 0 0,0 0 0 0 0,1 0 0 0 0,-1 0 0 0 0,1 0 0 0 0,-2 0 0 0 0,0 0 88 0 0,-16 5 744 0 0,17-4-774 0 0,0 0-1 0 0,-1-1 0 0 0,1 1 1 0 0,-1-1-1 0 0,0 1 1 0 0,1-1-1 0 0,-1 0 0 0 0,1 1 1 0 0,-1-1-1 0 0,1 0 1 0 0,-1 0-1 0 0,-1 0 0 0 0,1-1 272 0 0,-7 5 824 0 0,9-4-1008 0 0,-1 0-1 0 0,1 0 1 0 0,-1 0 0 0 0,1 0 0 0 0,0 0-1 0 0,-1 0 1 0 0,1 0 0 0 0,-1 0-1 0 0,1 0 1 0 0,-1 0 0 0 0,-4 4 2012 0 0,4-3-2013 0 0,4 4 105 0 0,-1 0 0 0 0,0 1 0 0 0,0-1 0 0 0,0 1 0 0 0,-1-1 0 0 0,2 11 0 0 0,1 1-20 0 0,1 4 240 0 0,-5-19-232 0 0,3 18 623 0 0,16 53-410 0 0,16 51-1 0 0,-31-110-425 0 0,20 83 323 0 0,-11-34-144 0 0,9 58-49 0 0,-22-117-181 0 0,2 21 86 0 0,-1 0 0 0 0,-4 46 0 0 0,0-2 24 0 0,4 24 74 0 0,-1-19 207 0 0,3 23-68 0 0,2-38-267 0 0,29 242 200 0 0,3-144-126 0 0,-2-17-23 0 0,-30-111-67 0 0,3 10-30 0 0,-2 0 0 0 0,1 49-1 0 0,-8-43 78 0 0,-2-1 0 0 0,-2 0 0 0 0,-12 50 0 0 0,-16 47 56 0 0,30-111 4 0 0,2-16-58 0 0,1-12-81 0 0,-1 0 0 0 0,1-1 0 0 0,0 1 0 0 0,0 0 0 0 0,0-1 0 0 0,0 1 0 0 0,0 0 0 0 0,0-1 0 0 0,0 1 0 0 0,0 0 0 0 0,1-1 0 0 0,-1 1 0 0 0,1-1 0 0 0,-1 1 0 0 0,1 0 0 0 0,1 2 0 0 0,6 13 8 0 0,-6-13 31 0 0,5 9-24 0 0,-2-5 26 0 0,1 0-35 0 0,1-2 1 0 0,0-3 43 0 0,-4-1-56 0 0,15 15 14 0 0,-15-14 31 0 0,9 17-33 0 0,-10-13 5 0 0,-1-6 54 0 0,3 10 15 0 0,0-1-20 0 0,-4-9-63 0 0,1 0 0 0 0,-1 0 0 0 0,0 0 0 0 0,1-1 0 0 0,-1 1 0 0 0,1 0 0 0 0,-1 0 0 0 0,1 0-1 0 0,-1 0 1 0 0,1 0 0 0 0,0 0 0 0 0,-1-1 0 0 0,1 1 0 0 0,0 0 0 0 0,0 0 0 0 0,-1-1 0 0 0,1 1 0 0 0,0-1 0 0 0,1 1 0 0 0,2 1-4 0 0,-2 0 3 0 0,0 1 0 0 0,0-1 0 0 0,1 0 0 0 0,-1-1 0 0 0,1 1 0 0 0,0 0 0 0 0,-1-1 0 0 0,1 1 0 0 0,0-1 0 0 0,0 0 0 0 0,0 0 0 0 0,6 1 0 0 0,1 0 0 0 0,1 1 11 0 0,1-1 0 0 0,0 0 0 0 0,0-1 0 0 0,13 0 0 0 0,-2 0-2 0 0,298-7 89 0 0,-92-1 52 0 0,-21 14-16 0 0,344 34 212 0 0,-390-36-196 0 0,141 8-356 0 0,362-2 897 0 0,-230-33-449 0 0,-143 5-119 0 0,-225 15-123 0 0,68-5 0 0 0,-33-3 21 0 0,60-9 22 0 0,162-39 21 0 0,-40 15-64 0 0,-108 19 0 0 0,132-1 0 0 0,-249 23 0 0 0,94 8 0 0 0,-32 0 0 0 0,-32 2 0 0 0,0-1 0 0 0,-58-11 0 0 0,-25 3 0 0 0,0 0 0 0 0,0 0 0 0 0,0 1 0 0 0,6-1 0 0 0,0 0 0 0 0,13-6 0 0 0,-11 4 0 0 0,-9 2 0 0 0,1 0 0 0 0,-1 0 0 0 0,1 1 0 0 0,-1 0 0 0 0,1 0 0 0 0,0 0 0 0 0,5 1 0 0 0,8-4 0 0 0,0 0 0 0 0,-18 3 0 0 0,0 0 0 0 0,0 0 0 0 0,0 0 0 0 0,0-1 0 0 0,0 1 0 0 0,0 0 0 0 0,0 0 0 0 0,0-1 0 0 0,0 1 0 0 0,0 0 0 0 0,0-1 0 0 0,2 0 0 0 0,-2 0 0 0 0,0 1 0 0 0,1-1 0 0 0,-1 1 0 0 0,1-1 0 0 0,-1 1 0 0 0,0-1 0 0 0,1 1 0 0 0,-1 0 0 0 0,1 0 0 0 0,-1 0 0 0 0,1 0 0 0 0,-1 0 0 0 0,1 0 0 0 0,-1 0 0 0 0,1 0 0 0 0,-1 0 0 0 0,3 2 0 0 0,-3-2-4 0 0,-1 0 0 0 0,1 0-1 0 0,-1 0 1 0 0,1 0 0 0 0,-1 1 0 0 0,1-1-1 0 0,-1 0 1 0 0,1 0 0 0 0,-1 0-1 0 0,1 0 1 0 0,-1 0 0 0 0,1 0 0 0 0,-1 0-1 0 0,1 0 1 0 0,-1-1 0 0 0,1 1 0 0 0,-1 0-1 0 0,1 0 1 0 0,-1 0 0 0 0,0 0 0 0 0,1-1-1 0 0,-1 1 1 0 0,1 0 0 0 0,-1 0-1 0 0,1-1 1 0 0,-1 1 0 0 0,0 0 0 0 0,1-1-1 0 0,-1 1 1 0 0,0-1 0 0 0,1 1 0 0 0,-1 0-1 0 0,0-1 1 0 0,0 1 0 0 0,1-1-1 0 0,-1 0-31 0 0,1 0-54 0 0,-10-15-2496 0 0,7 15 1916 0 0,-6-4 476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3:29.315"/>
    </inkml:context>
    <inkml:brush xml:id="br0">
      <inkml:brushProperty name="width" value="0.1" units="cm"/>
      <inkml:brushProperty name="height" value="0.1" units="cm"/>
      <inkml:brushProperty name="color" value="#E71224"/>
    </inkml:brush>
  </inkml:definitions>
  <inkml:trace contextRef="#ctx0" brushRef="#br0">12 0 3655 0 0,'0'0'4984'0'0,"-1"2"-4544"0"0,-9 28 1864 0 0,10-28-1872 0 0,0 0-208 0 0,1 14 227 0 0,1-1 1 0 0,3 18-1 0 0,-4-31-295 0 0,0 4-76 0 0,0 0 0 0 0,0-1 0 0 0,0 1 0 0 0,3 6 0 0 0,2 9 82 0 0,-1 20 29 0 0,61 449 338 0 0,-61-335-473 0 0,-4-72 50 0 0,31 347 627 0 0,-23-340-584 0 0,8 51 31 0 0,-17-135-180 0 0,16 168 126 0 0,-10-139-81 0 0,1 0 0 0 0,22 65 1 0 0,52 130-36 0 0,-73-201 62 0 0,-1 1 0 0 0,-1-1-1 0 0,-1 1 1 0 0,0 51 0 0 0,1-3 128 0 0,7 43 73 0 0,-11-109-269 0 0,-1 4 21 0 0,0 26 0 0 0,6 160-4 0 0,-6-191 33 0 0,0-1 1 0 0,1 1-1 0 0,0-1 1 0 0,6 15-1 0 0,2 18 101 0 0,-8-27-139 0 0,0 0 1 0 0,-1 0 0 0 0,-2-1 0 0 0,-1 22-1 0 0,-16 61 242 0 0,15-86-231 0 0,1 0-1 0 0,1 1 1 0 0,0-1 0 0 0,1 18-1 0 0,2-14-26 0 0,0-12 0 0 0,0-2 0 0 0,3 8 0 0 0,3 3 11 0 0,-4-9 0 0 0,0 0 5 0 0,18 9 10 0 0,-16-9-12 0 0,1 0 1 0 0,0-1-1 0 0,0 0 0 0 0,0-1 0 0 0,0 0 0 0 0,11 2 1 0 0,22 6 101 0 0,14 2-100 0 0,-21-5 0 0 0,1-2 1 0 0,-1-2-1 0 0,62-1 0 0 0,-48-2-7 0 0,47 7 0 0 0,-61-5 43 0 0,-22-1-52 0 0,0-1 1 0 0,16 5-1 0 0,5 0 0 0 0,-20-3 0 0 0,0 0 0 0 0,14 5 0 0 0,4 2 163 0 0,53 8-1 0 0,-43-10-64 0 0,218 25 103 0 0,-114-17 63 0 0,132 8-114 0 0,-218-19-29 0 0,69-1 75 0 0,-55-3-87 0 0,403-13 305 0 0,-209-13-340 0 0,-167 16-74 0 0,81-13 14 0 0,307-44 242 0 0,-361 53-238 0 0,-73 7-22 0 0,305-31 72 0 0,-243 27-68 0 0,98-5 0 0 0,-64 9-3 0 0,37 0 70 0 0,-1 4-67 0 0,148 16 64 0 0,-164 0 20 0 0,24-2 51 0 0,-147-11-111 0 0,38 0 5 0 0,-13-2-29 0 0,-2-3 0 0 0,-4-1 64 0 0,13-1-64 0 0,-34 1 0 0 0,101 2 0 0 0,-110 5 0 0 0,-9-3 57 0 0,34-5-1 0 0,-3 0 20 0 0,-38 6-14 0 0,-9-1-47 0 0,0 2 0 0 0,13 0 0 0 0,7 1-15 0 0,25 4 0 0 0,-32-2 0 0 0,-16-2 0 0 0,-4-1 0 0 0,0 0 0 0 0,-1 0 0 0 0,1 1 0 0 0,-1-1 0 0 0,1 1 0 0 0,-1 0 0 0 0,0 0 0 0 0,1 0 0 0 0,-1 0 0 0 0,4 2 0 0 0,6 4 0 0 0,-4-1-10 0 0,-1 2 108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3:36.724"/>
    </inkml:context>
    <inkml:brush xml:id="br0">
      <inkml:brushProperty name="width" value="0.1" units="cm"/>
      <inkml:brushProperty name="height" value="0.1" units="cm"/>
      <inkml:brushProperty name="color" value="#FFFFFF"/>
    </inkml:brush>
  </inkml:definitions>
  <inkml:trace contextRef="#ctx0" brushRef="#br0">1078 1 2815 0 0,'0'0'2426'0'0,"3"3"-2206"0"0,-2-2-165 0 0,0-1-34 0 0,0 1 0 0 0,0-1 0 0 0,0 1 0 0 0,-1 0 0 0 0,1-1 0 0 0,0 1-1 0 0,0 0 1 0 0,-1 0 0 0 0,1 0 0 0 0,0 0 0 0 0,-1-1 0 0 0,1 1-1 0 0,-1 0 1 0 0,1 0 0 0 0,-1 0 0 0 0,0 0 0 0 0,1 0 0 0 0,-1 0 0 0 0,0 0-1 0 0,0 0 1 0 0,0 1 0 0 0,0-1 0 0 0,1 0 0 0 0,-2 0 0 0 0,1 0 0 0 0,0 2-1 0 0,-7 18 70 0 0,6-15-73 0 0,0-1 0 0 0,-1 0 0 0 0,0 0 0 0 0,0 0 0 0 0,-4 8 0 0 0,1-6-11 0 0,-4 8 70 0 0,-1-1 1 0 0,0-1-1 0 0,0 0 0 0 0,-1 0 1 0 0,-1-1-1 0 0,-14 12 0 0 0,-58 35-64 0 0,80-56-5 0 0,-1 0-1 0 0,0 0 1 0 0,1-1-1 0 0,-1 0 0 0 0,0 1 1 0 0,-1-2-1 0 0,1 1 1 0 0,0 0-1 0 0,-7 0 0 0 0,-3 0 16 0 0,1-1-1 0 0,-18 0 0 0 0,31-1-21 0 0,1 0 0 0 0,-1 0 0 0 0,1 0 0 0 0,-1 0 0 0 0,0 0 0 0 0,1 0 0 0 0,-1 0 0 0 0,1 0 0 0 0,-1 0 0 0 0,0 0 0 0 0,1 0 0 0 0,-1-1 0 0 0,1 1 0 0 0,-1 0 0 0 0,1-1 0 0 0,-1 1 0 0 0,1 0 0 0 0,-1-1 0 0 0,-12-7 0 0 0,8 7 0 0 0,4 0 0 0 0,0 1 0 0 0,-1-1 0 0 0,1 1 0 0 0,0-1 0 0 0,0 0 0 0 0,0 1 0 0 0,0-1 0 0 0,-1 0 0 0 0,1 0 0 0 0,0 0 0 0 0,0 0 0 0 0,1 0 0 0 0,-1 0 0 0 0,0 0 0 0 0,0 0 0 0 0,0 0 0 0 0,0-2 0 0 0,-9-17 0 0 0,-1 2 0 0 0,11 17 0 0 0,-1 0 0 0 0,1 0 0 0 0,-1 0 0 0 0,1 1 0 0 0,-1-1 0 0 0,0 0 0 0 0,1 1 0 0 0,-1-1 0 0 0,0 0 0 0 0,0 1 0 0 0,1-1 0 0 0,-1 1 0 0 0,0-1 0 0 0,0 1 0 0 0,0 0 0 0 0,0-1 0 0 0,0 1 0 0 0,0 0 0 0 0,0 0 0 0 0,0-1 0 0 0,0 1 0 0 0,1 0 0 0 0,-1 0 0 0 0,-2 0 0 0 0,0 0 0 0 0,-3-1 0 0 0,0 1 0 0 0,0 0 0 0 0,0 0 0 0 0,0 0 0 0 0,0 1 0 0 0,0 0 0 0 0,-7 2 0 0 0,-41 15 0 0 0,43-14 0 0 0,-26 6 0 0 0,13-4 0 0 0,-7-2 0 0 0,24-2-12 0 0,-1-3-60 0 0,7 1 53 0 0,0 0 1 0 0,0 0-1 0 0,0 0 1 0 0,0 0-1 0 0,0 0 1 0 0,0 0 0 0 0,0 0-1 0 0,0 0 1 0 0,1 0-1 0 0,-1 0 1 0 0,0 1-1 0 0,0-1 1 0 0,0 0-1 0 0,0 0 1 0 0,0 1 0 0 0,0-1-1 0 0,1 1 1 0 0,-1-1-1 0 0,0 1 1 0 0,-1 0-1 0 0,-55 19 30 0 0,53-18-10 0 0,-1 0 0 0 0,1-1 0 0 0,-1 0 0 0 0,1 0 1 0 0,-9 1-1 0 0,-8 2-79 0 0,20-3 78 0 0,0-1-1 0 0,0 0 0 0 0,1 0 0 0 0,-1 1 1 0 0,0-1-1 0 0,0 0 0 0 0,0 0 0 0 0,0 0 0 0 0,0 0 1 0 0,0 0-1 0 0,0 0 0 0 0,0 0 0 0 0,0-1 1 0 0,-1 1-1 0 0,1-1-4 0 0,0 1 1 0 0,0 0-1 0 0,0 0 0 0 0,0 0 1 0 0,0 0-1 0 0,0 0 0 0 0,0 0 1 0 0,0 0-1 0 0,0 0 0 0 0,0 0 1 0 0,0 0-1 0 0,-2 1 0 0 0,0 0 4 0 0,0 0 1 0 0,-1 0-1 0 0,1 0 0 0 0,0-1 0 0 0,-1 1 0 0 0,1-1 0 0 0,-1 0 0 0 0,1 0 0 0 0,-1 0 0 0 0,1 0 0 0 0,-6-2 0 0 0,-8 1 0 0 0,-22-6-12 0 0,35 7-22 0 0,-4-2 3 0 0,-8-10-172 0 0,13 10 180 0 0,1 1 22 0 0,1 0-1 0 0,0 0 1 0 0,0 0-1 0 0,0 0 1 0 0,0 0-1 0 0,0 0 0 0 0,0 0 1 0 0,1 0-1 0 0,-1-1 1 0 0,0 1-1 0 0,0 0 1 0 0,1 0-1 0 0,-1-2 0 0 0,-2 0 3 0 0,-4-18 0 0 0,1-3 0 0 0,6 23 0 0 0,0 0 0 0 0,-1-1 0 0 0,1 1 0 0 0,0 0 0 0 0,-1 0 0 0 0,1-1 0 0 0,0 1 0 0 0,0 0 0 0 0,0-1 0 0 0,0 1 0 0 0,0 0 0 0 0,0 0 0 0 0,1-1 0 0 0,-1-1 0 0 0,2 0 0 0 0,1-12 0 0 0,-2 11 0 0 0,8-5 0 0 0,2-1-18 0 0,-5 10-31 0 0,-5 1 19 0 0,6-2-16 0 0,-6 1 39 0 0,1-1 0 0 0,0 1 0 0 0,-1 0 0 0 0,1 0-1 0 0,0 0 1 0 0,-1 0 0 0 0,1 1 0 0 0,-1-1-1 0 0,1 0 1 0 0,0 1 0 0 0,-1-1 0 0 0,1 1 0 0 0,2 1-1 0 0,-2-1 15 0 0,0 0 0 0 0,0 0 0 0 0,0 0 0 0 0,0 0 0 0 0,0 1 0 0 0,-1-1 0 0 0,1 1 0 0 0,0-1 0 0 0,-1 1 0 0 0,1 0-1 0 0,-1-1 1 0 0,1 1 0 0 0,-1 0 0 0 0,0 0 0 0 0,0 0 0 0 0,0 0 0 0 0,0 0 0 0 0,0 0 0 0 0,0 1 0 0 0,-1-1 0 0 0,1 2-1 0 0,0 0 4 0 0,-1 0-1 0 0,1 0 0 0 0,-1 0 1 0 0,0 0-1 0 0,0 0 0 0 0,-1 0 1 0 0,1 0-1 0 0,-1 0 0 0 0,0 0 1 0 0,-2 7-1 0 0,-5 7 96 0 0,0-1 0 0 0,-2 0 1 0 0,0-1-1 0 0,0 0 0 0 0,-2 0 0 0 0,0-1 0 0 0,-1 0 1 0 0,-19 16-1 0 0,28-28-92 0 0,0 1 0 0 0,-1-1 1 0 0,0 0-1 0 0,-7 3 0 0 0,-13 9-2 0 0,-16 11 42 0 0,34-22-67 0 0,1-7-60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3:36.990"/>
    </inkml:context>
    <inkml:brush xml:id="br0">
      <inkml:brushProperty name="width" value="0.1" units="cm"/>
      <inkml:brushProperty name="height" value="0.1" units="cm"/>
      <inkml:brushProperty name="color" value="#FFFFFF"/>
    </inkml:brush>
  </inkml:definitions>
  <inkml:trace contextRef="#ctx0" brushRef="#br0">17 1 4031 0 0,'0'0'2296'0'0,"-9"6"-2296"0"0,1 1-1696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3:37.428"/>
    </inkml:context>
    <inkml:brush xml:id="br0">
      <inkml:brushProperty name="width" value="0.1" units="cm"/>
      <inkml:brushProperty name="height" value="0.1" units="cm"/>
      <inkml:brushProperty name="color" value="#FFFFFF"/>
    </inkml:brush>
  </inkml:definitions>
  <inkml:trace contextRef="#ctx0" brushRef="#br0">185 1 4543 0 0,'0'0'2394'0'0,"0"2"-2084"0"0,-1 7-168 0 0,0 0-1 0 0,0 0 0 0 0,-1 0 1 0 0,0 0-1 0 0,-1 0 0 0 0,1 0 0 0 0,-2-1 1 0 0,1 1-1 0 0,-7 9 0 0 0,-2 3 20 0 0,-2-1 0 0 0,-21 26 0 0 0,0-9-20 0 0,17-20-120 0 0,-16 9-2693 0 0,27-18-178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3:37.819"/>
    </inkml:context>
    <inkml:brush xml:id="br0">
      <inkml:brushProperty name="width" value="0.1" units="cm"/>
      <inkml:brushProperty name="height" value="0.1" units="cm"/>
      <inkml:brushProperty name="color" value="#FFFFFF"/>
    </inkml:brush>
  </inkml:definitions>
  <inkml:trace contextRef="#ctx0" brushRef="#br0">56 1 1951 0 0,'3'1'147'0'0,"20"14"986"0"0,0 1-1 0 0,30 28 0 0 0,-50-41-1031 0 0,-1 0-1 0 0,0 1 0 0 0,1-1 0 0 0,-1 1 0 0 0,-1-1 1 0 0,1 1-1 0 0,0 0 0 0 0,-1 0 0 0 0,0-1 0 0 0,0 1 0 0 0,0 0 1 0 0,0 0-1 0 0,0 5 0 0 0,-2-6-39 0 0,0 0 1 0 0,0 0-1 0 0,0 0 1 0 0,0 0-1 0 0,-1 0 1 0 0,1 0-1 0 0,-1 0 0 0 0,0 0 1 0 0,1-1-1 0 0,-1 1 1 0 0,0 0-1 0 0,-1-1 0 0 0,1 0 1 0 0,0 0-1 0 0,-1 1 1 0 0,-2 0-1 0 0,-11 7 205 0 0,-1 0 1 0 0,0-2-1 0 0,0 0 1 0 0,-35 10-1 0 0,48-17-767 0 0,-1 0 0 0 0,0 0 0 0 0,1 0 0 0 0,-8-1 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3:38.567"/>
    </inkml:context>
    <inkml:brush xml:id="br0">
      <inkml:brushProperty name="width" value="0.1" units="cm"/>
      <inkml:brushProperty name="height" value="0.1" units="cm"/>
      <inkml:brushProperty name="color" value="#FFFFFF"/>
    </inkml:brush>
  </inkml:definitions>
  <inkml:trace contextRef="#ctx0" brushRef="#br0">387 214 3655 0 0,'13'2'278'0'0,"0"0"-1"0"0,1 1 0 0 0,-1 0 1 0 0,-1 2-1 0 0,24 9 1 0 0,-31-11-136 0 0,0-1 1 0 0,0 1 0 0 0,0 1 0 0 0,0-1 0 0 0,-1 1-1 0 0,1-1 1 0 0,-1 1 0 0 0,0 1 0 0 0,0-1 0 0 0,0 0 0 0 0,-1 1-1 0 0,0 0 1 0 0,1 0 0 0 0,-2 0 0 0 0,5 10 0 0 0,-6-13-121 0 0,0-1 0 0 0,-1 1 1 0 0,0-1-1 0 0,1 1 0 0 0,-1-1 0 0 0,0 1 1 0 0,0-1-1 0 0,0 1 0 0 0,0-1 1 0 0,0 0-1 0 0,0 1 0 0 0,0-1 0 0 0,-1 1 1 0 0,1-1-1 0 0,-1 1 0 0 0,1-1 1 0 0,-1 1-1 0 0,1-1 0 0 0,-2 3 0 0 0,0-2 5 0 0,1-1 0 0 0,-1 1 0 0 0,0 0 0 0 0,1-1 0 0 0,-1 1 0 0 0,0-1 0 0 0,0 1-1 0 0,0-1 1 0 0,0 0 0 0 0,0 0 0 0 0,-3 1 0 0 0,-6 2 41 0 0,1-1-1 0 0,0-1 1 0 0,-1 0-1 0 0,-13 1 1 0 0,23-3-64 0 0,-16 1 67 0 0,1-1 0 0 0,-1-1-1 0 0,1 0 1 0 0,-1-1 0 0 0,1-1-1 0 0,0-1 1 0 0,0 0 0 0 0,-16-7-1 0 0,25 8-70 0 0,0-1 0 0 0,1 0 0 0 0,-1 0 0 0 0,1 0 0 0 0,0-1 0 0 0,0 0 0 0 0,-9-9 0 0 0,6 1 0 0 0,9 7 0 0 0,0 4 0 0 0,0 1 0 0 0,-1-1 0 0 0,1 1 0 0 0,0-1 0 0 0,0 1 0 0 0,0 0 0 0 0,0-1 0 0 0,0 1 0 0 0,0-1 0 0 0,0 1 0 0 0,1-1 0 0 0,-1 1 0 0 0,0 0 0 0 0,1-1 0 0 0,-1 1 0 0 0,1 0 0 0 0,-1-1 0 0 0,1 1 0 0 0,0 0 0 0 0,1-2 0 0 0,1-2 0 0 0,0 1-7 0 0,0 0-1 0 0,0 1 0 0 0,0-1 0 0 0,0 1 1 0 0,0 0-1 0 0,0-1 0 0 0,1 2 0 0 0,0-1 1 0 0,0 0-1 0 0,-1 1 0 0 0,1-1 1 0 0,1 1-1 0 0,-1 0 0 0 0,0 1 0 0 0,0-1 1 0 0,1 1-1 0 0,-1 0 0 0 0,1 0 0 0 0,6-1 1 0 0,-8 3-36 0 0,-2 0 43 0 0,0-1-1 0 0,0 1 1 0 0,-1-1-1 0 0,1 1 1 0 0,0-1-1 0 0,0 1 1 0 0,-1-1-1 0 0,1 1 1 0 0,0 0-1 0 0,-1-1 1 0 0,1 1-1 0 0,-1 0 1 0 0,1 0-1 0 0,-1-1 1 0 0,1 1-1 0 0,-1 0 1 0 0,0 0-1 0 0,1 0 1 0 0,-1-1-1 0 0,0 1 1 0 0,0 0-1 0 0,1 0 1 0 0,-1 2-1 0 0,0 0 2 0 0,1 4 5 0 0,-1-1-1 0 0,1 1 1 0 0,-1 0 0 0 0,-1 0-1 0 0,1-1 1 0 0,-1 1-1 0 0,0 0 1 0 0,-1-1-1 0 0,1 1 1 0 0,-1-1-1 0 0,-1 1 1 0 0,-3 7-1 0 0,-1-1 10 0 0,0 0-1 0 0,0 0 1 0 0,-1-1-1 0 0,-16 19 0 0 0,10-16 40 0 0,-1-2 0 0 0,-1 1 0 0 0,0-2 0 0 0,0 0 0 0 0,-24 13 0 0 0,37-23-46 0 0,0-1 0 0 0,0 1-1 0 0,0-1 1 0 0,0 1 0 0 0,0-1-1 0 0,-1 0 1 0 0,1 0 0 0 0,0-1 0 0 0,-1 1-1 0 0,1-1 1 0 0,0 1 0 0 0,-1-1-1 0 0,1 0 1 0 0,-1 0 0 0 0,1 0-1 0 0,0-1 1 0 0,-1 0 0 0 0,1 1-1 0 0,-6-3 1 0 0,5 1 17 0 0,1 0 0 0 0,-1 0 1 0 0,0 0-1 0 0,1 0 0 0 0,0-1 0 0 0,-1 0 0 0 0,1 0 0 0 0,0 1 0 0 0,1-2 0 0 0,-1 1 1 0 0,0 0-1 0 0,1-1 0 0 0,0 1 0 0 0,0-1 0 0 0,-3-5 0 0 0,0-6 223 0 0,0 0 0 0 0,1 0 0 0 0,1-1-1 0 0,0 1 1 0 0,-1-22 0 0 0,1 5 321 0 0,-1-9-99 0 0,3 1-1 0 0,7-75 0 0 0,12 3-482 0 0,-17 110-106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3:39.050"/>
    </inkml:context>
    <inkml:brush xml:id="br0">
      <inkml:brushProperty name="width" value="0.1" units="cm"/>
      <inkml:brushProperty name="height" value="0.1" units="cm"/>
      <inkml:brushProperty name="color" value="#FFFFFF"/>
    </inkml:brush>
  </inkml:definitions>
  <inkml:trace contextRef="#ctx0" brushRef="#br0">336 0 3079 0 0,'0'0'2056'0'0,"0"2"-1477"0"0,0 28 199 0 0,1-15-507 0 0,0 1-1 0 0,-2-1 1 0 0,0 1-1 0 0,-1-1 1 0 0,-4 18-1 0 0,1-7-49 0 0,4-21-123 0 0,0 1 0 0 0,0 0 1 0 0,-1-1-1 0 0,1 1 0 0 0,-1-1 0 0 0,-5 10 0 0 0,3-10 34 0 0,0 1 0 0 0,-1 0 0 0 0,-7 7 0 0 0,11-12-106 0 0,-1 0 0 0 0,1-1 0 0 0,-1 1 0 0 0,1 0 0 0 0,-1-1 0 0 0,0 0 0 0 0,1 1 0 0 0,-1-1 0 0 0,0 0 0 0 0,-2 1 0 0 0,0-1 24 0 0,-1 1-4 0 0,0-1-1 0 0,-1 0 0 0 0,1 0 1 0 0,0-1-1 0 0,0 0 0 0 0,-11-2 0 0 0,13 2-20 0 0,0 1-1 0 0,0-1 0 0 0,0-1 0 0 0,0 1 1 0 0,0 0-1 0 0,0-1 0 0 0,1 1 0 0 0,-1-1 0 0 0,0 0 1 0 0,1 0-1 0 0,-1 0 0 0 0,-2-3 0 0 0,4 3 43 0 0,-1-1-1 0 0,0 0 0 0 0,1 0 0 0 0,0 1 0 0 0,0-1 1 0 0,0 0-1 0 0,0 0 0 0 0,-1-5 0 0 0,1 3 180 0 0,0 4 267 0 0,-16 3-146 0 0,5 5-176 0 0,-1 1-1 0 0,1 0 1 0 0,0 0 0 0 0,-18 19 0 0 0,-15 10 99 0 0,33-31-405 0 0,12-6 111 0 0,-1 0 0 0 0,1 0-1 0 0,0 0 1 0 0,0 0 0 0 0,0 0 0 0 0,-1 0 0 0 0,1 0 0 0 0,0 0-1 0 0,0 0 1 0 0,0 0 0 0 0,-1 0 0 0 0,1 0 0 0 0,0 0 0 0 0,0 0-1 0 0,0 0 1 0 0,0 0 0 0 0,-1-1 0 0 0,1 1 0 0 0,0 0 0 0 0,0 0-1 0 0,0 0 1 0 0,0 0 0 0 0,0 0 0 0 0,-1-1 0 0 0,1 1 0 0 0,0 0-1 0 0,0 0 1 0 0,0 0 0 0 0,0 0 0 0 0,0-1 0 0 0,0 1 0 0 0,0 0-1 0 0,0 0 1 0 0,0-1 0 0 0,0-1-335 0 0,0 0-1 0 0,0 0 1 0 0,0 0 0 0 0,1 0-1 0 0,-1 1 1 0 0,1-1-1 0 0,-1 0 1 0 0,1 0 0 0 0,0 0-1 0 0,0 0 1 0 0,1-1-1 0 0,6-13-3604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3:39.191"/>
    </inkml:context>
    <inkml:brush xml:id="br0">
      <inkml:brushProperty name="width" value="0.1" units="cm"/>
      <inkml:brushProperty name="height" value="0.1" units="cm"/>
      <inkml:brushProperty name="color" value="#FFFFFF"/>
    </inkml:brush>
  </inkml:definitions>
  <inkml:trace contextRef="#ctx0" brushRef="#br0">1 6 3023 0 0,'0'0'6872'0'0,"9"-4"-5320"0"0,4 2-744 0 0,-4 12-4040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3:56.337"/>
    </inkml:context>
    <inkml:brush xml:id="br0">
      <inkml:brushProperty name="width" value="0.1" units="cm"/>
      <inkml:brushProperty name="height" value="0.1" units="cm"/>
      <inkml:brushProperty name="color" value="#FFFFFF"/>
    </inkml:brush>
  </inkml:definitions>
  <inkml:trace contextRef="#ctx0" brushRef="#br0">487 39 2383 0 0,'4'-8'3480'0'0,"-22"-4"-1373"0"0,7 8-1804 0 0,0 1 0 0 0,0 0 0 0 0,0 0 0 0 0,0 1 0 0 0,-1 1 0 0 0,1 0 0 0 0,-1 0 0 0 0,-12 2 0 0 0,-6-2 377 0 0,-4 0-378 0 0,1 2 0 0 0,-42 5 0 0 0,59-3-234 0 0,0 0 0 0 0,0 1 0 0 0,0 0 0 0 0,1 1 0 0 0,0 1 0 0 0,-26 14 0 0 0,37-17-47 0 0,-1-1 0 0 0,1 1 0 0 0,0 1 0 0 0,1-1 0 0 0,-1 1 0 0 0,0-1-1 0 0,1 1 1 0 0,0 0 0 0 0,0 1 0 0 0,-4 5 0 0 0,6-8-13 0 0,0 1 0 0 0,0-1 0 0 0,0 0 0 0 0,0 0 0 0 0,1 0 0 0 0,-1 1 1 0 0,1-1-1 0 0,-1 0 0 0 0,1 1 0 0 0,0-1 0 0 0,0 1 0 0 0,0-1 0 0 0,0 0 0 0 0,0 1 0 0 0,1-1 0 0 0,-1 0 1 0 0,1 1-1 0 0,-1-1 0 0 0,1 0 0 0 0,0 0 0 0 0,0 1 0 0 0,0-1 0 0 0,0 0 0 0 0,3 3 0 0 0,4 6 47 0 0,1-2 0 0 0,0 1 0 0 0,1-1 0 0 0,19 14-1 0 0,49 27 37 0 0,-50-34-64 0 0,26 14-27 0 0,75 30 0 0 0,-58-29 0 0 0,-59-25 0 0 0,-1 0 0 0 0,1 0 0 0 0,-1 1 0 0 0,-1 0 0 0 0,1 1 0 0 0,-1 1 0 0 0,-1-1 0 0 0,0 1 0 0 0,0 1 0 0 0,0 0 0 0 0,-1 0 0 0 0,-1 1 0 0 0,0 0 0 0 0,0 0 0 0 0,-1 0 0 0 0,5 15 0 0 0,-5-12 15 0 0,-2 0-1 0 0,1 1 1 0 0,-2-1 0 0 0,0 1-1 0 0,1 15 1 0 0,-4-27-10 0 0,1 0 1 0 0,-1 0-1 0 0,0 0 1 0 0,-1 0 0 0 0,1 0-1 0 0,0 0 1 0 0,-1 1-1 0 0,0-1 1 0 0,0 0-1 0 0,0 0 1 0 0,0 0 0 0 0,0-1-1 0 0,0 1 1 0 0,-1 0-1 0 0,1 0 1 0 0,-1-1-1 0 0,0 1 1 0 0,0-1-1 0 0,0 1 1 0 0,0-1 0 0 0,0 0-1 0 0,-1 0 1 0 0,1 0-1 0 0,-1 0 1 0 0,1 0-1 0 0,-1-1 1 0 0,0 1 0 0 0,1-1-1 0 0,-1 1 1 0 0,-6 1-1 0 0,-6 1 18 0 0,-1-1-1 0 0,1 0 1 0 0,-1-1-1 0 0,0-1 1 0 0,-29-1-1 0 0,6-3 37 0 0,-46-9-1 0 0,84 11-58 0 0,-54-11-1432 0 0,49 11 961 0 0,0-1 0 0 0,0-1 0 0 0,0 1 0 0 0,0-1 0 0 0,1 0 0 0 0,-11-7 0 0 0,7 1-3560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3:57.305"/>
    </inkml:context>
    <inkml:brush xml:id="br0">
      <inkml:brushProperty name="width" value="0.1" units="cm"/>
      <inkml:brushProperty name="height" value="0.1" units="cm"/>
      <inkml:brushProperty name="color" value="#FFFFFF"/>
    </inkml:brush>
  </inkml:definitions>
  <inkml:trace contextRef="#ctx0" brushRef="#br0">3 37 2503 0 0,'-3'-37'5888'0'0,"13"48"-5398"0"0,-6-3-310 0 0,-1 1 0 0 0,0-1 1 0 0,0 1-1 0 0,-1 0 0 0 0,0-1 1 0 0,-1 1-1 0 0,0 0 1 0 0,0 11-1 0 0,2 6 73 0 0,6 78 747 0 0,-4 0 0 0 0,-10 130 0 0 0,-2-139-547 0 0,-3 84 187 0 0,10-165-838 0 0,3 25 0 0 0,-2-31-65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3:57.749"/>
    </inkml:context>
    <inkml:brush xml:id="br0">
      <inkml:brushProperty name="width" value="0.1" units="cm"/>
      <inkml:brushProperty name="height" value="0.1" units="cm"/>
      <inkml:brushProperty name="color" value="#FFFFFF"/>
    </inkml:brush>
  </inkml:definitions>
  <inkml:trace contextRef="#ctx0" brushRef="#br0">2 0 4087 0 0,'5'56'2502'0'0,"-4"109"0"0"0,-3-107-1903 0 0,1 250 2666 0 0,-1-239-2881 0 0,-1-17-142 0 0,7 68 0 0 0,-1-97-435 0 0,0-9-4391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3:58.087"/>
    </inkml:context>
    <inkml:brush xml:id="br0">
      <inkml:brushProperty name="width" value="0.1" units="cm"/>
      <inkml:brushProperty name="height" value="0.1" units="cm"/>
      <inkml:brushProperty name="color" value="#FFFFFF"/>
    </inkml:brush>
  </inkml:definitions>
  <inkml:trace contextRef="#ctx0" brushRef="#br0">0 33 4287 0 0,'2'0'332'0'0,"68"-10"720"0"0,37-5 1244 0 0,38 7-99 0 0,-83 11-5098 0 0,-43-1-227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3:58.590"/>
    </inkml:context>
    <inkml:brush xml:id="br0">
      <inkml:brushProperty name="width" value="0.1" units="cm"/>
      <inkml:brushProperty name="height" value="0.1" units="cm"/>
      <inkml:brushProperty name="color" value="#FFFFFF"/>
    </inkml:brush>
  </inkml:definitions>
  <inkml:trace contextRef="#ctx0" brushRef="#br0">1 0 3655 0 0,'0'0'1704'0'0,"5"8"-726"0"0,-2-2-621 0 0,1 1 0 0 0,-1 0 0 0 0,0 0 0 0 0,-1 0 0 0 0,0 1 0 0 0,2 8 1 0 0,4 49 748 0 0,-5-25-555 0 0,34 253 2408 0 0,-34-269-2842 0 0,1 6 46 0 0,-1-1 1 0 0,-1 1 0 0 0,-4 45 0 0 0,1-42-3405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3:59.274"/>
    </inkml:context>
    <inkml:brush xml:id="br0">
      <inkml:brushProperty name="width" value="0.1" units="cm"/>
      <inkml:brushProperty name="height" value="0.1" units="cm"/>
      <inkml:brushProperty name="color" value="#FFFFFF"/>
    </inkml:brush>
  </inkml:definitions>
  <inkml:trace contextRef="#ctx0" brushRef="#br0">33 104 3599 0 0,'-1'0'84'0'0,"0"1"0"0"0,0-1 0 0 0,0 0-1 0 0,0 1 1 0 0,0-1 0 0 0,0 0 0 0 0,0 1-1 0 0,0-1 1 0 0,0 0 0 0 0,0 0-1 0 0,0 0 1 0 0,0 0 0 0 0,0 0 0 0 0,0 0-1 0 0,0 0 1 0 0,0 0 0 0 0,0-1-1 0 0,0 1 1 0 0,0 0 0 0 0,0 0 0 0 0,0-1-1 0 0,0 1 1 0 0,0-1 0 0 0,0 1 0 0 0,0-1-1 0 0,1 1 1 0 0,-1-1 0 0 0,0 0-1 0 0,0 1 1 0 0,0-1 0 0 0,1 0 0 0 0,-1 0-1 0 0,-1-1 1 0 0,2 1 149 0 0,4-6 206 0 0,0 2-363 0 0,1-1 0 0 0,-1 1-1 0 0,1 0 1 0 0,0 0 0 0 0,0 0 0 0 0,1 1-1 0 0,0 0 1 0 0,0 0 0 0 0,0 0 0 0 0,0 1-1 0 0,0-1 1 0 0,1 2 0 0 0,-1-1 0 0 0,1 1 0 0 0,8-2-1 0 0,13-2 56 0 0,0 1 0 0 0,39-2 0 0 0,-57 6-69 0 0,27-2 274 0 0,40 2 1 0 0,-65 2-249 0 0,0 0-1 0 0,0 0 1 0 0,0 2 0 0 0,0-1-1 0 0,0 1 1 0 0,-1 1 0 0 0,15 6-1 0 0,-21-8-66 0 0,-1 1 1 0 0,0-1-1 0 0,0 1 0 0 0,0 0 0 0 0,0 0 0 0 0,-1 0 0 0 0,1 0 0 0 0,-1 1 1 0 0,0-1-1 0 0,0 1 0 0 0,0 0 0 0 0,0 0 0 0 0,0 0 0 0 0,-1 1 0 0 0,0-1 1 0 0,0 1-1 0 0,0-1 0 0 0,-1 1 0 0 0,1-1 0 0 0,-1 1 0 0 0,0 0 0 0 0,0 0 1 0 0,-1-1-1 0 0,0 1 0 0 0,1 0 0 0 0,-2 0 0 0 0,0 9 0 0 0,-2 1-20 0 0,0 1 0 0 0,-1-1 0 0 0,-1 1 0 0 0,0-1 0 0 0,-1-1 0 0 0,-1 1 0 0 0,0-1 0 0 0,-1 0 0 0 0,-1-1-1 0 0,0 0 1 0 0,-14 16 0 0 0,6-11 17 0 0,0-1-1 0 0,-1 0 0 0 0,0-1 0 0 0,-1-1 1 0 0,-1-1-1 0 0,-37 20 0 0 0,46-29 59 0 0,-1 0 0 0 0,-13 5 0 0 0,22-9-56 0 0,0 0 1 0 0,0 0-1 0 0,-1-1 0 0 0,1 1 1 0 0,0-1-1 0 0,-1 0 0 0 0,1 1 1 0 0,0-1-1 0 0,-1-1 0 0 0,1 1 1 0 0,-1 0-1 0 0,-4-2 0 0 0,7 1 124 0 0,1 0-140 0 0,0 1 0 0 0,0-1 0 0 0,0 0 1 0 0,0 0-1 0 0,0 0 0 0 0,0 0 0 0 0,0 0 0 0 0,0 1 0 0 0,0-1 0 0 0,1 0 0 0 0,-1 0 0 0 0,0 0 0 0 0,1 1 0 0 0,-1-1 0 0 0,0 0 0 0 0,1 0 0 0 0,-1 1 0 0 0,2-2 0 0 0,9-12 7 0 0,-6 10 19 0 0,-1 1 0 0 0,1 0 0 0 0,0-1 0 0 0,0 1 0 0 0,0 1 0 0 0,0-1 0 0 0,0 1 0 0 0,1 0 0 0 0,8-2 0 0 0,-11 3-26 0 0,0 1-1 0 0,1-1 0 0 0,-1 1 0 0 0,1 0 0 0 0,-1 0 1 0 0,0 1-1 0 0,1-1 0 0 0,-1 1 0 0 0,0-1 0 0 0,1 1 0 0 0,-1 0 1 0 0,0 0-1 0 0,0 1 0 0 0,0-1 0 0 0,0 1 0 0 0,0-1 0 0 0,4 4 1 0 0,175 144 752 0 0,-172-141-666 0 0,83 87 594 0 0,-2-2 152 0 0,-85-88-840 0 0,0-1-1 0 0,0 1 1 0 0,1-1-1 0 0,-1 0 1 0 0,1-1-1 0 0,10 4 1 0 0,-11-4-960 0 0,1-1 0 0 0,-1-1 0 0 0,1 1 0 0 0,9 0 1 0 0,0-2-3127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4:00.456"/>
    </inkml:context>
    <inkml:brush xml:id="br0">
      <inkml:brushProperty name="width" value="0.1" units="cm"/>
      <inkml:brushProperty name="height" value="0.1" units="cm"/>
      <inkml:brushProperty name="color" value="#FFFFFF"/>
    </inkml:brush>
  </inkml:definitions>
  <inkml:trace contextRef="#ctx0" brushRef="#br0">354 47 3311 0 0,'0'0'251'0'0,"-9"-5"2008"0"0,-69-25 1711 0 0,69 27-3732 0 0,-1 1 0 0 0,0 0-1 0 0,0 0 1 0 0,0 1 0 0 0,0 0 0 0 0,0 1-1 0 0,-11 0 1 0 0,14 1-134 0 0,0 0 0 0 0,0 0 1 0 0,0 1-1 0 0,1 0 0 0 0,-1 0 0 0 0,1 1 0 0 0,-1-1 1 0 0,1 2-1 0 0,0-1 0 0 0,0 0 0 0 0,-6 6 0 0 0,2-1-64 0 0,0 0 0 0 0,-12 14 0 0 0,20-20-38 0 0,0 1 1 0 0,0-1-1 0 0,0 1 1 0 0,0-1 0 0 0,0 1-1 0 0,1 0 1 0 0,-1 0-1 0 0,1 0 1 0 0,0-1-1 0 0,0 1 1 0 0,0 0-1 0 0,0 1 1 0 0,1-1-1 0 0,-1 0 1 0 0,0 5-1 0 0,2-5-2 0 0,0-1 0 0 0,-1 1 0 0 0,1 0 0 0 0,1-1 0 0 0,-1 1 0 0 0,0-1 0 0 0,0 1 0 0 0,1-1 0 0 0,-1 0 0 0 0,1 0 0 0 0,0 0 0 0 0,0 1 0 0 0,0-2 0 0 0,0 1 0 0 0,0 0 0 0 0,0 0 0 0 0,0-1 0 0 0,1 1 0 0 0,4 2 0 0 0,6 2 0 0 0,0 0 0 0 0,20 7 0 0 0,-29-12 0 0 0,27 10 48 0 0,0 1 0 0 0,-2 2-1 0 0,1 1 1 0 0,-2 1-1 0 0,0 1 1 0 0,33 27 0 0 0,-51-35-24 0 0,0 1 0 0 0,-1 0 1 0 0,15 21-1 0 0,-19-25 20 0 0,-1 0 0 0 0,-1 1 1 0 0,1-1-1 0 0,-1 1 0 0 0,0 0 0 0 0,-1 0 0 0 0,0 0 0 0 0,3 13 0 0 0,-5-16-12 0 0,1 0 0 0 0,-1 0 0 0 0,0 0-1 0 0,0-1 1 0 0,-1 1 0 0 0,1 0 0 0 0,-1 0 0 0 0,0 0-1 0 0,0 0 1 0 0,0-1 0 0 0,0 1 0 0 0,-1 0-1 0 0,0-1 1 0 0,1 1 0 0 0,-1-1 0 0 0,-4 5 0 0 0,3-4-7 0 0,-1 0 0 0 0,-1 0 0 0 0,1 0 0 0 0,0-1 0 0 0,-1 1 0 0 0,0-1 0 0 0,0 0 0 0 0,0-1 0 0 0,0 1 0 0 0,-6 2 0 0 0,-5-1 44 0 0,1 1 0 0 0,-1-2 0 0 0,0 0 0 0 0,0-1 0 0 0,0-1 0 0 0,0 0 0 0 0,-16-1 0 0 0,-59-9 226 0 0,79 7-258 0 0,0 0 0 0 0,1-1 0 0 0,0 0 0 0 0,-1-1-1 0 0,-17-9 1 0 0,25 11-93 0 0,0 0 0 0 0,0-1 0 0 0,1 0 0 0 0,-1 1 0 0 0,1-2 0 0 0,-1 1 0 0 0,1 0 0 0 0,0-1 0 0 0,0 1 0 0 0,1-1 0 0 0,-1 0 0 0 0,1 0-1 0 0,-1 0 1 0 0,1 0 0 0 0,1 0 0 0 0,-1 0 0 0 0,1-1 0 0 0,-1 1 0 0 0,1-1 0 0 0,-1-6 0 0 0,2 10-327 0 0,1 0 1 0 0,-1 0-1 0 0,0 0 0 0 0,0 0 1 0 0,0 0-1 0 0,1 0 0 0 0,-1 0 1 0 0,0 0-1 0 0,1 0 0 0 0,-1 0 1 0 0,2-1-1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4:00.942"/>
    </inkml:context>
    <inkml:brush xml:id="br0">
      <inkml:brushProperty name="width" value="0.1" units="cm"/>
      <inkml:brushProperty name="height" value="0.1" units="cm"/>
      <inkml:brushProperty name="color" value="#FFFFFF"/>
    </inkml:brush>
  </inkml:definitions>
  <inkml:trace contextRef="#ctx0" brushRef="#br0">0 1 4319 0 0,'3'58'2608'0'0,"17"95"-1"0"0,-3-37-454 0 0,-11-54-1331 0 0,-3-19-390 0 0,2-1 1 0 0,11 43 0 0 0,-14-81-435 0 0,-1 0 0 0 0,0 0-1 0 0,1 0 1 0 0,3 6 0 0 0,2-2-3768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4:01.316"/>
    </inkml:context>
    <inkml:brush xml:id="br0">
      <inkml:brushProperty name="width" value="0.1" units="cm"/>
      <inkml:brushProperty name="height" value="0.1" units="cm"/>
      <inkml:brushProperty name="color" value="#FFFFFF"/>
    </inkml:brush>
  </inkml:definitions>
  <inkml:trace contextRef="#ctx0" brushRef="#br0">1 1 4319 0 0,'0'0'332'0'0,"0"1"-220"0"0,5 108 3895 0 0,-3-39-1808 0 0,-2-58-1919 0 0,8 202 2701 0 0,-8-175-2687 0 0,1-1 0 0 0,2 1 0 0 0,14 64 0 0 0,-16-98-329 0 0,1 0 1 0 0,0 0-1 0 0,0 0 0 0 0,0-1 1 0 0,1 1-1 0 0,5 7 0 0 0,-7-11-274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4:01.614"/>
    </inkml:context>
    <inkml:brush xml:id="br0">
      <inkml:brushProperty name="width" value="0.1" units="cm"/>
      <inkml:brushProperty name="height" value="0.1" units="cm"/>
      <inkml:brushProperty name="color" value="#FFFFFF"/>
    </inkml:brush>
  </inkml:definitions>
  <inkml:trace contextRef="#ctx0" brushRef="#br0">1 20 4255 0 0,'3'-1'225'0'0,"0"-1"0"0"0,0 1-1 0 0,1 1 1 0 0,-1-1-1 0 0,1 0 1 0 0,-1 1-1 0 0,0 0 1 0 0,1 0 0 0 0,5 0-1 0 0,15-1 954 0 0,-6-2-651 0 0,0 2 0 0 0,21 0 0 0 0,11 0 71 0 0,-7-4-354 0 0,-21 3-155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4:02.301"/>
    </inkml:context>
    <inkml:brush xml:id="br0">
      <inkml:brushProperty name="width" value="0.1" units="cm"/>
      <inkml:brushProperty name="height" value="0.1" units="cm"/>
      <inkml:brushProperty name="color" value="#FFFFFF"/>
    </inkml:brush>
  </inkml:definitions>
  <inkml:trace contextRef="#ctx0" brushRef="#br0">4 0 2847 0 0,'0'0'3370'0'0,"0"2"-2958"0"0,2 3-169 0 0,0-1 0 0 0,-1 1 0 0 0,0 0 0 0 0,0 0 0 0 0,0 0 0 0 0,-1 0 0 0 0,0 6 0 0 0,-3 40 1241 0 0,0-12-838 0 0,-2 204 1825 0 0,4-80-6419 0 0,1-150-23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4:02.832"/>
    </inkml:context>
    <inkml:brush xml:id="br0">
      <inkml:brushProperty name="width" value="0.1" units="cm"/>
      <inkml:brushProperty name="height" value="0.1" units="cm"/>
      <inkml:brushProperty name="color" value="#FFFFFF"/>
    </inkml:brush>
  </inkml:definitions>
  <inkml:trace contextRef="#ctx0" brushRef="#br0">1 185 3223 0 0,'9'-10'519'0'0,"3"-4"-244"0"0,0 0 0 0 0,1 1 0 0 0,1 0 0 0 0,0 2 0 0 0,0-1 0 0 0,1 2-1 0 0,1 0 1 0 0,-1 0 0 0 0,2 2 0 0 0,27-11 0 0 0,-20 10 44 0 0,1 1 0 0 0,0 1 0 0 0,0 2 0 0 0,1 0 0 0 0,0 2 0 0 0,49 0 0 0 0,-68 3-179 0 0,0 0 1 0 0,0 1-1 0 0,0 0 0 0 0,-1 0 0 0 0,1 1 0 0 0,0 0 0 0 0,-1 0 0 0 0,9 4 0 0 0,-14-5-119 0 0,1 0 0 0 0,-1 0 1 0 0,1-1-1 0 0,-1 1 0 0 0,1 1 0 0 0,-1-1 0 0 0,0 0 0 0 0,1 0 0 0 0,-1 0 1 0 0,0 1-1 0 0,0-1 0 0 0,0 1 0 0 0,0-1 0 0 0,0 1 0 0 0,-1-1 0 0 0,1 1 0 0 0,0-1 1 0 0,-1 1-1 0 0,1 0 0 0 0,-1-1 0 0 0,1 1 0 0 0,-1 0 0 0 0,0-1 0 0 0,0 1 1 0 0,0 0-1 0 0,0 0 0 0 0,0-1 0 0 0,0 1 0 0 0,0 0 0 0 0,0 0 0 0 0,-1-1 1 0 0,1 1-1 0 0,-1 0 0 0 0,1-1 0 0 0,-1 1 0 0 0,0-1 0 0 0,-1 3 0 0 0,-3 7 12 0 0,-2 0-1 0 0,1 0 0 0 0,-1-1 0 0 0,-1 0 1 0 0,-12 13-1 0 0,-49 40 19 0 0,10-10 24 0 0,56-50-68 0 0,1 0 0 0 0,-1-1 0 0 0,1 1 0 0 0,-1 0 0 0 0,1 0 0 0 0,0 0 0 0 0,0 0 0 0 0,1 1 0 0 0,-1-1 0 0 0,1 0 0 0 0,-2 7 0 0 0,2-7-4 0 0,1-1 0 0 0,0 0 0 0 0,0 1 0 0 0,0-1 0 0 0,1 0 0 0 0,-1 1 0 0 0,0-1 0 0 0,1 0 0 0 0,0 1 0 0 0,-1-1 0 0 0,1 0 0 0 0,0 0 0 0 0,0 0 0 0 0,0 0 0 0 0,1 0 0 0 0,-1 0 0 0 0,0 0 0 0 0,1 0 0 0 0,2 2 0 0 0,8 9 9 0 0,1-2 0 0 0,1 1 0 0 0,0-2 0 0 0,18 11 0 0 0,10 8 22 0 0,-24-16 13 0 0,8 6-42 0 0,30 28-1 0 0,-49-41 13 0 0,-1 0-1 0 0,0 1 0 0 0,-1 0 0 0 0,0 0 0 0 0,0 0 1 0 0,0 0-1 0 0,-1 1 0 0 0,0 0 0 0 0,5 14 0 0 0,-8-19-3 0 0,0 0 0 0 0,-1 0 0 0 0,1 0 0 0 0,-1 0-1 0 0,0 0 1 0 0,1 1 0 0 0,-1-1 0 0 0,-1 0 0 0 0,1 0 0 0 0,0 0 0 0 0,-1 0-1 0 0,0 0 1 0 0,1 1 0 0 0,-1-1 0 0 0,-1 0 0 0 0,-1 3 0 0 0,1-1 20 0 0,-1-1 1 0 0,0 0 0 0 0,0 0 0 0 0,-1 0 0 0 0,1-1-1 0 0,-1 1 1 0 0,0-1 0 0 0,0 0 0 0 0,-6 4 0 0 0,-5 2 107 0 0,-1-1 0 0 0,0-1 0 0 0,0-1 0 0 0,-32 9 0 0 0,26-10-74 0 0,-1 0 1 0 0,1-2 0 0 0,-1 0 0 0 0,-23-1-1 0 0,25-3-67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4:03.930"/>
    </inkml:context>
    <inkml:brush xml:id="br0">
      <inkml:brushProperty name="width" value="0.1" units="cm"/>
      <inkml:brushProperty name="height" value="0.1" units="cm"/>
      <inkml:brushProperty name="color" value="#FFFFFF"/>
    </inkml:brush>
  </inkml:definitions>
  <inkml:trace contextRef="#ctx0" brushRef="#br0">324 0 4287 0 0,'0'0'332'0'0,"-13"0"858"0"0,-4 1-146 0 0,-1 1 0 0 0,1 1 0 0 0,-26 7 0 0 0,2 0 44 0 0,8-3-601 0 0,-37 14 0 0 0,47-10-435 0 0,22-11-50 0 0,0 1-1 0 0,1-1 0 0 0,-1 1 1 0 0,0 0-1 0 0,0-1 0 0 0,0 1 1 0 0,0 0-1 0 0,1 0 0 0 0,-1 0 1 0 0,0-1-1 0 0,1 1 0 0 0,-1 0 1 0 0,1 0-1 0 0,-1 0 0 0 0,1 0 1 0 0,-1 0-1 0 0,1 0 0 0 0,0 0 1 0 0,-1 0-1 0 0,1 2 0 0 0,0-2 2 0 0,0 1-1 0 0,0-1 1 0 0,1 1-1 0 0,-1-1 1 0 0,0 0-1 0 0,1 1 1 0 0,-1-1-1 0 0,0 0 1 0 0,1 0-1 0 0,0 1 1 0 0,-1-1-1 0 0,1 0 1 0 0,0 0-1 0 0,0 0 0 0 0,0 1 1 0 0,-1-1-1 0 0,1 0 1 0 0,0 0-1 0 0,0-1 1 0 0,1 1-1 0 0,-1 0 1 0 0,0 0-1 0 0,2 1 1 0 0,1 0 1 0 0,12 10 60 0 0,2-2 0 0 0,30 14 0 0 0,15 10 64 0 0,-32-14-47 0 0,45 36 0 0 0,-68-48-13 0 0,0 0 1 0 0,0 0-1 0 0,0 0 0 0 0,-1 1 0 0 0,0 0 0 0 0,-1 1 1 0 0,0-1-1 0 0,0 1 0 0 0,6 16 0 0 0,-11-22-47 0 0,1 1 0 0 0,-1 0 0 0 0,0-1-1 0 0,0 1 1 0 0,-1 0 0 0 0,1 0 0 0 0,-1-1-1 0 0,0 1 1 0 0,0 0 0 0 0,-1 0-1 0 0,1-1 1 0 0,-1 1 0 0 0,0 0 0 0 0,-1-1-1 0 0,1 1 1 0 0,-1 0 0 0 0,0-1 0 0 0,0 0-1 0 0,-3 6 1 0 0,1-4 11 0 0,-1 0 0 0 0,1-1 0 0 0,-1 1-1 0 0,0-1 1 0 0,-1 0 0 0 0,1 0 0 0 0,-1-1-1 0 0,0 0 1 0 0,0 0 0 0 0,-1 0 0 0 0,1 0 0 0 0,-7 2-1 0 0,-7 2 115 0 0,-1 0 0 0 0,1-2-1 0 0,-1 0 1 0 0,-30 4 0 0 0,44-9-108 0 0,-1 0-1 0 0,0-1 1 0 0,1 0-1 0 0,-1 0 1 0 0,1-1 0 0 0,-1 1-1 0 0,1-2 1 0 0,-1 1-1 0 0,1-1 1 0 0,0 0 0 0 0,-1-1-1 0 0,1 0 1 0 0,1 0-1 0 0,-1 0 1 0 0,0-1 0 0 0,-6-5-1 0 0,10 7-55 0 0,0-1-1 0 0,0 1 0 0 0,0-1 0 0 0,1 0 1 0 0,-1-1-1 0 0,1 1 0 0 0,0 0 1 0 0,0-1-1 0 0,0 1 0 0 0,0-1 0 0 0,1 1 1 0 0,-1-1-1 0 0,1 0 0 0 0,-1-4 1 0 0,2 5-581 0 0,-1 0 0 0 0,1 0 1 0 0,0 0-1 0 0,0 0 1 0 0,0 0-1 0 0,0 0 1 0 0,1-3-1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4:04.512"/>
    </inkml:context>
    <inkml:brush xml:id="br0">
      <inkml:brushProperty name="width" value="0.1" units="cm"/>
      <inkml:brushProperty name="height" value="0.1" units="cm"/>
      <inkml:brushProperty name="color" value="#FFFFFF"/>
    </inkml:brush>
  </inkml:definitions>
  <inkml:trace contextRef="#ctx0" brushRef="#br0">0 11 3247 0 0,'2'-1'183'0'0,"0"-1"0"0"0,1 1-1 0 0,-1 0 1 0 0,0 0-1 0 0,0 0 1 0 0,1 0-1 0 0,-1 1 1 0 0,0-1-1 0 0,1 1 1 0 0,-1-1-1 0 0,1 1 1 0 0,-1 0-1 0 0,5 0 1 0 0,-6 0-105 0 0,0 1 1 0 0,1-1-1 0 0,-1 1 0 0 0,0-1 1 0 0,1 1-1 0 0,-1 0 1 0 0,0 0-1 0 0,1-1 0 0 0,-1 1 1 0 0,0 0-1 0 0,0 0 0 0 0,0 0 1 0 0,0 0-1 0 0,0 1 0 0 0,0-1 1 0 0,0 0-1 0 0,-1 0 1 0 0,1 0-1 0 0,0 1 0 0 0,-1-1 1 0 0,1 0-1 0 0,-1 1 0 0 0,1-1 1 0 0,0 3-1 0 0,4 20 483 0 0,-1 0 1 0 0,-1 0-1 0 0,-1 0 0 0 0,-3 47 1 0 0,1-31-96 0 0,0-28-333 0 0,4 213 1811 0 0,0-167-1402 0 0,20 106 1 0 0,-7-101-765 0 0,-14-52 30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4:04.855"/>
    </inkml:context>
    <inkml:brush xml:id="br0">
      <inkml:brushProperty name="width" value="0.1" units="cm"/>
      <inkml:brushProperty name="height" value="0.1" units="cm"/>
      <inkml:brushProperty name="color" value="#FFFFFF"/>
    </inkml:brush>
  </inkml:definitions>
  <inkml:trace contextRef="#ctx0" brushRef="#br0">0 4 4831 0 0,'0'0'375'0'0,"17"-3"1530"0"0,-17 3-1812 0 0,1 0-1 0 0,0 0 0 0 0,0 0 0 0 0,-1 0 1 0 0,1 0-1 0 0,0 0 0 0 0,-1 0 0 0 0,1 0 1 0 0,0 1-1 0 0,-1-1 0 0 0,1 0 0 0 0,-1 0 0 0 0,1 1 1 0 0,0-1-1 0 0,-1 0 0 0 0,1 1 0 0 0,-1-1 1 0 0,1 1-1 0 0,-1-1 0 0 0,1 1 0 0 0,-1-1 1 0 0,1 1-1 0 0,-1-1 0 0 0,0 1 0 0 0,1 0 1 0 0,-1-1-1 0 0,0 1 0 0 0,1-1 0 0 0,-1 1 0 0 0,0 0 1 0 0,0-1-1 0 0,0 1 0 0 0,1 0 0 0 0,-1-1 1 0 0,0 1-1 0 0,0 1 0 0 0,2 31 865 0 0,-2-23-699 0 0,-4 103 1317 0 0,-1-33-654 0 0,-1 24-151 0 0,1 19 198 0 0,3-73-833 0 0,1-29-45 0 0,0-1 0 0 0,2 1 0 0 0,0-1 0 0 0,1 1-1 0 0,8 33 1 0 0,-10-53-255 0 0,1 0 0 0 0,-1 0 0 0 0,0-1 0 0 0,0 1 0 0 0,1 0 0 0 0,-1 0 0 0 0,1 0 0 0 0,-1 0 0 0 0,1 0 0 0 0,-1 0 0 0 0,1 0 0 0 0,-1-1 0 0 0,1 1 0 0 0,0 0 0 0 0,-1-1 0 0 0,1 1 0 0 0,0 0 0 0 0,0-1 0 0 0,-1 1-1 0 0,1-1 1 0 0,0 1 0 0 0,0-1 0 0 0,0 1 0 0 0,0-1 0 0 0,0 0 0 0 0,0 1 0 0 0,0-1 0 0 0,0 0 0 0 0,0 0 0 0 0,0 0 0 0 0,1 1 0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4:05.103"/>
    </inkml:context>
    <inkml:brush xml:id="br0">
      <inkml:brushProperty name="width" value="0.1" units="cm"/>
      <inkml:brushProperty name="height" value="0.1" units="cm"/>
      <inkml:brushProperty name="color" value="#FFFFFF"/>
    </inkml:brush>
  </inkml:definitions>
  <inkml:trace contextRef="#ctx0" brushRef="#br0">0 1 2991 0 0,'2'0'220'0'0,"16"3"1231"0"0,1-1-1 0 0,-1 0 1 0 0,1-1-1 0 0,33-4 0 0 0,20 1 1309 0 0,-28 1-2409 0 0,-26 0-2554 0 0,-12 1 861 0 0,11-1-2963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4:06.115"/>
    </inkml:context>
    <inkml:brush xml:id="br0">
      <inkml:brushProperty name="width" value="0.1" units="cm"/>
      <inkml:brushProperty name="height" value="0.1" units="cm"/>
      <inkml:brushProperty name="color" value="#FFFFFF"/>
    </inkml:brush>
  </inkml:definitions>
  <inkml:trace contextRef="#ctx0" brushRef="#br0">0 21 3567 0 0,'0'0'278'0'0,"4"-13"3358"0"0,6 6-419 0 0,-10 7-3119 0 0,0 0 0 0 0,0 0 0 0 0,1 0 0 0 0,-1 0-1 0 0,0 0 1 0 0,0 0 0 0 0,1 0 0 0 0,-1 0 0 0 0,0 0-1 0 0,1 0 1 0 0,-1 0 0 0 0,3 2 1076 0 0,-3-1-1077 0 0,1 1 124 0 0,0 0 0 0 0,1 1 0 0 0,-2-1 0 0 0,1 1 0 0 0,0 0-1 0 0,0 3 1 0 0,0-3-431 0 0,4 23 575 0 0,2 48 0 0 0,-1-12 52 0 0,28 105 281 0 0,-21-120-402 0 0,-3 0 0 0 0,7 86 1 0 0,-21-76 45 0 0,6-47-271 0 0,-1-9-55 0 0,1-1-1 0 0,-1 0 1 0 0,1 1 0 0 0,0-1 0 0 0,-1 0 0 0 0,1 0-1 0 0,0 0 1 0 0,-1 0 0 0 0,1-1 0 0 0,0 1 0 0 0,-1 0-1 0 0,3-1 1 0 0,66-21 259 0 0,-18 13-268 0 0,-1 3 1 0 0,55 0-1 0 0,-49 4 21 0 0,77-12-1 0 0,-130 13-47 0 0,0 0-1 0 0,0 1 1 0 0,-1-1 0 0 0,1-1-1 0 0,0 1 1 0 0,0 0 0 0 0,-1-1-1 0 0,1 0 1 0 0,0 0 0 0 0,4-4-1 0 0,-2 0-99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4:20.733"/>
    </inkml:context>
    <inkml:brush xml:id="br0">
      <inkml:brushProperty name="width" value="0.1" units="cm"/>
      <inkml:brushProperty name="height" value="0.1" units="cm"/>
      <inkml:brushProperty name="color" value="#E71224"/>
    </inkml:brush>
  </inkml:definitions>
  <inkml:trace contextRef="#ctx0" brushRef="#br0">3905 540 3071 0 0,'-1'0'64'0'0,"0"0"0"0"0,0 0 0 0 0,0 0 0 0 0,0 0-1 0 0,0 0 1 0 0,1 0 0 0 0,-1 0 0 0 0,0 0 0 0 0,0 0-1 0 0,0-1 1 0 0,1 1 0 0 0,-1 0 0 0 0,0-1 0 0 0,0 1-1 0 0,0-1 1 0 0,1 1 0 0 0,-1-1 0 0 0,0 1 0 0 0,1-1-1 0 0,-1 1 1 0 0,1-1 0 0 0,-1 0 0 0 0,0 1 0 0 0,1-1-1 0 0,-1 0 1 0 0,1 1 0 0 0,0-1 0 0 0,-1 0 0 0 0,1 0-1 0 0,0 1 1 0 0,-1-1 0 0 0,1 0 0 0 0,0 0 0 0 0,0 0-1 0 0,-1 0 1 0 0,1 1 0 0 0,0-1 0 0 0,0 0 0 0 0,0 0-1 0 0,0 0 1 0 0,0 0 0 0 0,1 0 0 0 0,-1 1 0 0 0,0-1-1 0 0,0 0 1 0 0,1-1 0 0 0,-4-6 180 0 0,3 8-234 0 0,-1-1 1 0 0,1 1-1 0 0,0 0 1 0 0,0-1 0 0 0,-1 1-1 0 0,1-1 1 0 0,0 1 0 0 0,0 0-1 0 0,0-1 1 0 0,-1 1 0 0 0,1-1-1 0 0,0 1 1 0 0,0-1-1 0 0,0 1 1 0 0,0-1 0 0 0,0 1-1 0 0,0 0 1 0 0,0-1 0 0 0,0 1-1 0 0,0-1 1 0 0,0 1-1 0 0,0-1 1 0 0,0 0 0 0 0,1-1 111 0 0,0-1 1 0 0,-1 0-1 0 0,0 0 1 0 0,0 0-1 0 0,0 1 1 0 0,0-1-1 0 0,0-4 1 0 0,-1 4-46 0 0,1 1 1 0 0,0-1 0 0 0,0 0-1 0 0,0 1 1 0 0,0-1 0 0 0,0 0-1 0 0,1 1 1 0 0,0-4-1 0 0,-1 5-66 0 0,0 1 0 0 0,0-1 0 0 0,1 1 0 0 0,-1-1 0 0 0,0 1 0 0 0,0-1 0 0 0,0 0 0 0 0,0 1 0 0 0,0-1 0 0 0,0 1 0 0 0,0-1 0 0 0,-1 1 0 0 0,1-1 0 0 0,0 1 0 0 0,0-1-1 0 0,0 0 1 0 0,0 1 0 0 0,-1-1 0 0 0,1 1 0 0 0,0-1 0 0 0,-1 1 0 0 0,1-1 0 0 0,0 1 0 0 0,-1 0 0 0 0,1-1 0 0 0,0 1 0 0 0,-1-1 0 0 0,0 1 4 0 0,1-1 1 0 0,-1 1-1 0 0,1-1 1 0 0,-1 1-1 0 0,1-1 1 0 0,0 1-1 0 0,-1-1 1 0 0,1 0-1 0 0,0 1 1 0 0,0-1-1 0 0,-1 1 1 0 0,1-1-1 0 0,0 0 1 0 0,0 1-1 0 0,0-1 1 0 0,0 0-1 0 0,-1 1 1 0 0,1-1-1 0 0,0 0 1 0 0,0 0-1 0 0,2-8 168 0 0,-1 7-119 0 0,-1 0 0 0 0,1-1 0 0 0,-1 1 0 0 0,0 0 1 0 0,0 0-1 0 0,0-1 0 0 0,0-3 0 0 0,-4-21 574 0 0,-8-71 308 0 0,8 70-660 0 0,3 23-199 0 0,0-1-1 0 0,0 0 1 0 0,1-11-1 0 0,0 15-65 0 0,0-1 0 0 0,1 1 0 0 0,-1-1 1 0 0,0 1-1 0 0,0-1 0 0 0,-1 1 0 0 0,1-1 0 0 0,0 1 0 0 0,-1-1 0 0 0,1 1 0 0 0,-1 0 0 0 0,0-1 0 0 0,0 1 0 0 0,0 0 0 0 0,0 0 0 0 0,0 0 0 0 0,-1-1 0 0 0,-1-1 0 0 0,3 3-11 0 0,-1 1 1 0 0,1-1-1 0 0,0 0 0 0 0,-1 0 0 0 0,1 1 0 0 0,0-1 0 0 0,0 0 0 0 0,0 0 1 0 0,0 0-1 0 0,-1 0 0 0 0,1 1 0 0 0,0-1 0 0 0,0 0 0 0 0,1-1 0 0 0,-2-11 158 0 0,0 13-161 0 0,1-1 0 0 0,0 1 0 0 0,0-1 0 0 0,0 1-1 0 0,0-1 1 0 0,-1 0 0 0 0,1 1 0 0 0,0-1 0 0 0,0 1-1 0 0,0-1 1 0 0,0 1 0 0 0,0-1 0 0 0,1 0 0 0 0,-1 1 0 0 0,0-1-1 0 0,0 0 1 0 0,0 1-4 0 0,0-1 0 0 0,1 1 0 0 0,-1 0 0 0 0,0-1 0 0 0,0 1 0 0 0,0-1 0 0 0,0 1 0 0 0,0 0 0 0 0,0-1 0 0 0,0 1 0 0 0,0-1 0 0 0,0 1 0 0 0,0 0 0 0 0,0-1 0 0 0,0 1 0 0 0,0 0 0 0 0,-1-1 0 0 0,1 1 0 0 0,0-1 1 0 0,0 1-1 0 0,0 0 0 0 0,0-1 0 0 0,-1 1 0 0 0,1 0 0 0 0,0-1 0 0 0,-1 1 0 0 0,3-21-17 0 0,-8 11 41 0 0,6 9-23 0 0,-1 0-1 0 0,0 1 1 0 0,1-1-1 0 0,-1 0 1 0 0,1 0 0 0 0,-1 0-1 0 0,1 0 1 0 0,-1 0-1 0 0,1 0 1 0 0,0 0-1 0 0,-1 0 1 0 0,1 0-1 0 0,0-1 1 0 0,0 1-1 0 0,0 0 1 0 0,0 0-1 0 0,0-2 1 0 0,0 2-1 0 0,0-1 0 0 0,-1 1-1 0 0,1 0 1 0 0,-1-1 0 0 0,1 1 0 0 0,-1 0 0 0 0,1 0-1 0 0,-1-1 1 0 0,0 1 0 0 0,1 0 0 0 0,-1 0 0 0 0,0 0-1 0 0,0 0 1 0 0,0 0 0 0 0,0 0 0 0 0,0 0 0 0 0,0 0-1 0 0,-2-1 1 0 0,-2-1-3 0 0,-1 0 0 0 0,1 0 0 0 0,0 0 0 0 0,-8-2 0 0 0,11 4 0 0 0,0 1 0 0 0,1-1 0 0 0,-1 0 0 0 0,0 1 0 0 0,0-1 0 0 0,0 1 0 0 0,0 0 0 0 0,0 0 0 0 0,0-1 0 0 0,0 1 0 0 0,-3 1 0 0 0,-7-2 0 0 0,4-1 7 0 0,0 1 0 0 0,1 0 0 0 0,-1 0-1 0 0,0 0 1 0 0,0 1 0 0 0,1 0 0 0 0,-16 3 0 0 0,-54 14 68 0 0,54-10-69 0 0,-81 20-6 0 0,51-16 19 0 0,-43 8 26 0 0,63-17-19 0 0,24-2-13 0 0,0 1 0 0 0,-16 2-1 0 0,-64 14 62 0 0,32-6 8 0 0,-22 2 18 0 0,-26 4-100 0 0,12-1 0 0 0,-110 3 128 0 0,73-11-128 0 0,82-3 12 0 0,31-5 21 0 0,-22-1 0 0 0,27 0-34 0 0,0 1 0 0 0,0 0 0 0 0,-1 0-1 0 0,-11 3 1 0 0,-233 33 829 0 0,129-22-1444 0 0,-466 52 636 0 0,413-48-22 0 0,-144 10 140 0 0,140-12-143 0 0,31-2 64 0 0,86-12-49 0 0,-84-7 1 0 0,37 2-46 0 0,96 2 58 0 0,-25 3-1 0 0,4-1-13 0 0,4 3-1248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4:25.150"/>
    </inkml:context>
    <inkml:brush xml:id="br0">
      <inkml:brushProperty name="width" value="0.1" units="cm"/>
      <inkml:brushProperty name="height" value="0.1" units="cm"/>
      <inkml:brushProperty name="color" value="#FFFFFF"/>
    </inkml:brush>
  </inkml:definitions>
  <inkml:trace contextRef="#ctx0" brushRef="#br0">387 254 4607 0 0,'-3'-8'3860'0'0,"2"8"-3786"0"0,0 0 24 0 0,4 4-2 0 0,7 10-16 0 0,-6 1-10 0 0,3 2-21 0 0,-5-9-27 0 0,1-1 1 0 0,0 0 0 0 0,0 0 0 0 0,6 9-1 0 0,-5-11-2 0 0,0-1 0 0 0,1 0 0 0 0,-1 0 0 0 0,1 0 0 0 0,0-1 0 0 0,0 1 0 0 0,1-1 0 0 0,-1 0 0 0 0,10 3 0 0 0,-14-6 2 0 0,0 1 0 0 0,0-1-1 0 0,0 0 1 0 0,0 0 0 0 0,0 0 0 0 0,0 0-1 0 0,0 0 1 0 0,0 0 0 0 0,0 0-1 0 0,0 0 1 0 0,0-1 0 0 0,0 1-1 0 0,0 0 1 0 0,0 0 0 0 0,0-1 0 0 0,0 1-1 0 0,0-1 1 0 0,0 1 0 0 0,0-1-1 0 0,0 1 1 0 0,0-2 0 0 0,0 2-8 0 0,0-1 1 0 0,0 0 0 0 0,0 0-1 0 0,0 0 1 0 0,0 0 0 0 0,0 0-1 0 0,0 0 1 0 0,0 0 0 0 0,-1 0-1 0 0,1 0 1 0 0,-1 0 0 0 0,1 0-1 0 0,0 0 1 0 0,-1-1 0 0 0,0 1 0 0 0,1 0-1 0 0,-1 0 1 0 0,0-1 0 0 0,0 1-1 0 0,1-2 1 0 0,-2-29 470 0 0,0 17-236 0 0,-2-111 247 0 0,2 122-496 0 0,1 0 0 0 0,-1 0 0 0 0,0-1 0 0 0,0 1 0 0 0,-3-8 0 0 0,1 3 0 0 0,0 2 71 0 0,0 1 0 0 0,0 0-1 0 0,-6-8 1 0 0,8 13-78 0 0,-1 1 32 0 0,1 0 0 0 0,-1 0 0 0 0,1 0 0 0 0,-1 0-1 0 0,1 1 1 0 0,-1-1 0 0 0,1 1 0 0 0,0-1 0 0 0,-1 1-1 0 0,1-1 1 0 0,0 1 0 0 0,-1 0 0 0 0,1 0 0 0 0,-1 1-1 0 0,-1 0-21 0 0,-12 10-9 0 0,13-8 19 0 0,0 0 1 0 0,0 0-1 0 0,0 0 1 0 0,-2 7-1 0 0,-1 0 0 0 0,-1 0-1 0 0,0-1 1 0 0,0 1-1 0 0,-1-1 1 0 0,-1 0-1 0 0,-9 10 0 0 0,2-3-27 0 0,11-11 63 0 0,-1-1 0 0 0,0 0 0 0 0,0 0 0 0 0,0-1 0 0 0,-1 1-1 0 0,0-1 1 0 0,0 0 0 0 0,0-1 0 0 0,0 1 0 0 0,0-1 0 0 0,-14 4 0 0 0,19-6-41 0 0,-3 0 92 0 0,0-1 1 0 0,0 1 0 0 0,0-1 0 0 0,-7 1 0 0 0,1-1 67 0 0,8 0-142 0 0,-1 0-1 0 0,1 0 0 0 0,0 0 1 0 0,-1-1-1 0 0,1 1 0 0 0,-1-1 0 0 0,1 1 1 0 0,0-1-1 0 0,0 0 0 0 0,-1 0 1 0 0,1 0-1 0 0,0 0 0 0 0,0-1 1 0 0,0 1-1 0 0,0-1 0 0 0,0 1 1 0 0,0-1-1 0 0,1 1 0 0 0,-1-1 0 0 0,0 0 1 0 0,1 0-1 0 0,0 0 0 0 0,-1 0 1 0 0,1 0-1 0 0,-2-4 0 0 0,-1-3 32 0 0,0 0-1 0 0,1 0 1 0 0,0 0-1 0 0,1-1 1 0 0,0 1-1 0 0,0-1 1 0 0,0-13-1 0 0,3-69 389 0 0,0 28-606 0 0,-1 62 20 0 0,0 0 22 0 0,1-18 108 0 0,-1 19 35 0 0,-2-3 12 0 0,-2 1-47 0 0,-4 23 2 0 0,3-5 11 0 0,0 0-1 0 0,1 0 0 0 0,1 1 1 0 0,-3 27-1 0 0,-3 17-12 0 0,3-39-2 0 0,0 0 0 0 0,-2 0 0 0 0,0-1 1 0 0,-1 0-1 0 0,-1 0 0 0 0,-21 30 1 0 0,2-9-804 0 0,16-23-3096 0 0,6-9-211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4:25.632"/>
    </inkml:context>
    <inkml:brush xml:id="br0">
      <inkml:brushProperty name="width" value="0.1" units="cm"/>
      <inkml:brushProperty name="height" value="0.1" units="cm"/>
      <inkml:brushProperty name="color" value="#FFFFFF"/>
    </inkml:brush>
  </inkml:definitions>
  <inkml:trace contextRef="#ctx0" brushRef="#br0">39 1 4607 0 0,'0'0'382'0'0,"0"0"-350"0"0,1 0-1 0 0,-1 0 1 0 0,0 0 0 0 0,0 0 0 0 0,0 1 0 0 0,1-1 0 0 0,-1 0 0 0 0,0 0-1 0 0,0 0 1 0 0,0 1 0 0 0,0-1 0 0 0,0 0 0 0 0,1 0 0 0 0,-1 1 0 0 0,0-1-1 0 0,0 0 1 0 0,0 0 0 0 0,0 1 0 0 0,0-1 0 0 0,0 0 0 0 0,0 0 0 0 0,0 1-1 0 0,0-1 1 0 0,0 0 0 0 0,0 0 0 0 0,0 1 0 0 0,0-1 0 0 0,-1 27 1246 0 0,2-15-1101 0 0,-1 0 0 0 0,-1 16 0 0 0,0 18 123 0 0,3 23 442 0 0,-4 1 0 0 0,-15 102 0 0 0,0 6-143 0 0,14-145-531 0 0,0 40-893 0 0,4-51-2786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4:25.934"/>
    </inkml:context>
    <inkml:brush xml:id="br0">
      <inkml:brushProperty name="width" value="0.1" units="cm"/>
      <inkml:brushProperty name="height" value="0.1" units="cm"/>
      <inkml:brushProperty name="color" value="#FFFFFF"/>
    </inkml:brush>
  </inkml:definitions>
  <inkml:trace contextRef="#ctx0" brushRef="#br0">242 0 2471 0 0,'0'0'1516'0'0,"-6"13"452"0"0,2-2-1566 0 0,-53 121 2075 0 0,36-94-1934 0 0,-47 65-1 0 0,68-103-540 0 0,-5 7 26 0 0,0 0 0 0 0,-1-1 0 0 0,1 1 1 0 0,-2-1-1 0 0,-12 10 0 0 0,15-14-356 0 0,1 1 0 0 0,-1-1 0 0 0,1 1 1 0 0,0 0-1 0 0,0 0 0 0 0,0 1 0 0 0,0-1 0 0 0,-3 6 0 0 0,0 0-2748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4:26.865"/>
    </inkml:context>
    <inkml:brush xml:id="br0">
      <inkml:brushProperty name="width" value="0.1" units="cm"/>
      <inkml:brushProperty name="height" value="0.1" units="cm"/>
      <inkml:brushProperty name="color" value="#FFFFFF"/>
    </inkml:brush>
  </inkml:definitions>
  <inkml:trace contextRef="#ctx0" brushRef="#br0">1192 0 5535 0 0,'-1'5'42'0'0,"0"-1"0"0"0,-1 0 1 0 0,1 1-1 0 0,-1-1 0 0 0,0 0 0 0 0,-4 6 0 0 0,-4 11 561 0 0,7-14-426 0 0,-1-1 0 0 0,1 0 0 0 0,-1 0 1 0 0,0-1-1 0 0,-1 1 0 0 0,-7 7 0 0 0,-35 29 995 0 0,43-39-1100 0 0,-16 11 212 0 0,0 0 0 0 0,-1-2 1 0 0,0 0-1 0 0,-1-2 1 0 0,0 0-1 0 0,-42 11 0 0 0,2-4-38 0 0,-1-3 0 0 0,-68 6 0 0 0,82-15-242 0 0,0-3 1 0 0,0-1 0 0 0,-50-7 0 0 0,77 4-5 0 0,1-1 1 0 0,-1-1-1 0 0,1-2 0 0 0,1 0 1 0 0,-1-1-1 0 0,1 0 0 0 0,0-2 1 0 0,1-1-1 0 0,-25-15 0 0 0,40 22-18 0 0,0 0-1 0 0,0 0 0 0 0,0 0 0 0 0,1-1 1 0 0,-1 1-1 0 0,1-1 0 0 0,0 0 1 0 0,0 0-1 0 0,-4-7 0 0 0,6 9 6 0 0,1 0 0 0 0,-1 0 0 0 0,1 1-1 0 0,-1-1 1 0 0,1 0 0 0 0,-1 0 0 0 0,1 0 0 0 0,0 0 0 0 0,0 0-1 0 0,0 0 1 0 0,0 0 0 0 0,0 0 0 0 0,0 0 0 0 0,1 0 0 0 0,-1 1-1 0 0,1-1 1 0 0,-1 0 0 0 0,1 0 0 0 0,0 0 0 0 0,0 1 0 0 0,0-1-1 0 0,0 0 1 0 0,0 1 0 0 0,0-1 0 0 0,0 0 0 0 0,0 1 0 0 0,3-2-1 0 0,-1-1 10 0 0,1 0-1 0 0,0 0 0 0 0,0 0 1 0 0,1 1-1 0 0,-1 0 1 0 0,1 0-1 0 0,0 0 0 0 0,-1 1 1 0 0,1-1-1 0 0,0 1 0 0 0,1 0 1 0 0,-1 1-1 0 0,0-1 0 0 0,0 1 1 0 0,1 0-1 0 0,-1 1 1 0 0,1-1-1 0 0,9 1 0 0 0,0 3-12 0 0,-11 0-20 0 0,-3-1 11 0 0,4 3 55 0 0,0-1 0 0 0,0 1-1 0 0,-1 0 1 0 0,1 1-1 0 0,-1-1 1 0 0,-1 1 0 0 0,1 0-1 0 0,-1 0 1 0 0,0 0 0 0 0,0 0-1 0 0,-1 0 1 0 0,1 1-1 0 0,-2-1 1 0 0,3 11 0 0 0,-2-3 72 0 0,-1 1 1 0 0,0-1-1 0 0,-1 0 1 0 0,0 1-1 0 0,-5 25 1 0 0,0-17-83 0 0,-2 0 1 0 0,0 0-1 0 0,-20 40 1 0 0,16-38-17 0 0,-2 1 96 0 0,0-2 0 0 0,-31 43-1 0 0,34-54 33 0 0,-2-1-1 0 0,-18 17 0 0 0,23-23-121 0 0,-5 4-529 0 0,0 0 0 0 0,0-1 0 0 0,-1-1 0 0 0,-1 0 0 0 0,0 0 0 0 0,-16 5 0 0 0,18-8-3408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4:27.318"/>
    </inkml:context>
    <inkml:brush xml:id="br0">
      <inkml:brushProperty name="width" value="0.1" units="cm"/>
      <inkml:brushProperty name="height" value="0.1" units="cm"/>
      <inkml:brushProperty name="color" value="#FFFFFF"/>
    </inkml:brush>
  </inkml:definitions>
  <inkml:trace contextRef="#ctx0" brushRef="#br0">6 128 4287 0 0,'-5'-19'196'0'0,"5"14"108"0"0,3 12 728 0 0,-2-5-928 0 0,0-1 0 0 0,0 1 0 0 0,0-1 0 0 0,0 0-1 0 0,0 1 1 0 0,0-1 0 0 0,0 0 0 0 0,0 0 0 0 0,1 0 0 0 0,-1 0-1 0 0,0 0 1 0 0,1 0 0 0 0,-1 0 0 0 0,0 0 0 0 0,1 0-1 0 0,0-1 1 0 0,-1 1 0 0 0,1-1 0 0 0,-1 1 0 0 0,1-1-1 0 0,3 1 1 0 0,-1 0-31 0 0,0-1-1 0 0,1 0 1 0 0,-1 0-1 0 0,0 0 1 0 0,0 0-1 0 0,1-1 1 0 0,4 0-1 0 0,-2-2 236 0 0,0 1 0 0 0,-1-1 0 0 0,12-6 0 0 0,2-2 442 0 0,-18 10-520 0 0,2-11 326 0 0,-4 11-548 0 0,0 0 1 0 0,1 1 0 0 0,-1-1-1 0 0,1 1 1 0 0,-1-1-1 0 0,0 0 1 0 0,0 1-1 0 0,1-1 1 0 0,-1 0 0 0 0,0 0-1 0 0,0 1 1 0 0,0-1-1 0 0,0 0 1 0 0,0 1 0 0 0,0-1-1 0 0,0 0 1 0 0,0 0-1 0 0,0 1 1 0 0,0-1-1 0 0,0 0 1 0 0,-1 1 0 0 0,1-1-1 0 0,0 0 1 0 0,0 1-1 0 0,-1-1 1 0 0,1 0-1 0 0,0 1 1 0 0,-1-1 0 0 0,1 1-1 0 0,-1-2 1 0 0,-5-4 97 0 0,1-1 0 0 0,-1 1 0 0 0,0 0-1 0 0,0 1 1 0 0,-1 0 0 0 0,0 0 0 0 0,0 0 0 0 0,0 1 0 0 0,0 0 0 0 0,-1 0 0 0 0,1 1 0 0 0,-16-5 0 0 0,18 7-443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4:27.879"/>
    </inkml:context>
    <inkml:brush xml:id="br0">
      <inkml:brushProperty name="width" value="0.1" units="cm"/>
      <inkml:brushProperty name="height" value="0.1" units="cm"/>
      <inkml:brushProperty name="color" value="#FFFFFF"/>
    </inkml:brush>
  </inkml:definitions>
  <inkml:trace contextRef="#ctx0" brushRef="#br0">1160 74 3567 0 0,'-4'6'65'0'0,"0"-1"0"0"0,-1 1-1 0 0,0-1 1 0 0,0-1-1 0 0,-1 1 1 0 0,1-1-1 0 0,-1 0 1 0 0,0 0-1 0 0,-9 5 1 0 0,-19 12 481 0 0,26-15-384 0 0,1-1 0 0 0,-1 0 0 0 0,-14 6 0 0 0,-21 7 371 0 0,-19 8 33 0 0,-23 11 103 0 0,75-34-607 0 0,-15 6 134 0 0,0-2 1 0 0,0 0 0 0 0,-39 4-1 0 0,-97-6 214 0 0,134-7-328 0 0,-1 0-1 0 0,1-2 1 0 0,-51-13-1 0 0,-26-21 379 0 0,70 24-248 0 0,22 9-175 0 0,0-1-1 0 0,0-1 0 0 0,0 0 1 0 0,1-1-1 0 0,1 0 1 0 0,-16-14-1 0 0,-52-62 159 0 0,64 68-189 0 0,10 11-53 0 0,0 1-399 0 0,0 0 1 0 0,1 0-1 0 0,0 0 0 0 0,0-1 1 0 0,-3-7-1 0 0,-2-6-2633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4:28.082"/>
    </inkml:context>
    <inkml:brush xml:id="br0">
      <inkml:brushProperty name="width" value="0.1" units="cm"/>
      <inkml:brushProperty name="height" value="0.1" units="cm"/>
      <inkml:brushProperty name="color" value="#FFFFFF"/>
    </inkml:brush>
  </inkml:definitions>
  <inkml:trace contextRef="#ctx0" brushRef="#br0">1 59 2303 0 0,'20'-10'200'0'0,"-4"6"-200"0"0,7-1 0 0 0,-2 1 0 0 0,-1-4 256 0 0,35 0 0 0 0,28 2 8 0 0,-8 0 0 0 0,-18-1-264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2-01T18:16:55.133"/>
    </inkml:context>
    <inkml:brush xml:id="br0">
      <inkml:brushProperty name="width" value="0.1" units="cm"/>
      <inkml:brushProperty name="height" value="0.1" units="cm"/>
      <inkml:brushProperty name="color" value="#E71224"/>
    </inkml:brush>
  </inkml:definitions>
  <inkml:trace contextRef="#ctx0" brushRef="#br0">193 2458 16011,'-192'-2457'0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6:57.333"/>
    </inkml:context>
    <inkml:brush xml:id="br0">
      <inkml:brushProperty name="width" value="0.1" units="cm"/>
      <inkml:brushProperty name="height" value="0.1" units="cm"/>
      <inkml:brushProperty name="color" value="#E71224"/>
    </inkml:brush>
  </inkml:definitions>
  <inkml:trace contextRef="#ctx0" brushRef="#br0">0 70 2471 0 0,'0'0'2131'0'0,"16"0"-1820"0"0,35-2 683 0 0,-30 1-656 0 0,1 0-1 0 0,-1 2 1 0 0,23 2 0 0 0,-22 0 212 0 0,1 0 0 0 0,43-3-1 0 0,44-10 1013 0 0,14-1-312 0 0,-62 8-627 0 0,77-12 0 0 0,-126 12-1031 0 0,0-1 0 0 0,16-6 0 0 0,6-4-4472 0 0,-24 9 1898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6:59.671"/>
    </inkml:context>
    <inkml:brush xml:id="br0">
      <inkml:brushProperty name="width" value="0.1" units="cm"/>
      <inkml:brushProperty name="height" value="0.1" units="cm"/>
      <inkml:brushProperty name="color" value="#FFFFFF"/>
    </inkml:brush>
  </inkml:definitions>
  <inkml:trace contextRef="#ctx0" brushRef="#br0">255 8 3599 0 0,'0'0'278'0'0,"-3"-3"-172"0"0,-7 2 94 0 0,-1-1 0 0 0,0 1-1 0 0,0 1 1 0 0,0 0 0 0 0,0 1-1 0 0,0 0 1 0 0,0 0 0 0 0,0 1-1 0 0,0 1 1 0 0,0 0 0 0 0,-10 4-1 0 0,13-4-49 0 0,1 0 0 0 0,0 0 0 0 0,-1 1-1 0 0,1 0 1 0 0,1 1 0 0 0,-1-1 0 0 0,1 1-1 0 0,-1 0 1 0 0,1 1 0 0 0,1 0 0 0 0,-1 0-1 0 0,1 0 1 0 0,0 0 0 0 0,1 1 0 0 0,-8 13-1 0 0,11-18-145 0 0,0 0-1 0 0,1 0 0 0 0,-1 0 0 0 0,1 0 0 0 0,-1 0 0 0 0,1 0 0 0 0,0 0 1 0 0,0 0-1 0 0,0 0 0 0 0,0 0 0 0 0,0 0 0 0 0,0 0 0 0 0,0 0 1 0 0,1 0-1 0 0,-1 0 0 0 0,1 0 0 0 0,-1 0 0 0 0,1-1 0 0 0,0 1 0 0 0,0 0 1 0 0,0 0-1 0 0,0 0 0 0 0,0-1 0 0 0,0 1 0 0 0,0-1 0 0 0,1 1 1 0 0,-1-1-1 0 0,0 1 0 0 0,1-1 0 0 0,-1 0 0 0 0,3 2 0 0 0,5 3 26 0 0,0 0 0 0 0,1-1 0 0 0,0 0 0 0 0,15 5 0 0 0,-17-7-19 0 0,3 2 13 0 0,7 1 6 0 0,0 2 0 0 0,0 0 0 0 0,22 16 0 0 0,-6-1 26 0 0,-13-10 67 0 0,-2 0 1 0 0,0 2-1 0 0,0 0 0 0 0,-1 1 1 0 0,23 27-1 0 0,-38-39-32 0 0,0 0 0 0 0,0 1 0 0 0,0-1 0 0 0,-1 1 0 0 0,0 0 0 0 0,0-1 0 0 0,0 1 0 0 0,0 0-1 0 0,-1 0 1 0 0,0 0 0 0 0,0 1 0 0 0,0-1 0 0 0,0 0 0 0 0,-1 9 0 0 0,-1-10-2 0 0,1 0 0 0 0,-1 0 0 0 0,0 0 1 0 0,0 0-1 0 0,0 0 0 0 0,-1-1 0 0 0,1 1 0 0 0,-1 0 1 0 0,0-1-1 0 0,0 1 0 0 0,0-1 0 0 0,-1 1 0 0 0,1-1 0 0 0,-1 0 1 0 0,1 0-1 0 0,-1 0 0 0 0,0 0 0 0 0,-7 4 0 0 0,2-2 30 0 0,0 0 0 0 0,-1-1 0 0 0,1 0-1 0 0,-1-1 1 0 0,0 0 0 0 0,0 0 0 0 0,0 0-1 0 0,0-2 1 0 0,0 1 0 0 0,-17 0 0 0 0,9-1-49 0 0,0-2 1 0 0,0 0-1 0 0,1-1 0 0 0,-1 0 1 0 0,-18-6-1 0 0,24 5 4 0 0,1-1 0 0 0,-1 1-1 0 0,1-2 1 0 0,0 1 0 0 0,1-1 0 0 0,-10-7-1 0 0,15 9-167 0 0,1 1 0 0 0,0-1-1 0 0,-1 0 1 0 0,1 0 0 0 0,0-1 0 0 0,1 1-1 0 0,-5-7 1 0 0,5 7-202 0 0,1 1 1 0 0,0-1-1 0 0,0 1 0 0 0,0-1 1 0 0,1 1-1 0 0,-1-1 0 0 0,0 1 1 0 0,1-1-1 0 0,0 0 0 0 0,0 0 1 0 0,0 1-1 0 0,0-1 0 0 0,0-4 1 0 0,4-6-4130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05.821"/>
    </inkml:context>
    <inkml:brush xml:id="br0">
      <inkml:brushProperty name="width" value="0.1" units="cm"/>
      <inkml:brushProperty name="height" value="0.1" units="cm"/>
      <inkml:brushProperty name="color" value="#FFFFFF"/>
    </inkml:brush>
  </inkml:definitions>
  <inkml:trace contextRef="#ctx0" brushRef="#br0">14 1 2791 0 0,'8'4'3624'0'0,"-6"1"-3517"0"0,0-1 0 0 0,-1 1-1 0 0,1 0 1 0 0,-1 0-1 0 0,0 0 1 0 0,0 0-1 0 0,0 0 1 0 0,-1 0-1 0 0,0 0 1 0 0,0 7 0 0 0,-9 56 1642 0 0,7-55-1527 0 0,2-12-206 0 0,-18 136 1506 0 0,16-113-1342 0 0,1 1 0 0 0,1-1 0 0 0,6 39 0 0 0,-6-61-536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06.230"/>
    </inkml:context>
    <inkml:brush xml:id="br0">
      <inkml:brushProperty name="width" value="0.1" units="cm"/>
      <inkml:brushProperty name="height" value="0.1" units="cm"/>
      <inkml:brushProperty name="color" value="#FFFFFF"/>
    </inkml:brush>
  </inkml:definitions>
  <inkml:trace contextRef="#ctx0" brushRef="#br0">0 36 3311 0 0,'0'0'251'0'0,"9"-10"410"0"0,-2 6-561 0 0,1 1-1 0 0,0-1 0 0 0,0 1 1 0 0,0 1-1 0 0,0-1 0 0 0,0 1 0 0 0,0 1 1 0 0,1-1-1 0 0,-1 1 0 0 0,1 1 0 0 0,-1 0 1 0 0,1 0-1 0 0,-1 1 0 0 0,1 0 1 0 0,-1 0-1 0 0,0 1 0 0 0,1 0 0 0 0,-1 0 1 0 0,0 1-1 0 0,0 0 0 0 0,12 7 0 0 0,-15-7-44 0 0,0 0 0 0 0,0 1-1 0 0,0-1 1 0 0,0 1-1 0 0,-1 0 1 0 0,0 0-1 0 0,1 1 1 0 0,-2 0 0 0 0,1-1-1 0 0,0 1 1 0 0,-1 0-1 0 0,0 1 1 0 0,0-1-1 0 0,3 10 1 0 0,-5-12 7 0 0,0 0-1 0 0,-1 0 1 0 0,1 0-1 0 0,-1 0 1 0 0,0 1 0 0 0,0-1-1 0 0,0 0 1 0 0,0 0-1 0 0,0 0 1 0 0,-1 0 0 0 0,0 1-1 0 0,1-1 1 0 0,-1 0-1 0 0,0 0 1 0 0,0 0 0 0 0,-1 0-1 0 0,1-1 1 0 0,-3 6-1 0 0,0-4 24 0 0,1 0-1 0 0,0 1 1 0 0,-1-1-1 0 0,0-1 1 0 0,0 1-1 0 0,0 0 1 0 0,-1-1-1 0 0,1 0 1 0 0,-1 0 0 0 0,-5 2-1 0 0,5-2-34 0 0,0-1 0 0 0,0-1 0 0 0,0 1 0 0 0,0-1 0 0 0,0 0 0 0 0,-1 0 0 0 0,1 0 0 0 0,0-1 0 0 0,-11 0 0 0 0,-10-5-2769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06.777"/>
    </inkml:context>
    <inkml:brush xml:id="br0">
      <inkml:brushProperty name="width" value="0.1" units="cm"/>
      <inkml:brushProperty name="height" value="0.1" units="cm"/>
      <inkml:brushProperty name="color" value="#FFFFFF"/>
    </inkml:brush>
  </inkml:definitions>
  <inkml:trace contextRef="#ctx0" brushRef="#br0">1 1 2527 0 0,'0'0'6098'0'0,"5"6"-5380"0"0,-2-2-596 0 0,-1 0-1 0 0,0-1 1 0 0,0 1-1 0 0,0 0 1 0 0,-1 0-1 0 0,1 0 1 0 0,-1 0-1 0 0,0 0 1 0 0,0 0-1 0 0,0 7 1 0 0,0 7 189 0 0,-1 22 1 0 0,0-18 27 0 0,-2 19 3 0 0,1-15-40 0 0,2 32 1 0 0,0-51-394 0 0,0-5-481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07.180"/>
    </inkml:context>
    <inkml:brush xml:id="br0">
      <inkml:brushProperty name="width" value="0.1" units="cm"/>
      <inkml:brushProperty name="height" value="0.1" units="cm"/>
      <inkml:brushProperty name="color" value="#FFFFFF"/>
    </inkml:brush>
  </inkml:definitions>
  <inkml:trace contextRef="#ctx0" brushRef="#br0">193 158 2935 0 0,'-1'1'214'0'0,"-4"2"-74"0"0,1 0-1 0 0,-1 0 1 0 0,0 0 0 0 0,1 0 0 0 0,-1-1 0 0 0,-1 0 0 0 0,1 0-1 0 0,0 0 1 0 0,0-1 0 0 0,-1 0 0 0 0,1 0 0 0 0,-1 0-1 0 0,1-1 1 0 0,-1 1 0 0 0,1-1 0 0 0,-1-1 0 0 0,1 1 0 0 0,-1-1-1 0 0,1 0 1 0 0,0 0 0 0 0,-1 0 0 0 0,1-1 0 0 0,0 0-1 0 0,0 0 1 0 0,0 0 0 0 0,0-1 0 0 0,0 1 0 0 0,0-1 0 0 0,-7-7-1 0 0,10 9-94 0 0,-1-1 0 0 0,1 0 0 0 0,0 0 0 0 0,0 0 0 0 0,0 0 0 0 0,0 0 0 0 0,0-1 0 0 0,1 1 0 0 0,-1 0 0 0 0,1-1 0 0 0,-1 0 0 0 0,1 1 0 0 0,0-1 0 0 0,0 0 0 0 0,0 1-1 0 0,1-1 1 0 0,-1 0 0 0 0,0 0 0 0 0,1 0 0 0 0,0 0 0 0 0,0 1 0 0 0,0-1 0 0 0,0 0 0 0 0,0 0 0 0 0,0 0 0 0 0,1 0 0 0 0,0 0 0 0 0,-1 0 0 0 0,1 1 0 0 0,0-1 0 0 0,0 0 0 0 0,1 1-1 0 0,-1-1 1 0 0,0 1 0 0 0,1-1 0 0 0,0 1 0 0 0,-1 0 0 0 0,1-1 0 0 0,0 1 0 0 0,4-3 0 0 0,1-2 31 0 0,1 1-1 0 0,1 0 1 0 0,-1 0 0 0 0,1 1 0 0 0,0 0-1 0 0,11-4 1 0 0,-18 8-68 0 0,0 0 0 0 0,0 1 0 0 0,0-1-1 0 0,0 0 1 0 0,0 1 0 0 0,0 0 0 0 0,1-1 0 0 0,-1 1 0 0 0,0 0-1 0 0,0 0 1 0 0,0 0 0 0 0,0 0 0 0 0,1 1 0 0 0,-1-1 0 0 0,0 0-1 0 0,0 1 1 0 0,0 0 0 0 0,0-1 0 0 0,0 1 0 0 0,0 0 0 0 0,0 0-1 0 0,0 0 1 0 0,0 0 0 0 0,0 1 0 0 0,0-1 0 0 0,-1 0 0 0 0,1 1-1 0 0,-1-1 1 0 0,1 1 0 0 0,-1 0 0 0 0,1-1 0 0 0,-1 1 0 0 0,0 0-1 0 0,0 0 1 0 0,1 2 0 0 0,0 0 8 0 0,0 0 0 0 0,-1 0 1 0 0,0 1-1 0 0,0-1 0 0 0,0 0 0 0 0,0 0 1 0 0,-1 1-1 0 0,1-1 0 0 0,-1 0 0 0 0,-1 6 0 0 0,0 4-439 0 0,-7 25-1 0 0,4-16-1643 0 0,-1 3-1068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07.917"/>
    </inkml:context>
    <inkml:brush xml:id="br0">
      <inkml:brushProperty name="width" value="0.1" units="cm"/>
      <inkml:brushProperty name="height" value="0.1" units="cm"/>
      <inkml:brushProperty name="color" value="#FFFFFF"/>
    </inkml:brush>
  </inkml:definitions>
  <inkml:trace contextRef="#ctx0" brushRef="#br0">1 89 4199 0 0,'5'-6'5639'0'0,"-3"6"-5587"0"0,0 1-1 0 0,0-1 1 0 0,0 0 0 0 0,0 1-1 0 0,-1-1 1 0 0,1 1-1 0 0,0-1 1 0 0,0 1 0 0 0,0 0-1 0 0,-1 0 1 0 0,1 0 0 0 0,0 0-1 0 0,-1 0 1 0 0,1 0-1 0 0,-1 0 1 0 0,3 2 0 0 0,-1 1 70 0 0,0-1 0 0 0,-1 1 0 0 0,1 0 0 0 0,-1-1-1 0 0,1 1 1 0 0,2 8 0 0 0,0 1 138 0 0,-1 1-1 0 0,0 0 1 0 0,3 21-1 0 0,-7-5 101 0 0,0-19-142 0 0,0-11 40 0 0,0-3 154 0 0,0-5-400 0 0,1 0 0 0 0,0 0-1 0 0,0 1 1 0 0,1-1-1 0 0,0 0 1 0 0,1 1 0 0 0,5-12-1 0 0,29-49 169 0 0,-27 51-69 0 0,-3 7-102 0 0,0 0 0 0 0,0 1 0 0 0,1 0 0 0 0,0 0 0 0 0,1 1 0 0 0,0 0 0 0 0,11-7 0 0 0,-18 14-8 0 0,-1 0-1 0 0,1 0 0 0 0,-1 0 0 0 0,1 0 1 0 0,-1 0-1 0 0,1 1 0 0 0,-1-1 1 0 0,1 1-1 0 0,0-1 0 0 0,-1 1 0 0 0,1 0 1 0 0,0-1-1 0 0,-1 1 0 0 0,1 0 1 0 0,0 0-1 0 0,-1 0 0 0 0,1 1 0 0 0,0-1 1 0 0,-1 0-1 0 0,1 0 0 0 0,0 1 1 0 0,-1-1-1 0 0,1 1 0 0 0,0 0 0 0 0,-1-1 1 0 0,1 1-1 0 0,-1 0 0 0 0,0 0 1 0 0,1 0-1 0 0,-1 0 0 0 0,1 0 1 0 0,-1 0-1 0 0,0 1 0 0 0,0-1 0 0 0,0 0 1 0 0,1 2-1 0 0,6 5 9 0 0,-1 0 1 0 0,-1 0-1 0 0,1 1 0 0 0,-1 0 1 0 0,-1 0-1 0 0,0 1 0 0 0,0 0 1 0 0,-1 0-1 0 0,0 0 0 0 0,0 0 1 0 0,-1 0-1 0 0,-1 1 0 0 0,0 0 1 0 0,0-1-1 0 0,-1 1 0 0 0,0 0 1 0 0,-1 0-1 0 0,-2 15 0 0 0,-1 0 65 0 0,1-1-1 0 0,2 37 0 0 0,0-61-375 0 0,0 1 0 0 0,0-1 0 0 0,0 1 0 0 0,1-1 0 0 0,-1 0 0 0 0,1 1-1 0 0,-1-1 1 0 0,1 1 0 0 0,-1-1 0 0 0,1 0 0 0 0,0 0 0 0 0,0 1 0 0 0,-1-1 0 0 0,1 0 0 0 0,0 0-1 0 0,2 1 1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16.052"/>
    </inkml:context>
    <inkml:brush xml:id="br0">
      <inkml:brushProperty name="width" value="0.1" units="cm"/>
      <inkml:brushProperty name="height" value="0.1" units="cm"/>
      <inkml:brushProperty name="color" value="#E71224"/>
    </inkml:brush>
  </inkml:definitions>
  <inkml:trace contextRef="#ctx0" brushRef="#br0">128 1673 3367 0 0,'-2'-3'258'0'0,"-6"-13"-109"0"0,8 14-50 0 0,1 0 1 0 0,-1 0-1 0 0,0 0 0 0 0,1-1 0 0 0,-1 1 1 0 0,1 0-1 0 0,0 0 0 0 0,-1 0 0 0 0,1 0 1 0 0,2-3-1 0 0,0-1 317 0 0,-1 2-226 0 0,-1 0 0 0 0,0 0-1 0 0,0 0 1 0 0,-1 0 0 0 0,1-1 0 0 0,-1 1 0 0 0,0 0-1 0 0,0 0 1 0 0,0 0 0 0 0,0 0 0 0 0,-1-1-1 0 0,-1-5 1 0 0,0 3 0 0 0,-1 0 0 0 0,1 0 0 0 0,-1 0 0 0 0,0 1 0 0 0,-1-1 0 0 0,-5-6 0 0 0,7 9-7 0 0,0 0 0 0 0,0 0 0 0 0,1-1 0 0 0,-1 1 0 0 0,1-1 0 0 0,0 1 0 0 0,0-1-1 0 0,0-6 1 0 0,-3-9 354 0 0,-4-22 718 0 0,-3-72 1 0 0,5 43-524 0 0,-5-54-220 0 0,-10-62 398 0 0,12-32-531 0 0,9 200-379 0 0,1-28 114 0 0,2 1-1 0 0,10-57 1 0 0,-8 78-114 0 0,-2 10 0 0 0,3-25 0 0 0,-7-20-113 0 0,0 34 168 0 0,0 11-118 0 0,1 14-16 0 0,-3-6-11 0 0,1 1 36 0 0,-6-8-10 0 0,5 4 75 0 0,0-1 0 0 0,1 0-1 0 0,1 0 1 0 0,0 0 0 0 0,0-21-1 0 0,3 26-10 0 0,-8-28 0 0 0,5 29 0 0 0,-1 0 0 0 0,-4 1 0 0 0,5 3 0 0 0,0 0 0 0 0,0 0 0 0 0,0 0 0 0 0,0 0 0 0 0,1 0 0 0 0,-1 0 0 0 0,0 0 0 0 0,0 0 0 0 0,1 0 0 0 0,-1-1 0 0 0,1 1 0 0 0,-1 0 0 0 0,1 0 0 0 0,-1-1 0 0 0,1 1 0 0 0,0-2 0 0 0,-3-8 11 0 0,3 9 32 0 0,1 1-43 0 0,-1 0 1 0 0,0 0-1 0 0,1 1 1 0 0,-1-1-1 0 0,1 0 1 0 0,0 1 0 0 0,-1-1-1 0 0,1 1 1 0 0,-1-1-1 0 0,1 1 1 0 0,0-1 0 0 0,-1 1-1 0 0,1-1 1 0 0,0 1-1 0 0,0-1 1 0 0,-1 1-1 0 0,2-1 1 0 0,11-4-1 0 0,-3 1 0 0 0,-1 1 0 0 0,1 0 0 0 0,16-3 0 0 0,-12 3 0 0 0,-10 3 0 0 0,0-1 0 0 0,0 0 0 0 0,-1 1 0 0 0,1-1 0 0 0,0 1 0 0 0,0 0 0 0 0,6 1 0 0 0,2 0 0 0 0,5 0 21 0 0,0 1 0 0 0,25 6 0 0 0,15 1-20 0 0,-37-8 47 0 0,0-1-1 0 0,0 0 0 0 0,38-7 1 0 0,59-19-5 0 0,-1 0 23 0 0,-71 20-53 0 0,2 2 1 0 0,-1 2-1 0 0,62 6 0 0 0,-24 6-13 0 0,-59-10 0 0 0,-4 9-1109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18.129"/>
    </inkml:context>
    <inkml:brush xml:id="br0">
      <inkml:brushProperty name="width" value="0.1" units="cm"/>
      <inkml:brushProperty name="height" value="0.1" units="cm"/>
      <inkml:brushProperty name="color" value="#FFFFFF"/>
    </inkml:brush>
  </inkml:definitions>
  <inkml:trace contextRef="#ctx0" brushRef="#br0">18 36 5471 0 0,'-11'-36'4384'0'0,"15"39"-2760"0"0,-3-2-1559 0 0,0 0-1 0 0,0 0 1 0 0,0 1 0 0 0,0-1-1 0 0,0 0 1 0 0,0 0-1 0 0,0 1 1 0 0,0-1-1 0 0,0 1 1 0 0,-1-1 0 0 0,1 0-1 0 0,0 1 1 0 0,-1-1-1 0 0,1 1 1 0 0,-1 0 0 0 0,0 1-1 0 0,4 28 359 0 0,-3-29-365 0 0,0 60 427 0 0,-3-1 0 0 0,-15 101 0 0 0,10-104-311 0 0,7-54-202 0 0,-2 5-1028 0 0,1 0 1 0 0,1 0-1 0 0,0 0 0 0 0,1 18 1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18.620"/>
    </inkml:context>
    <inkml:brush xml:id="br0">
      <inkml:brushProperty name="width" value="0.1" units="cm"/>
      <inkml:brushProperty name="height" value="0.1" units="cm"/>
      <inkml:brushProperty name="color" value="#FFFFFF"/>
    </inkml:brush>
  </inkml:definitions>
  <inkml:trace contextRef="#ctx0" brushRef="#br0">1 229 2783 0 0,'4'-9'57'0'0,"0"0"-1"0"0,10-15 0 0 0,-5 12 105 0 0,0 0 1 0 0,1 1-1 0 0,11-10 0 0 0,-4 6 169 0 0,25-17-1 0 0,-2 6-138 0 0,-21 15-24 0 0,27-10 0 0 0,-33 16-71 0 0,0 0 1 0 0,1 1-1 0 0,-1 0 0 0 0,1 2 1 0 0,25-3-1 0 0,-34 4-38 0 0,1 1 0 0 0,-1 1 1 0 0,0-1-1 0 0,1 1 0 0 0,-1-1 0 0 0,0 2 0 0 0,0-1 0 0 0,1 0 0 0 0,-1 1 0 0 0,6 3 0 0 0,-9-3-27 0 0,0-1 1 0 0,0 0 0 0 0,0 1 0 0 0,0 0-1 0 0,0-1 1 0 0,0 1 0 0 0,-1 0-1 0 0,1 0 1 0 0,0 0 0 0 0,-1 0-1 0 0,0 0 1 0 0,0 0 0 0 0,1 1-1 0 0,-1-1 1 0 0,0 0 0 0 0,-1 1-1 0 0,1-1 1 0 0,0 1 0 0 0,-1-1-1 0 0,1 1 1 0 0,-1-1 0 0 0,0 1-1 0 0,0 3 1 0 0,0 0 27 0 0,-1 0 0 0 0,0 0 0 0 0,0 1 0 0 0,0-1 0 0 0,-1-1 0 0 0,0 1 0 0 0,0 0 0 0 0,-1 0 0 0 0,-5 9 0 0 0,-4 4 219 0 0,-19 23-1 0 0,20-28-166 0 0,-29 33 258 0 0,24-31-141 0 0,2 2 0 0 0,-18 26 0 0 0,31-42-218 0 0,0-1-1 0 0,0 1 1 0 0,0-1 0 0 0,0 1-1 0 0,0-1 1 0 0,1 1-1 0 0,-1 0 1 0 0,1-1-1 0 0,-1 1 1 0 0,1 0 0 0 0,0-1-1 0 0,0 1 1 0 0,-1 0-1 0 0,1 0 1 0 0,0-1-1 0 0,1 1 1 0 0,-1 0 0 0 0,0 0-1 0 0,0-1 1 0 0,2 4-1 0 0,-1-3 17 0 0,1 1 1 0 0,0 0-1 0 0,-1-1 0 0 0,1 0 1 0 0,0 1-1 0 0,0-1 0 0 0,1 0 0 0 0,-1 0 1 0 0,0 0-1 0 0,1-1 0 0 0,3 3 0 0 0,14 7 50 0 0,-16-9-61 0 0,0-1 1 0 0,1 2 0 0 0,-1-1 0 0 0,0 0-1 0 0,0 1 1 0 0,-1 0 0 0 0,1 0-1 0 0,0 0 1 0 0,-1 0 0 0 0,5 7-1 0 0,-7-9-1 0 0,-1 1-1 0 0,0 0 0 0 0,1-1 1 0 0,-1 1-1 0 0,0 0 0 0 0,0 0 1 0 0,0-1-1 0 0,0 1 0 0 0,0 0 1 0 0,0-1-1 0 0,0 1 0 0 0,-1 0 1 0 0,1 0-1 0 0,0-1 1 0 0,-1 1-1 0 0,0-1 0 0 0,1 1 1 0 0,-1 0-1 0 0,0-1 0 0 0,0 1 1 0 0,0-1-1 0 0,0 0 0 0 0,0 1 1 0 0,0-1-1 0 0,0 0 0 0 0,0 0 1 0 0,-3 2-1 0 0,-3 4 114 0 0,0-2 0 0 0,0 1 0 0 0,-15 7 0 0 0,-22 11 358 0 0,-1-2-1 0 0,-66 21 1 0 0,106-42-745 0 0,0 1 0 0 0,-1-1 0 0 0,1-1 0 0 0,-1 1 0 0 0,-9-1 0 0 0,9 0-633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19.372"/>
    </inkml:context>
    <inkml:brush xml:id="br0">
      <inkml:brushProperty name="width" value="0.1" units="cm"/>
      <inkml:brushProperty name="height" value="0.1" units="cm"/>
      <inkml:brushProperty name="color" value="#FFFFFF"/>
    </inkml:brush>
  </inkml:definitions>
  <inkml:trace contextRef="#ctx0" brushRef="#br0">56 13 3367 0 0,'7'-12'2435'0'0,"-8"14"-2323"0"0,0 1-1 0 0,1 0 1 0 0,-1-1 0 0 0,1 1 0 0 0,0-1-1 0 0,0 5 1 0 0,-1 2 54 0 0,-25 156 1451 0 0,0 9-19 0 0,21-130-948 0 0,3 88 0 0 0,3-114-744 0 0,0 0-492 0 0,0 0 0 0 0,1-1 0 0 0,9 35 0 0 0,-7-41-2706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19.826"/>
    </inkml:context>
    <inkml:brush xml:id="br0">
      <inkml:brushProperty name="width" value="0.1" units="cm"/>
      <inkml:brushProperty name="height" value="0.1" units="cm"/>
      <inkml:brushProperty name="color" value="#FFFFFF"/>
    </inkml:brush>
  </inkml:definitions>
  <inkml:trace contextRef="#ctx0" brushRef="#br0">29 3 3567 0 0,'-3'4'186'0'0,"0"0"-1"0"0,0 0 0 0 0,0 0 0 0 0,1 0 0 0 0,0 0 0 0 0,0 0 0 0 0,0 0 0 0 0,0 1 1 0 0,1-1-1 0 0,-1 1 0 0 0,1 0 0 0 0,0-1 0 0 0,1 1 0 0 0,-1 8 0 0 0,1-3 11 0 0,0 0 0 0 0,1 0 0 0 0,0-1 0 0 0,0 1 0 0 0,6 17-1 0 0,-6-23-172 0 0,1-1 1 0 0,-1 1-1 0 0,1-1 0 0 0,0 0 0 0 0,0 1 0 0 0,0-1 0 0 0,1 0 0 0 0,-1 0 0 0 0,1-1 0 0 0,-1 1 0 0 0,1 0 0 0 0,0-1 0 0 0,6 4 0 0 0,-7-4-14 0 0,0-1-1 0 0,0 0 0 0 0,1 0 1 0 0,-1 0-1 0 0,0 0 0 0 0,1 0 1 0 0,-1-1-1 0 0,0 1 0 0 0,1-1 1 0 0,-1 1-1 0 0,1-1 0 0 0,-1 0 1 0 0,1 0-1 0 0,-1 0 0 0 0,0 0 1 0 0,1 0-1 0 0,-1-1 0 0 0,1 1 1 0 0,-1-1-1 0 0,0 0 0 0 0,1 0 1 0 0,2-1-1 0 0,0-1 11 0 0,1 0 0 0 0,-1 0 1 0 0,0-1-1 0 0,0 0 0 0 0,-1 0 0 0 0,1 0 1 0 0,-1-1-1 0 0,0 1 0 0 0,0-1 0 0 0,-1 0 0 0 0,1 0 1 0 0,-1-1-1 0 0,0 1 0 0 0,0-1 0 0 0,-1 1 0 0 0,3-8 1 0 0,4-15 121 0 0,2 1 1 0 0,18-34 0 0 0,-28 60 66 0 0,0 2-198 0 0,-1 1 0 0 0,0-1 1 0 0,1 0-1 0 0,-1 1 0 0 0,0 0 0 0 0,0-1 1 0 0,0 1-1 0 0,0-1 0 0 0,0 1 0 0 0,0 2 1 0 0,0-3-1 0 0,-3 141 1539 0 0,3-137-1500 0 0,0 3 15 0 0,1 0-1 0 0,0 0 1 0 0,0 1-1 0 0,0-1 1 0 0,1 0-1 0 0,1 0 0 0 0,-1 0 1 0 0,1 0-1 0 0,1-1 1 0 0,-1 1-1 0 0,7 9 1 0 0,-9-16-274 0 0,0-1 0 0 0,0 1 0 0 0,0-1 0 0 0,-1 1 1 0 0,1 0-1 0 0,0-1 0 0 0,0 1 0 0 0,0-1 0 0 0,0 0 1 0 0,1 1-1 0 0,-1-1 0 0 0,0 0 0 0 0,0 0 0 0 0,0 0 1 0 0,0 1-1 0 0,2-1 0 0 0,8-4-3197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20.278"/>
    </inkml:context>
    <inkml:brush xml:id="br0">
      <inkml:brushProperty name="width" value="0.1" units="cm"/>
      <inkml:brushProperty name="height" value="0.1" units="cm"/>
      <inkml:brushProperty name="color" value="#FFFFFF"/>
    </inkml:brush>
  </inkml:definitions>
  <inkml:trace contextRef="#ctx0" brushRef="#br0">46 113 3367 0 0,'0'0'258'0'0,"-9"18"984"0"0,9-16-1110 0 0,-1 0-1 0 0,0 0 0 0 0,1 0 0 0 0,0 0 0 0 0,-1 1 0 0 0,1-1 0 0 0,0 0 0 0 0,0 0 1 0 0,1 0-1 0 0,-1 1 0 0 0,0-1 0 0 0,1 0 0 0 0,-1 0 0 0 0,1 0 0 0 0,-1 0 0 0 0,3 3 0 0 0,-2-4-108 0 0,0 1-1 0 0,0-1 0 0 0,0 0 1 0 0,0 0-1 0 0,1 0 0 0 0,-1 0 1 0 0,0 0-1 0 0,1-1 0 0 0,-1 1 0 0 0,1 0 1 0 0,-1-1-1 0 0,1 1 0 0 0,-1-1 1 0 0,1 1-1 0 0,0-1 0 0 0,-1 0 0 0 0,1 1 1 0 0,-1-1-1 0 0,1 0 0 0 0,0 0 1 0 0,-1 0-1 0 0,1 0 0 0 0,2-1 0 0 0,0 0 17 0 0,0 0 0 0 0,0 0-1 0 0,0 0 1 0 0,0 0 0 0 0,0-1-1 0 0,0 0 1 0 0,-1 1-1 0 0,1-2 1 0 0,-1 1 0 0 0,1 0-1 0 0,-1-1 1 0 0,4-2 0 0 0,4-6 266 0 0,19-21-1 0 0,-24 24-154 0 0,0 1 0 0 0,9-17 0 0 0,-14 21-117 0 0,1 0 0 0 0,-1 0 0 0 0,0 0 0 0 0,0 1 0 0 0,0-1 1 0 0,0-1-1 0 0,0 1 0 0 0,-1 0 0 0 0,0 0 0 0 0,1 0 0 0 0,-1 0 0 0 0,0-4 0 0 0,-1 5-28 0 0,1 0 0 0 0,0 1 0 0 0,-1-1 0 0 0,1 1 0 0 0,-1-1 0 0 0,0 1 0 0 0,1-1 0 0 0,-1 1 0 0 0,0-1-1 0 0,0 1 1 0 0,0 0 0 0 0,0-1 0 0 0,0 1 0 0 0,0 0 0 0 0,0 0 0 0 0,0 0 0 0 0,-1 0 0 0 0,1 0 0 0 0,0 0 0 0 0,-1 0-1 0 0,1 0 1 0 0,0 1 0 0 0,-1-1 0 0 0,1 0 0 0 0,-1 1 0 0 0,0-1 0 0 0,1 1 0 0 0,-1 0 0 0 0,1-1 0 0 0,-1 1 0 0 0,1 0-1 0 0,-3 0 1 0 0,-1 0 6 0 0,1 0 0 0 0,-1 1 0 0 0,1-1 0 0 0,-1 1 0 0 0,1 0 0 0 0,-1 0 0 0 0,1 1 0 0 0,0-1 0 0 0,-8 5 0 0 0,2 0 26 0 0,1 0 0 0 0,0 0 0 0 0,0 1 0 0 0,1 0 0 0 0,0 1 0 0 0,0 0 0 0 0,0 0-1 0 0,-9 14 1 0 0,13-16-8 0 0,0 0 0 0 0,1 1 0 0 0,0 0 0 0 0,0-1 0 0 0,0 1-1 0 0,1 0 1 0 0,0 1 0 0 0,0-1 0 0 0,0 0 0 0 0,1 0 0 0 0,1 1 0 0 0,-1-1-1 0 0,2 13 1 0 0,-1-15 26 0 0,1-1-1 0 0,0 1 0 0 0,0-1 0 0 0,0 1 0 0 0,0-1 1 0 0,1 0-1 0 0,0 0 0 0 0,0 0 0 0 0,0 0 1 0 0,0 0-1 0 0,0 0 0 0 0,1 0 0 0 0,0-1 1 0 0,0 1-1 0 0,0-1 0 0 0,0 0 0 0 0,1 0 0 0 0,-1 0 1 0 0,1 0-1 0 0,4 2 0 0 0,-1-1-50 0 0,-1-1-1 0 0,1 0 1 0 0,0 0-1 0 0,0-1 1 0 0,0 0-1 0 0,0 0 1 0 0,0-1-1 0 0,0 0 1 0 0,1 0 0 0 0,-1 0-1 0 0,13-2 1 0 0,1-1-2850 0 0,1-2-1010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20.827"/>
    </inkml:context>
    <inkml:brush xml:id="br0">
      <inkml:brushProperty name="width" value="0.1" units="cm"/>
      <inkml:brushProperty name="height" value="0.1" units="cm"/>
      <inkml:brushProperty name="color" value="#FFFFFF"/>
    </inkml:brush>
  </inkml:definitions>
  <inkml:trace contextRef="#ctx0" brushRef="#br0">67 0 4831 0 0,'0'0'375'0'0,"-7"6"229"0"0,3-3-341 0 0,0 1-1 0 0,0 0 1 0 0,0 1 0 0 0,1-1 0 0 0,0 1-1 0 0,0 0 1 0 0,0 0 0 0 0,0 0-1 0 0,1 0 1 0 0,-1 0 0 0 0,1 0-1 0 0,1 1 1 0 0,-3 10 0 0 0,0 6 195 0 0,2 1 1 0 0,-1 28-1 0 0,1 2 118 0 0,-3 37 467 0 0,5-75-903 0 0,1 0 1 0 0,0-1-1 0 0,1 1 0 0 0,5 15 0 0 0,-6-24-91 0 0,1 0-1 0 0,0 0 0 0 0,1 0 1 0 0,0-1-1 0 0,0 1 0 0 0,0-1 1 0 0,0 0-1 0 0,6 7 0 0 0,-8-11-70 0 0,1 1-1 0 0,-1-1 1 0 0,0 0-1 0 0,1 1 1 0 0,-1-1-1 0 0,1 0 1 0 0,0 0-1 0 0,-1 0 0 0 0,1 0 1 0 0,0 0-1 0 0,0 0 1 0 0,-1-1-1 0 0,1 1 1 0 0,0 0-1 0 0,0-1 1 0 0,0 0-1 0 0,0 1 0 0 0,0-1 1 0 0,0 0-1 0 0,0 0 1 0 0,0 0-1 0 0,0 0 1 0 0,0 0-1 0 0,0-1 1 0 0,-1 1-1 0 0,1-1 1 0 0,0 1-1 0 0,0-1 0 0 0,0 1 1 0 0,2-2-1 0 0,28-17-5209 0 0,-22 11 1896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21.074"/>
    </inkml:context>
    <inkml:brush xml:id="br0">
      <inkml:brushProperty name="width" value="0.1" units="cm"/>
      <inkml:brushProperty name="height" value="0.1" units="cm"/>
      <inkml:brushProperty name="color" value="#FFFFFF"/>
    </inkml:brush>
  </inkml:definitions>
  <inkml:trace contextRef="#ctx0" brushRef="#br0">10 1 5327 0 0,'0'0'410'0'0,"-6"7"1420"0"0,5-7-1781 0 0,1 0 1 0 0,0 1-1 0 0,-1-1 0 0 0,1 0 0 0 0,0 1 0 0 0,0-1 0 0 0,-1 0 0 0 0,1 1 0 0 0,0-1 0 0 0,0 1 0 0 0,0-1 1 0 0,0 0-1 0 0,-1 1 0 0 0,1-1 0 0 0,0 1 0 0 0,0-1 0 0 0,0 1 0 0 0,0-1 0 0 0,0 0 0 0 0,0 1 0 0 0,0-1 1 0 0,0 1-1 0 0,0-1 0 0 0,0 1 0 0 0,1-1 0 0 0,-1 0 0 0 0,0 1 0 0 0,0-1 0 0 0,0 1 0 0 0,0-1 0 0 0,1 0 1 0 0,-1 1-1 0 0,17 5 520 0 0,-16-6-599 0 0,15 3 285 0 0,0-1 0 0 0,0-1 0 0 0,28-1-1 0 0,22 2-3381 0 0,-46 0-141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21.539"/>
    </inkml:context>
    <inkml:brush xml:id="br0">
      <inkml:brushProperty name="width" value="0.1" units="cm"/>
      <inkml:brushProperty name="height" value="0.1" units="cm"/>
      <inkml:brushProperty name="color" value="#FFFFFF"/>
    </inkml:brush>
  </inkml:definitions>
  <inkml:trace contextRef="#ctx0" brushRef="#br0">233 394 3655 0 0,'-1'0'278'0'0,"-6"4"-63"0"0,1-2-1 0 0,-1 1 1 0 0,1-1 0 0 0,-1 0 0 0 0,0 0 0 0 0,0 0 0 0 0,0-1-1 0 0,0-1 1 0 0,-9 1 0 0 0,11-1-72 0 0,0 0 0 0 0,0-1 0 0 0,1 0-1 0 0,-1 0 1 0 0,0 0 0 0 0,1-1 0 0 0,-1 0 0 0 0,1 1-1 0 0,-1-1 1 0 0,1-1 0 0 0,0 1 0 0 0,0-1 0 0 0,0 0 0 0 0,-7-6-1 0 0,3 1 40 0 0,0-1 0 0 0,1 0-1 0 0,0 0 1 0 0,0-1 0 0 0,1 0-1 0 0,0 0 1 0 0,1 0 0 0 0,0-1-1 0 0,1 0 1 0 0,0 0-1 0 0,1 0 1 0 0,0 0 0 0 0,0 0-1 0 0,1-1 1 0 0,1 1 0 0 0,0-24-1 0 0,2 28-139 0 0,0 0 0 0 0,1 0 0 0 0,0 1 0 0 0,1-1 0 0 0,-1 0 0 0 0,1 1 0 0 0,0-1 0 0 0,1 1 0 0 0,0 0 0 0 0,0 0 0 0 0,0 0 0 0 0,0 1 0 0 0,1 0 0 0 0,0 0 0 0 0,8-7 0 0 0,-2 3 33 0 0,1 0-1 0 0,1 0 0 0 0,-1 1 0 0 0,1 0 1 0 0,0 2-1 0 0,19-8 0 0 0,-24 11-74 0 0,-1 0 0 0 0,1 1 0 0 0,0 0 0 0 0,0 0 0 0 0,0 1 0 0 0,10-1 0 0 0,-16 2 0 0 0,0 1 0 0 0,0-1 0 0 0,0 0 0 0 0,0 0 0 0 0,0 1 0 0 0,-1-1 0 0 0,1 1 0 0 0,0-1 0 0 0,0 1 0 0 0,0 0 0 0 0,-1 0 0 0 0,1 0 0 0 0,0 0 0 0 0,-1 0 0 0 0,1 0 0 0 0,-1 0 0 0 0,1 0 0 0 0,-1 1 0 0 0,1-1 0 0 0,-1 1 0 0 0,0-1 0 0 0,0 1 0 0 0,0-1 0 0 0,0 1 0 0 0,0 0 0 0 0,0-1 0 0 0,0 1 0 0 0,0 0 0 0 0,-1 0 0 0 0,1 0 0 0 0,0 3 0 0 0,0 1-68 0 0,0 0 0 0 0,-1 0-1 0 0,1 0 1 0 0,-1 0-1 0 0,-1 0 1 0 0,1 0 0 0 0,-1 0-1 0 0,-1 7 1 0 0,-3 7-765 0 0,-9 20 0 0 0,0 1-823 0 0,10-24-2031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22.013"/>
    </inkml:context>
    <inkml:brush xml:id="br0">
      <inkml:brushProperty name="width" value="0.1" units="cm"/>
      <inkml:brushProperty name="height" value="0.1" units="cm"/>
      <inkml:brushProperty name="color" value="#FFFFFF"/>
    </inkml:brush>
  </inkml:definitions>
  <inkml:trace contextRef="#ctx0" brushRef="#br0">150 238 3311 0 0,'0'0'251'0'0,"-1"3"-160"0"0,-1 9 409 0 0,-2 0-1 0 0,1 1 1 0 0,-2-2 0 0 0,-8 18 0 0 0,10-23-284 0 0,0 0 0 0 0,-1 0 1 0 0,1 0-1 0 0,-1-1 0 0 0,-1 1 1 0 0,1-1-1 0 0,-1 0 0 0 0,0 0 1 0 0,0 0-1 0 0,-7 3 0 0 0,11-7-176 0 0,0 0 0 0 0,0-1 0 0 0,0 1 0 0 0,-1 0 0 0 0,1-1 0 0 0,0 1-1 0 0,0-1 1 0 0,-1 0 0 0 0,1 1 0 0 0,0-1 0 0 0,-1 0 0 0 0,1 0 0 0 0,0 0 0 0 0,-1 0-1 0 0,1 0 1 0 0,0 0 0 0 0,-1 0 0 0 0,1-1 0 0 0,0 1 0 0 0,0 0 0 0 0,-3-1 0 0 0,2 0 37 0 0,1-1 1 0 0,-1 1 0 0 0,0 0 0 0 0,0-1 0 0 0,1 1-1 0 0,-1-1 1 0 0,1 1 0 0 0,-1-1 0 0 0,1 0 0 0 0,0 0-1 0 0,-1 1 1 0 0,0-3 0 0 0,-1-2 98 0 0,1-1 0 0 0,-1 1 1 0 0,1-1-1 0 0,0 1 0 0 0,0-1 0 0 0,1 1 1 0 0,-1-11-1 0 0,2-1 47 0 0,0 0 0 0 0,1 1 1 0 0,2-1-1 0 0,-1 0 0 0 0,9-28 0 0 0,-6 33-176 0 0,-1 0-1 0 0,2 0 1 0 0,-1 0-1 0 0,2 1 0 0 0,-1 0 1 0 0,2 0-1 0 0,16-19 1 0 0,-20 26-42 0 0,0 1 1 0 0,1 0-1 0 0,0 0 1 0 0,0 0 0 0 0,-1 1-1 0 0,2-1 1 0 0,-1 1-1 0 0,0 0 1 0 0,1 1-1 0 0,-1 0 1 0 0,1-1 0 0 0,10-1-1 0 0,-13 4-5 0 0,0-1 0 0 0,-1 1 0 0 0,1 0-1 0 0,-1 0 1 0 0,1 0 0 0 0,0 0 0 0 0,-1 0 0 0 0,1 1-1 0 0,0-1 1 0 0,-1 1 0 0 0,1 0 0 0 0,-1 0 0 0 0,1 0 0 0 0,-1 0-1 0 0,0 0 1 0 0,1 0 0 0 0,-1 1 0 0 0,0-1 0 0 0,0 1-1 0 0,0 0 1 0 0,0-1 0 0 0,0 1 0 0 0,0 0 0 0 0,0 0 0 0 0,-1 0-1 0 0,1 1 1 0 0,-1-1 0 0 0,1 0 0 0 0,-1 0 0 0 0,0 1-1 0 0,1 2 1 0 0,-1-1 0 0 0,0-1 0 0 0,0 1 0 0 0,0 0 0 0 0,0-1 0 0 0,-1 1 0 0 0,0 0 0 0 0,1 0 0 0 0,-1 0 0 0 0,-1 6 0 0 0,-9 37 0 0 0,8-39 0 0 0,-16 54 334 0 0,4-16-4394 0 0,10-32-174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22.369"/>
    </inkml:context>
    <inkml:brush xml:id="br0">
      <inkml:brushProperty name="width" value="0.1" units="cm"/>
      <inkml:brushProperty name="height" value="0.1" units="cm"/>
      <inkml:brushProperty name="color" value="#FFFFFF"/>
    </inkml:brush>
  </inkml:definitions>
  <inkml:trace contextRef="#ctx0" brushRef="#br0">78 1 2759 0 0,'0'0'324'0'0,"-12"10"1928"0"0,9-7-2020 0 0,0 0-1 0 0,1 0 0 0 0,-1 1 0 0 0,1 0 1 0 0,0-1-1 0 0,0 1 0 0 0,1 0 0 0 0,-1 0 1 0 0,-1 7-1 0 0,-7 40 647 0 0,8-32-461 0 0,-13 79 1280 0 0,5 1 0 0 0,4 153 0 0 0,8-216-1256 0 0,7 38-1 0 0,-7-62-351 0 0,0-1 1 0 0,1 0-1 0 0,0 0 0 0 0,1 0 0 0 0,1-1 0 0 0,0 1 0 0 0,9 15 1 0 0,-12-24-108 0 0,0 1 1 0 0,0-1-1 0 0,0 0 1 0 0,0 1-1 0 0,0-1 1 0 0,1 0-1 0 0,-1 0 1 0 0,1 0-1 0 0,-1-1 1 0 0,1 1-1 0 0,0-1 1 0 0,-1 1-1 0 0,1-1 1 0 0,0 0-1 0 0,0 0 1 0 0,5 1-1 0 0,17-1-4611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22.657"/>
    </inkml:context>
    <inkml:brush xml:id="br0">
      <inkml:brushProperty name="width" value="0.1" units="cm"/>
      <inkml:brushProperty name="height" value="0.1" units="cm"/>
      <inkml:brushProperty name="color" value="#FFFFFF"/>
    </inkml:brush>
  </inkml:definitions>
  <inkml:trace contextRef="#ctx0" brushRef="#br0">0 1 2127 0 0,'0'0'5431'0'0,"5"10"-3286"0"0,-3-8-1973 0 0,1 1-1 0 0,-1-1 1 0 0,1 1-1 0 0,0-1 1 0 0,-1 0-1 0 0,1 0 1 0 0,0 0-1 0 0,0 0 0 0 0,0 0 1 0 0,0-1-1 0 0,1 1 1 0 0,-1-1-1 0 0,0 0 1 0 0,1 0-1 0 0,-1 0 1 0 0,1-1-1 0 0,-1 1 1 0 0,5-1-1 0 0,9 1-170 0 0,0 0-1 0 0,26-4 1 0 0,-23 1 131 0 0,11 0-186 0 0,7-1-3485 0 0,-13 1-540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23.268"/>
    </inkml:context>
    <inkml:brush xml:id="br0">
      <inkml:brushProperty name="width" value="0.1" units="cm"/>
      <inkml:brushProperty name="height" value="0.1" units="cm"/>
      <inkml:brushProperty name="color" value="#FFFFFF"/>
    </inkml:brush>
  </inkml:definitions>
  <inkml:trace contextRef="#ctx0" brushRef="#br0">115 1 3079 0 0,'0'8'783'0'0,"-2"24"674"0"0,-7 43 1 0 0,0-7-580 0 0,-2 63 475 0 0,-22 209 2030 0 0,15-154-2345 0 0,-4 25 68 0 0,12-170-775 0 0,13-82 98 0 0,3 16-462 0 0,2 1 0 0 0,0-1 0 0 0,2 2-1 0 0,1-1 1 0 0,0 2 0 0 0,2-1 0 0 0,1 2-1 0 0,0 0 1 0 0,2 0 0 0 0,0 1 0 0 0,1 1-1 0 0,1 1 1 0 0,30-23 0 0 0,-44 38 14 0 0,0 0 0 0 0,0 1 0 0 0,1-1 0 0 0,7-2 0 0 0,-12 5 19 0 0,0 0 0 0 0,1-1 0 0 0,-1 1 0 0 0,0 0 0 0 0,1 0 0 0 0,-1 0 0 0 0,0 0 0 0 0,1 0 0 0 0,-1 0 0 0 0,0 0 0 0 0,1 0 0 0 0,-1 0 0 0 0,0 0 0 0 0,1 0 0 0 0,-1 0 0 0 0,0 0 0 0 0,1 0 0 0 0,-1 0 0 0 0,0 0 0 0 0,1 0 0 0 0,-1 0 0 0 0,0 0 0 0 0,1 1 0 0 0,-1-1 0 0 0,0 0 0 0 0,1 0 0 0 0,-1 0 0 0 0,0 1 0 0 0,0-1 0 0 0,1 0 0 0 0,-1 0 0 0 0,0 1 0 0 0,0-1 0 0 0,1 0 0 0 0,-1 0 0 0 0,0 1 0 0 0,0-1 0 0 0,0 0 0 0 0,0 1 0 0 0,1-1 0 0 0,-1 0 0 0 0,0 1 0 0 0,0-1 0 0 0,0 0 0 0 0,0 1 0 0 0,2 1 0 0 0,-1 1 0 0 0,0 12 0 0 0,-3 7 71 0 0,0-1 0 0 0,-2 1 0 0 0,0 0 0 0 0,-9 22 0 0 0,-3 17 70 0 0,11-41-93 0 0,-6 38 33 0 0,10-52-57 0 0,1 1 0 0 0,-1-1 0 0 0,1 1 0 0 0,1-1-1 0 0,-1 0 1 0 0,3 12 0 0 0,-2-17-49 0 0,-1 1 0 0 0,1-1 0 0 0,-1 0 0 0 0,1 1 0 0 0,-1-1 0 0 0,1 0 0 0 0,0 1 0 0 0,0-1 0 0 0,0 0 0 0 0,0 0 0 0 0,0 1 0 0 0,0-1 1 0 0,0 0-1 0 0,0 0 0 0 0,0 0 0 0 0,0-1 0 0 0,1 1 0 0 0,0 1 0 0 0,18 4-4311 0 0,-5-3-278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49.283"/>
    </inkml:context>
    <inkml:brush xml:id="br0">
      <inkml:brushProperty name="width" value="0.1" units="cm"/>
      <inkml:brushProperty name="height" value="0.1" units="cm"/>
      <inkml:brushProperty name="color" value="#FFFFFF"/>
    </inkml:brush>
  </inkml:definitions>
  <inkml:trace contextRef="#ctx0" brushRef="#br0">23 0 3767 0 0,'0'0'291'0'0,"3"1"-192"0"0,8 2-27 0 0,-8-2 244 0 0,-2 1 101 0 0,1 8-188 0 0,0-1 0 0 0,0 1 0 0 0,0-1-1 0 0,-1 1 1 0 0,-1 10 0 0 0,-3 53 536 0 0,0-32-314 0 0,-36 429 1861 0 0,37-451-4418 0 0,0 31 0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49.724"/>
    </inkml:context>
    <inkml:brush xml:id="br0">
      <inkml:brushProperty name="width" value="0.1" units="cm"/>
      <inkml:brushProperty name="height" value="0.1" units="cm"/>
      <inkml:brushProperty name="color" value="#FFFFFF"/>
    </inkml:brush>
  </inkml:definitions>
  <inkml:trace contextRef="#ctx0" brushRef="#br0">15 93 2815 0 0,'0'0'22'0'0,"-1"0"0"0"0,0-1 0 0 0,0 1 0 0 0,1 0 0 0 0,-1 0 0 0 0,0-1 0 0 0,1 1 0 0 0,-1 0 0 0 0,0-1 0 0 0,1 1 0 0 0,-1 0 0 0 0,1-1 0 0 0,-1 1 0 0 0,0-1 0 0 0,1 1 0 0 0,-1-1 0 0 0,1 0 0 0 0,-1 1 0 0 0,1-1 0 0 0,0 1 0 0 0,-1-1 0 0 0,1 0 0 0 0,0 1 0 0 0,-1-1 0 0 0,1-1 0 0 0,-1 0 126 0 0,1 1 84 0 0,2-7 347 0 0,-1 7-523 0 0,-1-1-1 0 0,1 1 0 0 0,0 0 1 0 0,0 0-1 0 0,0-1 1 0 0,0 1-1 0 0,0 0 0 0 0,0 0 1 0 0,0 0-1 0 0,0 0 1 0 0,1 0-1 0 0,-1 0 0 0 0,0 0 1 0 0,3-1-1 0 0,24-9 499 0 0,-16 7-391 0 0,6-4-26 0 0,1 2 0 0 0,0 0 0 0 0,1 1 0 0 0,-1 1 0 0 0,1 1 0 0 0,0 1 0 0 0,-1 0 0 0 0,27 2 0 0 0,-37 1-25 0 0,-1 0-1 0 0,1 1 1 0 0,-1 0-1 0 0,0 0 1 0 0,0 1-1 0 0,0 0 1 0 0,0 0-1 0 0,0 1 0 0 0,-1 0 1 0 0,1 1-1 0 0,7 5 1 0 0,-12-7-48 0 0,0-1 1 0 0,0 1-1 0 0,-1 0 0 0 0,1 0 1 0 0,-1 0-1 0 0,1 0 0 0 0,-1 0 1 0 0,0 1-1 0 0,0-1 0 0 0,0 1 1 0 0,2 4-1 0 0,-4-5-30 0 0,1 0 0 0 0,0 0-1 0 0,-1 0 1 0 0,0 0 0 0 0,0 0-1 0 0,0 0 1 0 0,0 1 0 0 0,0-1-1 0 0,0 0 1 0 0,-1 0 0 0 0,0 0 0 0 0,1-1-1 0 0,-1 1 1 0 0,0 0 0 0 0,0 0-1 0 0,-3 4 1 0 0,1-2-2 0 0,0-1 0 0 0,0 0 0 0 0,0 0-1 0 0,0 0 1 0 0,-1 0 0 0 0,0 0 0 0 0,0-1 0 0 0,0 1 0 0 0,0-1 0 0 0,-1 0-1 0 0,-5 3 1 0 0,-8 2 90 0 0,-31 12 0 0 0,29-13-67 0 0,9-3-155 0 0,1-1 0 0 0,-1 0 0 0 0,0-1 0 0 0,0 0 0 0 0,0-1-1 0 0,-1 0 1 0 0,1-1 0 0 0,-22-2 0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50.205"/>
    </inkml:context>
    <inkml:brush xml:id="br0">
      <inkml:brushProperty name="width" value="0.1" units="cm"/>
      <inkml:brushProperty name="height" value="0.1" units="cm"/>
      <inkml:brushProperty name="color" value="#FFFFFF"/>
    </inkml:brush>
  </inkml:definitions>
  <inkml:trace contextRef="#ctx0" brushRef="#br0">0 119 4287 0 0,'0'0'332'0'0,"1"2"-220"0"0,24 94 1717 0 0,-22-81-1746 0 0,-1 0 0 0 0,-1-1 0 0 0,0 1 0 0 0,-3 29 0 0 0,2-39-36 0 0,-1 0 0 0 0,0 1 0 0 0,0-1 0 0 0,-3 8 0 0 0,-8 28 142 0 0,12-42-177 0 0,-1 1-1 0 0,1 0 0 0 0,0-1 0 0 0,0 1 0 0 0,-1 0 1 0 0,1-1-1 0 0,0 1 0 0 0,0 0 0 0 0,-1-1 0 0 0,1 1 1 0 0,0-1-1 0 0,0 1 0 0 0,0 0 0 0 0,0-1 0 0 0,0 1 1 0 0,0-1-1 0 0,0 1 0 0 0,0 0 0 0 0,0-1 0 0 0,0 1 1 0 0,0-1-1 0 0,0 1 0 0 0,0 0 0 0 0,0-2 0 0 0,7-45 64 0 0,-6 37 24 0 0,0-1 0 0 0,1 0 0 0 0,0 0 0 0 0,1 1 0 0 0,0-1 0 0 0,7-15 0 0 0,14-21 263 0 0,-5 8 497 0 0,45-68 0 0 0,-59 101-859 0 0,0 0-1 0 0,0 0 1 0 0,1 1-1 0 0,-1 0 1 0 0,8-5-1 0 0,4-4-26 0 0,-16 13-132 0 0,1 1-49 0 0,-1 0 1 0 0,0 1-1 0 0,0-1 1 0 0,1 1-1 0 0,-1 0 0 0 0,0-1 1 0 0,0 1-1 0 0,0 0 1 0 0,0 0-1 0 0,0 0 0 0 0,0 0 1 0 0,1 1-1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50.642"/>
    </inkml:context>
    <inkml:brush xml:id="br0">
      <inkml:brushProperty name="width" value="0.1" units="cm"/>
      <inkml:brushProperty name="height" value="0.1" units="cm"/>
      <inkml:brushProperty name="color" value="#FFFFFF"/>
    </inkml:brush>
  </inkml:definitions>
  <inkml:trace contextRef="#ctx0" brushRef="#br0">181 336 3223 0 0,'-11'0'343'0'0,"0"0"0"0"0,0-1 0 0 0,0 0 0 0 0,0-1 0 0 0,0 0 0 0 0,1 0 0 0 0,-1-1 0 0 0,-10-5 0 0 0,17 6-211 0 0,-1-1 1 0 0,1 0-1 0 0,-1 0 0 0 0,1 0 1 0 0,0 0-1 0 0,0 0 1 0 0,0-1-1 0 0,0 0 0 0 0,1 0 1 0 0,0 0-1 0 0,0 0 0 0 0,0 0 1 0 0,0-1-1 0 0,0 0 1 0 0,1 1-1 0 0,0-1 0 0 0,-3-10 1 0 0,3 8 15 0 0,0 0 0 0 0,1 0 0 0 0,0 0 0 0 0,0 0 0 0 0,1-1 0 0 0,0 1 0 0 0,0 0 0 0 0,0 0 0 0 0,1-1 1 0 0,0 1-1 0 0,1 0 0 0 0,0 0 0 0 0,0 0 0 0 0,0 0 0 0 0,5-8 0 0 0,-3 6-79 0 0,0-1 0 0 0,1 1 1 0 0,0 0-1 0 0,1 0 0 0 0,0 1 0 0 0,13-15 0 0 0,-15 19-63 0 0,-1 1 0 0 0,1-1 0 0 0,0 1 0 0 0,0 0 0 0 0,0 0 0 0 0,1 0 0 0 0,-1 1 0 0 0,1-1 0 0 0,-1 1 0 0 0,1 0 0 0 0,0 1 0 0 0,0-1 0 0 0,0 1 0 0 0,0 0-1 0 0,0 0 1 0 0,7 0 0 0 0,-9 1-10 0 0,1 0 0 0 0,0 0 0 0 0,-1 1 0 0 0,1-1 0 0 0,-1 1 0 0 0,1 0 0 0 0,-1 0 0 0 0,1 0 0 0 0,-1 1 0 0 0,0-1 0 0 0,0 1 0 0 0,1 0 0 0 0,-1-1-1 0 0,0 2 1 0 0,0-1 0 0 0,-1 0 0 0 0,1 0 0 0 0,0 1 0 0 0,-1 0 0 0 0,4 4 0 0 0,-5-5-104 0 0,-1 3-11 0 0,4 97-524 0 0,-5-56-2482 0 0,-1-26-131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51.465"/>
    </inkml:context>
    <inkml:brush xml:id="br0">
      <inkml:brushProperty name="width" value="0.1" units="cm"/>
      <inkml:brushProperty name="height" value="0.1" units="cm"/>
      <inkml:brushProperty name="color" value="#FFFFFF"/>
    </inkml:brush>
  </inkml:definitions>
  <inkml:trace contextRef="#ctx0" brushRef="#br0">163 52 2815 0 0,'0'0'72'0'0,"1"-1"-1"0"0,-1 1 0 0 0,0 0 0 0 0,0-1 0 0 0,0 1 0 0 0,0 0 1 0 0,0-1-1 0 0,0 1 0 0 0,0-1 0 0 0,0 1 0 0 0,0 0 1 0 0,0-1-1 0 0,0 1 0 0 0,-1 0 0 0 0,1-1 0 0 0,0 1 0 0 0,0 0 1 0 0,0-1-1 0 0,0 1 0 0 0,0 0 0 0 0,-1-1 0 0 0,1 1 0 0 0,0 0 1 0 0,0-1-1 0 0,-1 1 0 0 0,1 0 0 0 0,0 0 0 0 0,-1-1 0 0 0,1 1 1 0 0,0 0-1 0 0,0 0 0 0 0,-1 0 0 0 0,1-1 0 0 0,0 1 0 0 0,-1 0 1 0 0,0 0-1 0 0,-15-6 1728 0 0,12 5-1896 0 0,2 0 152 0 0,0 1-1 0 0,0-1 0 0 0,0 1 0 0 0,0-1 1 0 0,0 1-1 0 0,0 0 0 0 0,0 0 0 0 0,-4 0 1 0 0,-12-1 399 0 0,16 1-395 0 0,-1-1 0 0 0,1 1 0 0 0,0 0 0 0 0,0 0 0 0 0,0 1 0 0 0,0-1 0 0 0,0 0 0 0 0,0 1 0 0 0,-1-1 0 0 0,1 1 0 0 0,0-1 0 0 0,0 1 0 0 0,0 0 0 0 0,0 0 0 0 0,1 0 0 0 0,-4 2 0 0 0,1 0 49 0 0,0 0 0 0 0,0 0-1 0 0,1 0 1 0 0,-1 0 0 0 0,1 1 0 0 0,-4 4-1 0 0,2-1-26 0 0,1 1-1 0 0,1-1 0 0 0,0 1 0 0 0,0-1 1 0 0,0 1-1 0 0,1 0 0 0 0,0 0 0 0 0,0 0 1 0 0,1 0-1 0 0,0 0 0 0 0,0 0 1 0 0,1 0-1 0 0,0 0 0 0 0,2 9 0 0 0,-1-15-55 0 0,-1 0 1 0 0,1 0-1 0 0,0 0 0 0 0,0 0 0 0 0,0-1 0 0 0,0 1 0 0 0,0 0 1 0 0,0-1-1 0 0,1 1 0 0 0,-1-1 0 0 0,0 1 0 0 0,1-1 0 0 0,-1 0 1 0 0,1 1-1 0 0,0-1 0 0 0,-1 0 0 0 0,1 0 0 0 0,0 0 0 0 0,0 0 1 0 0,-1 0-1 0 0,1-1 0 0 0,0 1 0 0 0,4 0 0 0 0,-3 0-11 0 0,0 0-1 0 0,-1-1 1 0 0,1 0-1 0 0,0 1 0 0 0,0-1 1 0 0,0 0-1 0 0,0 0 1 0 0,0-1-1 0 0,0 1 0 0 0,0 0 1 0 0,0-1-1 0 0,0 0 1 0 0,0 0-1 0 0,-1 0 0 0 0,1 0 1 0 0,3-2-1 0 0,30-22 3 0 0,-34 23-10 0 0,0-1 0 0 0,1 1-1 0 0,-1 0 1 0 0,0-1 0 0 0,0 0-1 0 0,0 1 1 0 0,-1-1 0 0 0,1 0 0 0 0,-1 0-1 0 0,1 0 1 0 0,-1 0 0 0 0,1-4-1 0 0,8-15 76 0 0,-9 17-71 0 0,11-14 73 0 0,7-15 77 0 0,-18 32-85 0 0,0-1-16 0 0,6-30 31 0 0,3-2 238 0 0,-10 34-200 0 0,1 1-11 0 0,1 7-106 0 0,0 15 0 0 0,-1-19 46 0 0,-1 0 27 0 0,18 83 221 0 0,4 34 96 0 0,-5 11-197 0 0,-12-93-23 0 0,-2-10-121 0 0,1 34 0 0 0,-4-41-57 0 0,-1 0-1 0 0,-1 0 1 0 0,-1 0 0 0 0,-9 31-1 0 0,11-47-2 0 0,-1 0 0 0 0,0 1 0 0 0,0-1 0 0 0,-3 5 0 0 0,-5 0 1 0 0,5-10 6 0 0,3 0 0 0 0,-15 4 92 0 0,15-3-91 0 0,-1 0-1 0 0,1 0 1 0 0,-1-1 0 0 0,1 1-1 0 0,-1-1 1 0 0,1 0 0 0 0,-1 1-1 0 0,1-1 1 0 0,-1-1-1 0 0,1 1 1 0 0,-4-1 0 0 0,1 1-6 0 0,0-1 0 0 0,0 1 0 0 0,0 0 1 0 0,-9 1-1 0 0,-14 0 57 0 0,19-2-45 0 0,-1 1 0 0 0,1-2-1 0 0,0 0 1 0 0,-1 0 0 0 0,1 0 0 0 0,0-1-1 0 0,1-1 1 0 0,-1 1 0 0 0,-13-9 0 0 0,11 2-4 0 0,9 6-8 0 0,1 0-1 0 0,-1 0 0 0 0,1 0 1 0 0,0 0-1 0 0,0 0 1 0 0,0-1-1 0 0,1 1 0 0 0,0 0 1 0 0,0-7-1 0 0,0 4 36 0 0,0 0 0 0 0,1-1 0 0 0,0 1 0 0 0,4-14 0 0 0,4-1-9 0 0,19-34 1 0 0,-17 35-77 0 0,16-25-88 0 0,44-57-1 0 0,-52 78-152 0 0,-13 16-59 0 0,2 1 0 0 0,13-14 1 0 0,6-1-3330 0 0,-7 7-569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51.906"/>
    </inkml:context>
    <inkml:brush xml:id="br0">
      <inkml:brushProperty name="width" value="0.1" units="cm"/>
      <inkml:brushProperty name="height" value="0.1" units="cm"/>
      <inkml:brushProperty name="color" value="#FFFFFF"/>
    </inkml:brush>
  </inkml:definitions>
  <inkml:trace contextRef="#ctx0" brushRef="#br0">0 33 5439 0 0,'0'0'416'0'0,"2"1"-272"0"0,5 4 408 0 0,1 0 0 0 0,-1 1 0 0 0,0 0 0 0 0,-1 0 0 0 0,0 1 0 0 0,11 14 0 0 0,-14-15-36 0 0,0 1 0 0 0,-1 0 0 0 0,0 0 0 0 0,-1 0-1 0 0,2 13 1 0 0,-2-12-504 0 0,2 15 166 0 0,-2 0-1 0 0,-2 46 1 0 0,-12 46 364 0 0,12-105-562 0 0,-6 31 234 0 0,1-23-126 0 0,1-16-42 0 0,3-3-32 0 0,2 1-5 0 0,-1-1 0 0 0,1 0-1 0 0,-1 1 1 0 0,1-1 0 0 0,-1 0-1 0 0,1 0 1 0 0,0 1 0 0 0,-1-1-1 0 0,1 0 1 0 0,0 0 0 0 0,0 0-1 0 0,0 1 1 0 0,-1-3 0 0 0,1 2 7 0 0,-3-11 44 0 0,0-1 1 0 0,1 0-1 0 0,0 0 1 0 0,1 0-1 0 0,1-1 1 0 0,0 1 0 0 0,1 0-1 0 0,3-22 1 0 0,0 17 17 0 0,1 0 0 0 0,0 0 1 0 0,1 0-1 0 0,1 1 0 0 0,14-25 0 0 0,-13 27-86 0 0,43-69-19 0 0,-44 74-90 0 0,0 1-1 0 0,0 1 1 0 0,1-1-1 0 0,0 1 1 0 0,1 0-1 0 0,13-8 1 0 0,-21 15-191 0 0,5 8-1172 0 0,8 20-3516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52.416"/>
    </inkml:context>
    <inkml:brush xml:id="br0">
      <inkml:brushProperty name="width" value="0.1" units="cm"/>
      <inkml:brushProperty name="height" value="0.1" units="cm"/>
      <inkml:brushProperty name="color" value="#FFFFFF"/>
    </inkml:brush>
  </inkml:definitions>
  <inkml:trace contextRef="#ctx0" brushRef="#br0">238 25 2071 0 0,'-2'0'154'0'0,"-117"-24"8155"0"0,114 24-8228 0 0,1 0-1 0 0,0 0 1 0 0,0 1 0 0 0,-1-1-1 0 0,1 1 1 0 0,0 0-1 0 0,0 0 1 0 0,0 1 0 0 0,0-1-1 0 0,0 1 1 0 0,0 0 0 0 0,1 0-1 0 0,-1 0 1 0 0,0 1 0 0 0,1-1-1 0 0,0 1 1 0 0,-1 0-1 0 0,1 0 1 0 0,0 0 0 0 0,-3 5-1 0 0,2-3 2 0 0,0 1 0 0 0,1 0 0 0 0,-1 0 0 0 0,1 0 0 0 0,1 0 0 0 0,-1 1 0 0 0,1-1-1 0 0,0 1 1 0 0,0 0 0 0 0,1-1 0 0 0,-1 11 0 0 0,1-5 17 0 0,0 1-1 0 0,2 0 0 0 0,-1 0 1 0 0,2 0-1 0 0,2 14 1 0 0,-2-23-51 0 0,-1 1 0 0 0,1 0 1 0 0,0-1-1 0 0,0 1 0 0 0,1-1 0 0 0,-1 0 1 0 0,1 1-1 0 0,0-1 0 0 0,0-1 1 0 0,0 1-1 0 0,1 0 0 0 0,3 3 1 0 0,-5-6-46 0 0,0 1 0 0 0,1-1 0 0 0,-1 0 1 0 0,1 1-1 0 0,-1-1 0 0 0,0 0 1 0 0,1-1-1 0 0,0 1 0 0 0,-1 0 1 0 0,1-1-1 0 0,-1 1 0 0 0,1-1 0 0 0,0 0 1 0 0,-1 0-1 0 0,1 0 0 0 0,0 0 1 0 0,-1 0-1 0 0,1-1 0 0 0,0 1 1 0 0,-1-1-1 0 0,4-1 0 0 0,0 0-4 0 0,1 0 0 0 0,0-1 1 0 0,-1 0-1 0 0,0-1 0 0 0,1 1 0 0 0,7-7 0 0 0,-4 0 35 0 0,0 1-1 0 0,0-2 1 0 0,-1 0-1 0 0,13-19 1 0 0,-11 14 25 0 0,19-20 0 0 0,-21 27-41 0 0,-1 0 1 0 0,0-1 0 0 0,11-17-1 0 0,-2 6 7 0 0,-14 19-7 0 0,-1-1 1 0 0,1 1 0 0 0,-1-1 0 0 0,1 0 0 0 0,-1 0 0 0 0,0 0-1 0 0,0 0 1 0 0,-1 0 0 0 0,1 0 0 0 0,-1-1 0 0 0,1 1 0 0 0,-1-1-1 0 0,1-3 1 0 0,-1 6-14 0 0,0 1 0 0 0,0-1 0 0 0,0 0 0 0 0,0 0 0 0 0,0 1 0 0 0,0-1 0 0 0,0 1 0 0 0,1-1 0 0 0,-1 1 0 0 0,0-1-1 0 0,0 1 1 0 0,3-1 0 0 0,-4 2 1 0 0,2 1-18 0 0,0 14 85 0 0,-4 25 7 0 0,0-16-79 0 0,1-8 38 0 0,0-1 0 0 0,1 0 1 0 0,1 1-1 0 0,1-1 1 0 0,3 20-1 0 0,-4-34-173 0 0,-1 0-1 0 0,1 0 0 0 0,-1 0 1 0 0,1 0-1 0 0,0 0 0 0 0,0 0 1 0 0,1 3-1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53.087"/>
    </inkml:context>
    <inkml:brush xml:id="br0">
      <inkml:brushProperty name="width" value="0.1" units="cm"/>
      <inkml:brushProperty name="height" value="0.1" units="cm"/>
      <inkml:brushProperty name="color" value="#FFFFFF"/>
    </inkml:brush>
  </inkml:definitions>
  <inkml:trace contextRef="#ctx0" brushRef="#br0">0 3 2383 0 0,'0'-1'58'0'0,"1"1"-1"0"0,0 0 1 0 0,-1 0-1 0 0,1-1 1 0 0,-1 1-1 0 0,1 0 1 0 0,-1 0-1 0 0,1 0 0 0 0,-1 0 1 0 0,1 0-1 0 0,0-1 1 0 0,-1 1-1 0 0,1 0 1 0 0,-1 0-1 0 0,1 1 0 0 0,-1-1 1 0 0,1 0-1 0 0,0 0 1 0 0,-1 0-1 0 0,1 0 1 0 0,-1 0-1 0 0,1 1 1 0 0,-1-1-1 0 0,1 0 0 0 0,-1 0 1 0 0,1 1-1 0 0,-1-1 1 0 0,1 0-1 0 0,-1 1 1 0 0,1-1-1 0 0,-1 0 0 0 0,1 1 1 0 0,-1-1-1 0 0,0 1 1 0 0,1-1-1 0 0,-1 1 1 0 0,0-1-1 0 0,0 1 1 0 0,1-1-1 0 0,-1 1 0 0 0,0-1 1 0 0,0 1-1 0 0,1 0 1 0 0,-1-1-1 0 0,0 1 1 0 0,0-1-1 0 0,0 1 0 0 0,0 0 1 0 0,1 2 193 0 0,-1-2 225 0 0,1 1-100 0 0,2 7-128 0 0,-1 0 1 0 0,0-1 0 0 0,0 1-1 0 0,-1 0 1 0 0,0 0-1 0 0,0 0 1 0 0,-1 0 0 0 0,-1 9-1 0 0,-13 78 1092 0 0,7-56-579 0 0,-4 93 1256 0 0,11-129-1966 0 0,0 1 8 0 0,0 0 0 0 0,1 0-1 0 0,-1 1 1 0 0,3 4-1 0 0,-1 2 61 0 0,-2-11 105 0 0,2-1-170 0 0,0-1-26 0 0,0 0 0 0 0,0 0 0 0 0,0 1 1 0 0,0-2-1 0 0,0 1 0 0 0,0 0 1 0 0,-1 0-1 0 0,1-1 0 0 0,0 1 1 0 0,-1 0-1 0 0,1-1 0 0 0,-1 0 0 0 0,0 1 1 0 0,1-1-1 0 0,1-3 0 0 0,2-5 17 0 0,0 0 1 0 0,3-10-1 0 0,3-6-47 0 0,5-8 73 0 0,17-52 0 0 0,6-17 417 0 0,-12 51-292 0 0,-23 46-152 0 0,-1 1 1 0 0,1 0-1 0 0,0 0 0 0 0,0 0 1 0 0,0 0-1 0 0,10-7 0 0 0,-11 10 40 0 0,-2 1-74 0 0,0 1 0 0 0,1-1 0 0 0,-1 1 0 0 0,0-1 0 0 0,0 1 0 0 0,1-1 0 0 0,-1 1 0 0 0,0 0 0 0 0,0-1 0 0 0,1 1 0 0 0,-1 0 0 0 0,0 0-1 0 0,1 0 1 0 0,-1 0 0 0 0,0 0 0 0 0,0 1 0 0 0,1-1 0 0 0,-1 0 0 0 0,0 1 0 0 0,1-1 0 0 0,-1 0 0 0 0,0 1 0 0 0,0-1 0 0 0,0 1 0 0 0,0 0 0 0 0,1-1 0 0 0,-1 1 0 0 0,0 0-1 0 0,0 0 1 0 0,0 0 0 0 0,0 0 0 0 0,-1 0 0 0 0,2 1 0 0 0,1 2 4 0 0,-1 0 1 0 0,-1 1-1 0 0,1-1 0 0 0,-1 0 0 0 0,1 0 1 0 0,-1 1-1 0 0,0 4 0 0 0,1 4-1 0 0,-1 0 0 0 0,0 0 0 0 0,-1-1 0 0 0,-1 1 0 0 0,-3 18 0 0 0,-16 65 28 0 0,11-58 30 0 0,0 3-61 0 0,0 3-20 0 0,9-43-46 0 0,2-3 42 0 0,0 0 0 0 0,0 0 0 0 0,-1 0 0 0 0,1 0 0 0 0,-1 0 0 0 0,1 0 1 0 0,-1 0-1 0 0,0-1 0 0 0,0 1 0 0 0,1-4 0 0 0,1-2 9 0 0,26-56 5 0 0,-14 30 54 0 0,1-1 0 0 0,2 2 0 0 0,36-52 0 0 0,-37 61-54 0 0,-13 18 0 0 0,1-1 0 0 0,0 1 0 0 0,-1 0 0 0 0,2 0 0 0 0,-1 1 0 0 0,1-1 0 0 0,8-5 0 0 0,-4 7 0 0 0,-8 4-2 0 0,-1 0-1 0 0,1 0 0 0 0,-1 0 1 0 0,0 0-1 0 0,1 0 0 0 0,-1 0 0 0 0,1 1 1 0 0,-1-1-1 0 0,0 1 0 0 0,1-1 1 0 0,-1 1-1 0 0,0-1 0 0 0,1 1 1 0 0,-1 0-1 0 0,0 0 0 0 0,0-1 1 0 0,0 1-1 0 0,1 0 0 0 0,-1 0 1 0 0,0 0-1 0 0,0 0 0 0 0,-1 1 1 0 0,1-1-1 0 0,0 0 0 0 0,0 0 1 0 0,0 0-1 0 0,-1 1 0 0 0,1-1 0 0 0,-1 0 1 0 0,1 1-1 0 0,-1-1 0 0 0,1 3 1 0 0,1 5 15 0 0,0 0 0 0 0,0 0 0 0 0,0 17 0 0 0,-2-24-2 0 0,0 22 62 0 0,-2 0 1 0 0,0 1-1 0 0,-2-1 1 0 0,-8 28-1 0 0,9-37-63 0 0,-6 22 28 0 0,-15 38-1 0 0,23-73-9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53.854"/>
    </inkml:context>
    <inkml:brush xml:id="br0">
      <inkml:brushProperty name="width" value="0.1" units="cm"/>
      <inkml:brushProperty name="height" value="0.1" units="cm"/>
      <inkml:brushProperty name="color" value="#FFFFFF"/>
    </inkml:brush>
  </inkml:definitions>
  <inkml:trace contextRef="#ctx0" brushRef="#br0">1 89 2591 0 0,'1'-1'187'0'0,"34"-21"7533"0"0,-35 25-7103 0 0,1 9-209 0 0,0 1 0 0 0,-1-1-1 0 0,-1 0 1 0 0,0 0 0 0 0,-1 1-1 0 0,-5 17 1 0 0,3-13-59 0 0,1 1 0 0 0,-1 29-1 0 0,4-33-287 0 0,2 0-1 0 0,0 0 1 0 0,1 0-1 0 0,0-1 1 0 0,1 1 0 0 0,0-1-1 0 0,1 0 1 0 0,7 13-1 0 0,22 60 51 0 0,-23-53 25 0 0,-10-27-76 0 0,0-41 260 0 0,37-134-173 0 0,-24 111-100 0 0,-10 41-36 0 0,24-88-19 0 0,-22 84 67 0 0,2 0-1 0 0,18-36 0 0 0,-22 48-4 0 0,5-10-98 0 0,-8 17-36 0 0,5 0 62 0 0,4 9 6 0 0,-2 4-36 0 0,-3-4 35 0 0,-2-4 8 0 0,-1 0 0 0 0,-1 1 0 0 0,1-1-1 0 0,0 0 1 0 0,-1 0 0 0 0,0 1 0 0 0,0-1-1 0 0,0 1 1 0 0,1 4 0 0 0,3 15 3 0 0,-2 0 0 0 0,0-1 1 0 0,-2 1-1 0 0,0 0 0 0 0,-3 24 0 0 0,0-29 2 0 0,-4 15 0 0 0,5-23 0 0 0,-6 21-16 0 0,7-30-64 0 0,1-2 72 0 0,1 0-1 0 0,-1-1 1 0 0,0 1-1 0 0,1-1 1 0 0,-1 0-1 0 0,0 1 1 0 0,0-1 0 0 0,0 0-1 0 0,0 1 1 0 0,1-3-1 0 0,-1 1 6 0 0,15-24 30 0 0,24-46 90 0 0,-38 69-120 0 0,0-2 11 0 0,1 1 1 0 0,-1 0-1 0 0,1 0 1 0 0,0 0-1 0 0,0 0 0 0 0,1 0 1 0 0,4-5-1 0 0,12-11-8 0 0,-12 12 0 0 0,0 0 0 0 0,14-10 0 0 0,-1 4 11 0 0,-20 14-9 0 0,-1 1 1 0 0,1 0-1 0 0,-1 0 0 0 0,1 0 1 0 0,-1 0-1 0 0,1 0 1 0 0,-1 0-1 0 0,1 1 0 0 0,-1-1 1 0 0,1 0-1 0 0,-1 0 0 0 0,1 0 1 0 0,-1 0-1 0 0,1 0 1 0 0,-1 1-1 0 0,1-1 0 0 0,-1 0 1 0 0,0 0-1 0 0,1 1 0 0 0,0 0 1 0 0,0-1 0 0 0,0 1-2 0 0,1-1-1 0 0,-1 1 0 0 0,0 0 1 0 0,1-1-1 0 0,-1 1 0 0 0,1 0 1 0 0,-1 0-1 0 0,0 0 0 0 0,0 0 1 0 0,0 0-1 0 0,0 0 0 0 0,0 1 1 0 0,0-1-1 0 0,0 0 0 0 0,0 0 1 0 0,0 1-1 0 0,0-1 0 0 0,-1 1 1 0 0,1-1-1 0 0,0 0 0 0 0,-1 1 1 0 0,1-1-1 0 0,-1 4 0 0 0,2-1 8 0 0,-2-2 71 0 0,2 3 10 0 0,8 30-26 0 0,-2-1 0 0 0,4 42 1 0 0,-9-42 55 0 0,-3-4-76 0 0,-1-23-43 0 0,1-5 0 0 0,-1 0 0 0 0,1 0 0 0 0,0 1 0 0 0,0-1 0 0 0,0 0 0 0 0,0 0 0 0 0,0 1 0 0 0,0-1 0 0 0,2 4 0 0 0,-2-5-61 0 0,0-1 0 0 0,0 1 0 0 0,0 0 0 0 0,0-1 1 0 0,0 1-1 0 0,1-1 0 0 0,-1 1 0 0 0,0 0 0 0 0,0-1 0 0 0,1 1 0 0 0,-1-1 0 0 0,0 1 0 0 0,1 0 0 0 0,-1-1 0 0 0,1 1 0 0 0,-1-1 0 0 0,1 1 0 0 0,-1-1 0 0 0,1 0 0 0 0,-1 1 0 0 0,1-1 1 0 0,-1 1-1 0 0,1-1 0 0 0,-1 0 0 0 0,1 0 0 0 0,0 1 0 0 0,-1-1 0 0 0,2 0 0 0 0,17 0-5129 0 0,-7-2 867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54.446"/>
    </inkml:context>
    <inkml:brush xml:id="br0">
      <inkml:brushProperty name="width" value="0.1" units="cm"/>
      <inkml:brushProperty name="height" value="0.1" units="cm"/>
      <inkml:brushProperty name="color" value="#FFFFFF"/>
    </inkml:brush>
  </inkml:definitions>
  <inkml:trace contextRef="#ctx0" brushRef="#br0">76 137 3599 0 0,'-1'-1'15'0'0,"1"1"-1"0"0,0 0 1 0 0,-1 0-1 0 0,1 0 1 0 0,-1-1 0 0 0,1 1-1 0 0,0 0 1 0 0,-1 0-1 0 0,1 0 1 0 0,-1 0-1 0 0,1 0 1 0 0,0 0-1 0 0,-1 0 1 0 0,1-1-1 0 0,-1 1 1 0 0,1 0-1 0 0,-1 1 1 0 0,1-1-1 0 0,0 0 1 0 0,-1 0-1 0 0,1 0 1 0 0,-1 0-1 0 0,1 0 1 0 0,0 0-1 0 0,-1 0 1 0 0,1 1-1 0 0,-1-1 1 0 0,1 0-1 0 0,0 0 1 0 0,-1 1-1 0 0,1-1 1 0 0,0 0-1 0 0,-1 0 1 0 0,1 1-1 0 0,0-1 1 0 0,0 0-1 0 0,-1 1 1 0 0,1-1-1 0 0,0 0 1 0 0,0 1-1 0 0,0-1 1 0 0,-1 1 0 0 0,-1 2 538 0 0,1-2-372 0 0,0 0 0 0 0,0 0 0 0 0,0 0 0 0 0,0 0 0 0 0,1 0 0 0 0,-1 1 0 0 0,1-1 0 0 0,-1 0 0 0 0,1 0-1 0 0,-1 1 1 0 0,1-1 0 0 0,-1 0 0 0 0,1 1 0 0 0,0-1 0 0 0,0 0 0 0 0,0 1 0 0 0,0-1 0 0 0,0 0 0 0 0,0 1 0 0 0,0-1 0 0 0,0 0 0 0 0,0 1 0 0 0,1-1 0 0 0,-1 0 0 0 0,1 2 0 0 0,0-1 122 0 0,1-1-58 0 0,0 2-156 0 0,1-1-1 0 0,0 0 1 0 0,0-1-1 0 0,-1 1 1 0 0,1 0 0 0 0,0-1-1 0 0,1 0 1 0 0,-1 0-1 0 0,0 0 1 0 0,0 0 0 0 0,0 0-1 0 0,1 0 1 0 0,-1-1-1 0 0,4 0 1 0 0,0 0 195 0 0,0 0 1 0 0,0-1-1 0 0,-1 0 1 0 0,1 0-1 0 0,0-1 1 0 0,10-3-1 0 0,60-20 1397 0 0,-74 24-1635 0 0,0-1 1 0 0,0 0-1 0 0,0 0 0 0 0,0 0 0 0 0,0 0 0 0 0,0 0 0 0 0,-1 0 0 0 0,4-4 0 0 0,1-1 27 0 0,-4 4-47 0 0,0-1-1 0 0,0 1 0 0 0,0 0 1 0 0,-1-1-1 0 0,3-4 0 0 0,-4 6 50 0 0,0 0-4 0 0,-1 0-71 0 0,1-1 21 0 0,-1 1 1 0 0,1-1-1 0 0,-1 1 1 0 0,0-1-1 0 0,1 0 1 0 0,-1 1 0 0 0,-1-1-1 0 0,1 1 1 0 0,0-1-1 0 0,-1 1 1 0 0,1-1-1 0 0,-1 0 1 0 0,0 1 0 0 0,1 0-1 0 0,-1-1 1 0 0,-2-2-1 0 0,1 2-7 0 0,-1-1-1 0 0,0 1 1 0 0,0 0-1 0 0,0 0 0 0 0,0 0 1 0 0,-1 1-1 0 0,1-1 1 0 0,-1 1-1 0 0,-6-4 1 0 0,-15-10 27 0 0,23 14-41 0 0,-1 1 0 0 0,1-1 0 0 0,-1 1 0 0 0,1 0 0 0 0,-1 0 0 0 0,0 0 0 0 0,0 0 0 0 0,0 1 0 0 0,1-1 0 0 0,-1 1 0 0 0,0 0 0 0 0,0-1 0 0 0,0 1 0 0 0,0 1 0 0 0,0-1 0 0 0,0 0 0 0 0,0 1 0 0 0,-4 1 0 0 0,-12 0 0 0 0,16-2 0 0 0,1 0 0 0 0,-1 0 0 0 0,0 1 0 0 0,0-1 0 0 0,1 1 0 0 0,-1-1 0 0 0,0 1 0 0 0,1 0 0 0 0,-1 0 0 0 0,-4 3 0 0 0,-2 0 0 0 0,6-3 0 0 0,0 1 0 0 0,1-1 0 0 0,-1 0 0 0 0,1 1 0 0 0,0-1 0 0 0,-1 1 0 0 0,1 0 0 0 0,0-1 0 0 0,0 1 0 0 0,0 0 0 0 0,-3 4 0 0 0,-5 9 0 0 0,0 6 0 0 0,-8 25 0 0 0,6-15 0 0 0,6-12 34 0 0,0 1 0 0 0,1 0 0 0 0,-3 27 0 0 0,8-39-15 0 0,-1-1 0 0 0,1 0 0 0 0,0 0 0 0 0,0 0 0 0 0,1 0 0 0 0,0 1 0 0 0,0-1-1 0 0,1 0 1 0 0,0 0 0 0 0,2 6 0 0 0,-2-9-18 0 0,0 0 0 0 0,0-1 0 0 0,-1 1 0 0 0,2-1 0 0 0,-1 1 0 0 0,0-1 0 0 0,1 0 0 0 0,0 0 0 0 0,-1 0 0 0 0,1 0 0 0 0,1 0 0 0 0,-1-1 0 0 0,0 1 0 0 0,0-1 0 0 0,1 0 0 0 0,0 0 0 0 0,-1 0 0 0 0,7 2 0 0 0,-4-3 2 0 0,0 1 1 0 0,0-1-1 0 0,0 0 1 0 0,0 0-1 0 0,0-1 1 0 0,0 0-1 0 0,0 0 0 0 0,0 0 1 0 0,12-3-1 0 0,-8 0-323 0 0,0 0-1 0 0,0-1 1 0 0,-1 0-1 0 0,18-10 1 0 0,-7 4-3415 0 0,-1-1-1181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7:54.942"/>
    </inkml:context>
    <inkml:brush xml:id="br0">
      <inkml:brushProperty name="width" value="0.1" units="cm"/>
      <inkml:brushProperty name="height" value="0.1" units="cm"/>
      <inkml:brushProperty name="color" value="#FFFFFF"/>
    </inkml:brush>
  </inkml:definitions>
  <inkml:trace contextRef="#ctx0" brushRef="#br0">6 174 4631 0 0,'0'0'1196'0'0,"1"2"-410"0"0,2 9-126 0 0,-1-1 0 0 0,0 1 0 0 0,-1-1 1 0 0,0 1-1 0 0,-1-1 0 0 0,0 1 1 0 0,-2 16-1 0 0,0 13 396 0 0,8 102 829 0 0,-3-79-1450 0 0,-2-37-337 0 0,-1-24-17 0 0,-1 0-5 0 0,-1 17 53 0 0,2-18 431 0 0,-9-1-456 0 0,8 0-104 0 0,1 0 0 0 0,0 0 0 0 0,0-1 0 0 0,-1 1 0 0 0,1 0 0 0 0,0 0 0 0 0,-1 0 0 0 0,1 0 0 0 0,0-1 0 0 0,0 1 0 0 0,-1 0 0 0 0,1 0 0 0 0,0-1 0 0 0,0 1 0 0 0,-1 0 0 0 0,1 0 0 0 0,0-1 0 0 0,0 1 0 0 0,0 0 0 0 0,0 0 0 0 0,-1-1 0 0 0,1 0 0 0 0,-1-3 0 0 0,0 0 0 0 0,0 0-1 0 0,1 0 1 0 0,-1-1 0 0 0,1 1-1 0 0,0 0 1 0 0,0 0 0 0 0,1-5 0 0 0,8-38 122 0 0,-4 24 64 0 0,3-10 71 0 0,1 0 0 0 0,2 0 1 0 0,1 1-1 0 0,32-57 0 0 0,-23 51-249 0 0,2 1 0 0 0,2 0-1 0 0,56-61 1 0 0,-79 96-101 0 0,1-1 0 0 0,0 1 0 0 0,0 0 1 0 0,0 0-1 0 0,0 0 0 0 0,0 0 0 0 0,0 1 0 0 0,0-1 0 0 0,0 1 0 0 0,1 0 1 0 0,3-2-1 0 0,13 3-4620 0 0,-5 3-507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8:11.613"/>
    </inkml:context>
    <inkml:brush xml:id="br0">
      <inkml:brushProperty name="width" value="0.1" units="cm"/>
      <inkml:brushProperty name="height" value="0.1" units="cm"/>
      <inkml:brushProperty name="color" value="#E71224"/>
    </inkml:brush>
  </inkml:definitions>
  <inkml:trace contextRef="#ctx0" brushRef="#br0">22 1 2847 0 0,'0'0'628'0'0,"-19"10"7179"0"0,17-4-7626 0 0,2 3 22 0 0,-1 1 0 0 0,1-1 0 0 0,1 1 0 0 0,0-1 0 0 0,0 1 0 0 0,3 9 0 0 0,-1-6-63 0 0,-1 0 0 0 0,0 17-1 0 0,1 24 6 0 0,0 10-7 0 0,6 108-93 0 0,-1-51 75 0 0,-2-25-28 0 0,-1 47-214 0 0,-5-130 76 0 0,-1 104-405 0 0,2-92 393 0 0,1-1 0 0 0,10 43 0 0 0,-7-46-683 0 0,0 1 1 0 0,-2 0-1 0 0,2 35 0 0 0,-4-41 394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8:15.379"/>
    </inkml:context>
    <inkml:brush xml:id="br0">
      <inkml:brushProperty name="width" value="0.1" units="cm"/>
      <inkml:brushProperty name="height" value="0.1" units="cm"/>
      <inkml:brushProperty name="color" value="#FFFFFF"/>
    </inkml:brush>
  </inkml:definitions>
  <inkml:trace contextRef="#ctx0" brushRef="#br0">41 13 3567 0 0,'0'0'432'0'0,"-2"-7"1134"0"0,-10 2 1655 0 0,12 5-3165 0 0,0 0 0 0 0,0 0 0 0 0,-1 0 0 0 0,1 0 0 0 0,0 0 0 0 0,0 0 0 0 0,0 0-1 0 0,-1 0 1 0 0,1 0 0 0 0,0 0 0 0 0,0 0 0 0 0,0 0 0 0 0,0 0 0 0 0,-1 0 0 0 0,1 0 0 0 0,0 0 0 0 0,0 1 0 0 0,0-1 0 0 0,0 0 0 0 0,0 0 0 0 0,-1 0 0 0 0,1 0 0 0 0,0 0 0 0 0,0 1-1 0 0,0-1 1 0 0,0 0 0 0 0,0 0 0 0 0,0 0 0 0 0,0 0 0 0 0,0 1 0 0 0,0-1 0 0 0,0 0 0 0 0,0 0 0 0 0,-1 0 0 0 0,1 1 0 0 0,0-1 0 0 0,0 0 0 0 0,0 0 0 0 0,0 0 0 0 0,0 0 0 0 0,1 1-1 0 0,-1-1 1 0 0,0 0 0 0 0,0 0 0 0 0,6 90 1608 0 0,-5-56-1530 0 0,0 68 200 0 0,-2-86-358 0 0,-1 0 0 0 0,0 0 0 0 0,-1 0 0 0 0,-7 20 0 0 0,8-30-315 0 0,-5 17 7 0 0,4-9-3625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8:16.149"/>
    </inkml:context>
    <inkml:brush xml:id="br0">
      <inkml:brushProperty name="width" value="0.1" units="cm"/>
      <inkml:brushProperty name="height" value="0.1" units="cm"/>
      <inkml:brushProperty name="color" value="#FFFFFF"/>
    </inkml:brush>
  </inkml:definitions>
  <inkml:trace contextRef="#ctx0" brushRef="#br0">1 80 2071 0 0,'6'-5'246'0'0,"1"-1"178"0"0,1 1 0 0 0,-1 0 0 0 0,1 0 0 0 0,0 1 0 0 0,0 0 0 0 0,16-5 0 0 0,52-10 1454 0 0,-53 14-1474 0 0,6 0 20 0 0,0 1 0 0 0,49 0 0 0 0,-74 5-330 0 0,1-1 1 0 0,-1 1-1 0 0,1-1 0 0 0,-1 1 0 0 0,1 0 0 0 0,-1 1 0 0 0,0-1 0 0 0,1 1 0 0 0,-1 0 0 0 0,0 0 0 0 0,0 0 0 0 0,0 1 1 0 0,0-1-1 0 0,-1 1 0 0 0,1 0 0 0 0,-1 0 0 0 0,1 0 0 0 0,2 5 0 0 0,2 2 55 0 0,0 1 0 0 0,-1-1-1 0 0,-1 1 1 0 0,0 1 0 0 0,6 14-1 0 0,-10-22-133 0 0,-1 0 1 0 0,1 0-1 0 0,-1 0 0 0 0,0 0 0 0 0,0 0 0 0 0,0 0 0 0 0,0 0 1 0 0,-1 1-1 0 0,1-1 0 0 0,-1 0 0 0 0,0 0 0 0 0,0 1 0 0 0,-1-1 0 0 0,0 0 1 0 0,1 0-1 0 0,-1 0 0 0 0,-1 0 0 0 0,1 0 0 0 0,0 0 0 0 0,-1 0 0 0 0,0 0 1 0 0,0 0-1 0 0,0 0 0 0 0,-1-1 0 0 0,1 1 0 0 0,-1-1 0 0 0,0 0 0 0 0,0 0 1 0 0,0 0-1 0 0,-4 4 0 0 0,-4 0-60 0 0,1 0 0 0 0,-1-1 0 0 0,0 0 0 0 0,-1-1 0 0 0,1 0 0 0 0,-1-1-1 0 0,0 0 1 0 0,-15 3 0 0 0,15-5-257 0 0,0-1-1 0 0,0 0 1 0 0,0 0 0 0 0,0-1-1 0 0,-16-2 1 0 0,23 1 260 0 0,-1 0 0 0 0,0 0 0 0 0,1-1 1 0 0,-1 1-1 0 0,1-2 0 0 0,-1 1 0 0 0,1 0 1 0 0,0-1-1 0 0,-9-6 0 0 0,12 7 31 0 0,0 0 0 0 0,0 0 0 0 0,0 1 0 0 0,0-1-1 0 0,0-1 1 0 0,0 1 0 0 0,0 0 0 0 0,1 0 0 0 0,-1-1 0 0 0,1 1 0 0 0,0-1 0 0 0,0 1 0 0 0,0-1-1 0 0,0 0 1 0 0,0 1 0 0 0,1-1 0 0 0,-1 0 0 0 0,1 0 0 0 0,-1 1 0 0 0,1-1 0 0 0,0 0-1 0 0,1-4 1 0 0,0 4 11 0 0,0 1 0 0 0,0-1 0 0 0,0 1 0 0 0,1 0 0 0 0,-1 0 0 0 0,1 0 0 0 0,0 0 0 0 0,0 0 0 0 0,0 0 0 0 0,0 0 0 0 0,2-2 0 0 0,-1 3 18 0 0,0-1 0 0 0,0 0 1 0 0,0 1-1 0 0,1 0 0 0 0,-1 0 0 0 0,0 0 0 0 0,0 0 0 0 0,1 0 0 0 0,-1 1 0 0 0,0-1 0 0 0,1 1 0 0 0,-1 0 0 0 0,1 0 0 0 0,-1 0 0 0 0,0 1 0 0 0,1-1 0 0 0,-1 1 0 0 0,0 0 1 0 0,5 1-1 0 0,6 4 115 0 0,-1-1 0 0 0,0 1 1 0 0,15 11-1 0 0,-14-9-73 0 0,-9-5 26 0 0,1 1 1 0 0,-1-1-1 0 0,0 1 1 0 0,0 0-1 0 0,0 1 0 0 0,0-1 1 0 0,-1 1-1 0 0,0 0 1 0 0,0 0-1 0 0,0 0 0 0 0,6 12 1 0 0,-6-6-38 0 0,1 0 1 0 0,-2 1-1 0 0,1-1 1 0 0,-2 1-1 0 0,3 18 0 0 0,-5-27-56 0 0,2 13 88 0 0,1 0 0 0 0,7 24-1 0 0,-8-35-247 0 0,0 1-1 0 0,0-1 1 0 0,1 1-1 0 0,0-1 1 0 0,0 0-1 0 0,1 0 0 0 0,-1-1 1 0 0,1 1-1 0 0,0-1 1 0 0,7 7-1 0 0,-7-8-535 0 0,1 1-1 0 0,-1-1 0 0 0,1 1 0 0 0,0-1 1 0 0,8 3-1 0 0,-6-3-1698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8:16.678"/>
    </inkml:context>
    <inkml:brush xml:id="br0">
      <inkml:brushProperty name="width" value="0.1" units="cm"/>
      <inkml:brushProperty name="height" value="0.1" units="cm"/>
      <inkml:brushProperty name="color" value="#FFFFFF"/>
    </inkml:brush>
  </inkml:definitions>
  <inkml:trace contextRef="#ctx0" brushRef="#br0">6 90 3247 0 0,'0'0'536'0'0,"8"6"-290"0"0,-4-5-204 0 0,0 1 0 0 0,0-2 0 0 0,1 1 0 0 0,-1 0 1 0 0,0-1-1 0 0,1 0 0 0 0,-1 0 0 0 0,1 0 0 0 0,-1 0 1 0 0,0-1-1 0 0,9-1 0 0 0,-6 0 230 0 0,1 0 0 0 0,-1-1 0 0 0,1 0 0 0 0,-1 0 0 0 0,13-8 0 0 0,-19 10-128 0 0,0 1-119 0 0,-1 0 0 0 0,1 0 0 0 0,-1-1-1 0 0,1 1 1 0 0,0 0 0 0 0,-1-1 0 0 0,1 1-1 0 0,-1-1 1 0 0,1 1 0 0 0,-1 0-1 0 0,1-1 1 0 0,-1 1 0 0 0,0-1 0 0 0,1 0-1 0 0,-1 1 1 0 0,0-1 0 0 0,1 1 0 0 0,-1-1-1 0 0,0 1 1 0 0,0-1 0 0 0,1 0-1 0 0,-1 1 1 0 0,0-1 0 0 0,0 0 0 0 0,0 1-1 0 0,0-1 1 0 0,0-1 0 0 0,1-22 248 0 0,-1 21-228 0 0,-1-1 0 0 0,0 1 0 0 0,1-1 0 0 0,-1 1-1 0 0,0-1 1 0 0,-3-6 0 0 0,3 10 19 0 0,-10-2 39 0 0,-8 2-24 0 0,16 1-70 0 0,1-1 1 0 0,-1 1 0 0 0,1 1-1 0 0,-1-1 1 0 0,1 0 0 0 0,0 1-1 0 0,-1-1 1 0 0,1 1 0 0 0,0-1-1 0 0,0 1 1 0 0,-2 3-1 0 0,-21 24 17 0 0,23-27-29 0 0,-7 10 3 0 0,-16 26 0 0 0,23-35 0 0 0,1 1 0 0 0,-1-1 0 0 0,0 1 0 0 0,1 0 0 0 0,0 0 0 0 0,0 0 0 0 0,0 0 0 0 0,0 0 0 0 0,1 0 0 0 0,-1 0 0 0 0,1 0 0 0 0,1 7 0 0 0,0-9 0 0 0,-1 0 0 0 0,1 0 0 0 0,1 0 0 0 0,-1 0 0 0 0,0 0 0 0 0,0-1 0 0 0,1 1 0 0 0,1 2 0 0 0,4 0 11 0 0,1 0-1 0 0,-1-1 1 0 0,1 0-1 0 0,-1 0 1 0 0,1-1-1 0 0,0 1 1 0 0,0-2-1 0 0,0 1 1 0 0,0-1-1 0 0,13 0 0 0 0,-5 0-1436 0 0,22 5 0 0 0,-28-3-837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8:17.107"/>
    </inkml:context>
    <inkml:brush xml:id="br0">
      <inkml:brushProperty name="width" value="0.1" units="cm"/>
      <inkml:brushProperty name="height" value="0.1" units="cm"/>
      <inkml:brushProperty name="color" value="#FFFFFF"/>
    </inkml:brush>
  </inkml:definitions>
  <inkml:trace contextRef="#ctx0" brushRef="#br0">135 18 2303 0 0,'1'-1'85'0'0,"-1"1"1"0"0,1 0-1 0 0,-1 0 0 0 0,1 0 0 0 0,-1-1 0 0 0,0 1 0 0 0,1 0 0 0 0,-1-1 0 0 0,1 1 0 0 0,-1 0 0 0 0,0-1 0 0 0,1 1 0 0 0,-1 0 0 0 0,0-1 0 0 0,1 1 0 0 0,-1-1 0 0 0,0 1 0 0 0,0-1 0 0 0,0 1 0 0 0,1 0 0 0 0,-1-1 0 0 0,0 1 0 0 0,0-1 0 0 0,0 1 0 0 0,0-1 0 0 0,0 1 0 0 0,0-1 0 0 0,0 1 0 0 0,0-1 0 0 0,0 1 0 0 0,0-1 0 0 0,0 1 0 0 0,0-1 0 0 0,0 1 0 0 0,0-1 0 0 0,-1 1 0 0 0,1-1 0 0 0,-1 0 314 0 0,-13 4 343 0 0,3 1-633 0 0,1 0-1 0 0,-1 1 1 0 0,1 0-1 0 0,0 1 1 0 0,1 0-1 0 0,-1 1 1 0 0,-13 13-1 0 0,21-19-80 0 0,1-1-22 0 0,0 0 0 0 0,1 1 0 0 0,-1-1 0 0 0,1 0 0 0 0,-1 1 0 0 0,0-1 0 0 0,1 1 0 0 0,-1-1 0 0 0,1 1 1 0 0,0-1-1 0 0,-1 1 0 0 0,1-1 0 0 0,-1 1 0 0 0,1 0 0 0 0,0-1 0 0 0,-1 1 0 0 0,1 0 0 0 0,0-1 0 0 0,0 1 1 0 0,-1 0-1 0 0,1 0 0 0 0,-2 8 8 0 0,2-8-14 0 0,0-1 0 0 0,-1 1 0 0 0,1-1 0 0 0,0 1 0 0 0,0-1 0 0 0,0 1 0 0 0,0-1 0 0 0,0 1 0 0 0,0-1 0 0 0,0 1 0 0 0,0 0 0 0 0,0-1 0 0 0,0 1 0 0 0,0-1 0 0 0,0 1 0 0 0,0-1 0 0 0,0 1 0 0 0,1-1 0 0 0,-1 1 0 0 0,0-1 0 0 0,0 1 0 0 0,1-1 0 0 0,-1 1 0 0 0,0-1 0 0 0,1 1 0 0 0,-1-1 0 0 0,0 0 0 0 0,1 1 0 0 0,-1-1 0 0 0,1 0 0 0 0,0 1 0 0 0,0 0 0 0 0,5 5 11 0 0,1 0 0 0 0,0-1 0 0 0,0 0 0 0 0,1 0 0 0 0,14 7 0 0 0,14 9 410 0 0,-35-21-368 0 0,0 1 1 0 0,0-1-1 0 0,0 1 0 0 0,0 0 1 0 0,0 0-1 0 0,0-1 0 0 0,0 1 1 0 0,-1 0-1 0 0,1 0 0 0 0,0 0 1 0 0,-1 0-1 0 0,1 0 0 0 0,0 0 1 0 0,-1 0-1 0 0,1 0 0 0 0,-1 0 1 0 0,0 0-1 0 0,1 0 0 0 0,-1 1 1 0 0,0-1-1 0 0,0 0 0 0 0,0 0 1 0 0,0 2-1 0 0,0-1-1 0 0,0 0-1 0 0,-1 0 1 0 0,0-1-1 0 0,1 1 1 0 0,-1 0 0 0 0,0-1-1 0 0,0 1 1 0 0,0-1-1 0 0,0 1 1 0 0,0-1 0 0 0,0 1-1 0 0,-1-1 1 0 0,-1 2-1 0 0,-4 3 39 0 0,-1 0-1 0 0,0 0 1 0 0,0-1-1 0 0,-11 5 0 0 0,4-3-189 0 0,-17 9-317 0 0,12-4-3390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8:17.647"/>
    </inkml:context>
    <inkml:brush xml:id="br0">
      <inkml:brushProperty name="width" value="0.1" units="cm"/>
      <inkml:brushProperty name="height" value="0.1" units="cm"/>
      <inkml:brushProperty name="color" value="#FFFFFF"/>
    </inkml:brush>
  </inkml:definitions>
  <inkml:trace contextRef="#ctx0" brushRef="#br0">15 89 3711 0 0,'0'0'866'0'0,"6"8"-222"0"0,-1-5-522 0 0,-1 0 0 0 0,1-1 1 0 0,-1 0-1 0 0,1 0 0 0 0,0 0 0 0 0,0-1 1 0 0,0 1-1 0 0,0-1 0 0 0,0 0 0 0 0,0-1 1 0 0,0 1-1 0 0,0-1 0 0 0,0 0 0 0 0,9-1 1 0 0,-8 0 15 0 0,0 0-1 0 0,-1 0 1 0 0,1 0 0 0 0,-1-1 0 0 0,1 1-1 0 0,-1-1 1 0 0,0-1 0 0 0,1 1 0 0 0,-1-1-1 0 0,-1 0 1 0 0,1 0 0 0 0,0 0 0 0 0,4-5-1 0 0,-8 7 23 0 0,0-1-75 0 0,0 0 0 0 0,1-1 0 0 0,-1 1 0 0 0,0-1 0 0 0,-1 0-1 0 0,1 1 1 0 0,0-6 0 0 0,1-38 754 0 0,-2 46-833 0 0,-1-1-1 0 0,1 1 1 0 0,0 0 0 0 0,0-1 0 0 0,0 1 0 0 0,0-1 0 0 0,0 1 0 0 0,-1 0 0 0 0,1-1 0 0 0,0 1 0 0 0,0-1 0 0 0,-1 1 0 0 0,1 0-1 0 0,0-1 1 0 0,-1 1 0 0 0,1 0 0 0 0,0-1 0 0 0,-1 1 0 0 0,1 0 0 0 0,-1 0 0 0 0,1-1 0 0 0,0 1 0 0 0,-1 0 0 0 0,1 0-1 0 0,-1 0 1 0 0,1 0 0 0 0,-1 0 0 0 0,1-1 0 0 0,-1 1 0 0 0,-11-1 131 0 0,7 3-120 0 0,-1 0-1 0 0,1 0 0 0 0,0 1 0 0 0,0 0 0 0 0,0 0 1 0 0,0 0-1 0 0,-8 7 0 0 0,-1 1 20 0 0,6-6-13 0 0,-10 7 31 0 0,-21 19 0 0 0,35-28-54 0 0,0 1 1 0 0,0-1 0 0 0,1 1-1 0 0,-1 0 1 0 0,1 1 0 0 0,0-1 0 0 0,0 1-1 0 0,1-1 1 0 0,-1 1 0 0 0,-3 9-1 0 0,5-12 0 0 0,1-2 0 0 0,0 1 0 0 0,-1-1 0 0 0,1 1 0 0 0,0-1 0 0 0,0 1 0 0 0,0-1 0 0 0,-1 1 0 0 0,1 0 0 0 0,0-1 0 0 0,0 1 0 0 0,0-1 0 0 0,0 1 0 0 0,0-1 0 0 0,0 1 0 0 0,0 0 0 0 0,0-1 0 0 0,0 1 0 0 0,1-1 0 0 0,-1 1 0 0 0,0-1 0 0 0,0 1 0 0 0,1 0 0 0 0,-1 1 0 0 0,1 0 0 0 0,0 0 0 0 0,-1-1 0 0 0,1 1 0 0 0,0 0 0 0 0,0-1 0 0 0,0 1 0 0 0,0-1 0 0 0,1 1 0 0 0,-1-1 0 0 0,0 1 0 0 0,1-1 0 0 0,-1 0 0 0 0,1 0 0 0 0,-1 0 0 0 0,1 0 0 0 0,-1 0 0 0 0,1 0 0 0 0,2 1 0 0 0,5 2 0 0 0,1 0 0 0 0,13 3 0 0 0,-8-2 0 0 0,63 18-84 0 0,-47-15-3196 0 0,-22-6-124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8:18.042"/>
    </inkml:context>
    <inkml:brush xml:id="br0">
      <inkml:brushProperty name="width" value="0.1" units="cm"/>
      <inkml:brushProperty name="height" value="0.1" units="cm"/>
      <inkml:brushProperty name="color" value="#FFFFFF"/>
    </inkml:brush>
  </inkml:definitions>
  <inkml:trace contextRef="#ctx0" brushRef="#br0">18 42 2615 0 0,'-1'-4'232'0'0,"1"2"-78"0"0,-1 1 0 0 0,1-1 0 0 0,0 0 0 0 0,0 1 0 0 0,-1-1 0 0 0,1 1 0 0 0,0-1 0 0 0,0 0 0 0 0,1 1 0 0 0,-1-1 0 0 0,0 0 0 0 0,1 1 0 0 0,0-3 0 0 0,-1 3 37 0 0,1 0-1 0 0,0 0 0 0 0,0 0 1 0 0,0 0-1 0 0,-1 0 0 0 0,1 0 1 0 0,0 0-1 0 0,0 0 0 0 0,0 1 1 0 0,0-1-1 0 0,3-1 1256 0 0,-2 22 258 0 0,-16 37-40 0 0,8-37-1470 0 0,2-1-1 0 0,-4 29 0 0 0,8-36-122 0 0,-1 0-1 0 0,1 0 0 0 0,1 0 0 0 0,1 0 1 0 0,-1 0-1 0 0,6 16 0 0 0,-2-14-54 0 0,0 1 0 0 0,1-1 0 0 0,1 0 0 0 0,0-1 0 0 0,10 14 0 0 0,-16-26-266 0 0,4 8-692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8:18.387"/>
    </inkml:context>
    <inkml:brush xml:id="br0">
      <inkml:brushProperty name="width" value="0.1" units="cm"/>
      <inkml:brushProperty name="height" value="0.1" units="cm"/>
      <inkml:brushProperty name="color" value="#FFFFFF"/>
    </inkml:brush>
  </inkml:definitions>
  <inkml:trace contextRef="#ctx0" brushRef="#br0">1 1 4519 0 0,'0'0'1040'0'0,"1"0"-412"0"0,165 15 4339 0 0,-104-12-4745 0 0,57 2-368 0 0,-40-4-3877 0 0,-57-2 911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8:28.237"/>
    </inkml:context>
    <inkml:brush xml:id="br0">
      <inkml:brushProperty name="width" value="0.1" units="cm"/>
      <inkml:brushProperty name="height" value="0.1" units="cm"/>
      <inkml:brushProperty name="color" value="#E71224"/>
    </inkml:brush>
  </inkml:definitions>
  <inkml:trace contextRef="#ctx0" brushRef="#br0">107 12 2015 0 0,'-2'-1'45'0'0,"1"0"-1"0"0,0 0 1 0 0,0 0-1 0 0,0 1 0 0 0,0-1 1 0 0,-1 0-1 0 0,1 1 0 0 0,0-1 1 0 0,-1 1-1 0 0,1-1 1 0 0,0 1-1 0 0,-1 0 0 0 0,1 0 1 0 0,0-1-1 0 0,-1 1 0 0 0,-1 0 1 0 0,-23 4 481 0 0,16-2-375 0 0,-36-1 313 0 0,56-4 245 0 0,-1 1 0 0 0,1 0 0 0 0,12 0 0 0 0,85 11 1081 0 0,-76-5-977 0 0,63 1-1 0 0,-80-5-499 0 0,0 1-1 0 0,17 3 1 0 0,2 0-310 0 0,287 3 581 0 0,-197-15-4042 0 0,-94 6-84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9:09.272"/>
    </inkml:context>
    <inkml:brush xml:id="br0">
      <inkml:brushProperty name="width" value="0.1" units="cm"/>
      <inkml:brushProperty name="height" value="0.1" units="cm"/>
      <inkml:brushProperty name="color" value="#FFFFFF"/>
    </inkml:brush>
  </inkml:definitions>
  <inkml:trace contextRef="#ctx0" brushRef="#br0">2 533 4055 0 0,'0'0'2315'0'0,"0"-3"-1806"0"0,0-14 4860 0 0,-2-52-1139 0 0,2 62-4077 0 0,0 0 0 0 0,0 0 1 0 0,1 0-1 0 0,0 0 0 0 0,0 0 0 0 0,3-8 1 0 0,16-42 349 0 0,-14 41-422 0 0,64-200 263 0 0,-67 203-304 0 0,-2 9-38 0 0,0-1-1 0 0,0 1 0 0 0,0 0 0 0 0,0-1 1 0 0,1 1-1 0 0,-1 0 0 0 0,1 0 0 0 0,0 0 1 0 0,1 0-1 0 0,-1 0 0 0 0,1 1 0 0 0,-1-1 1 0 0,1 1-1 0 0,0 0 0 0 0,1-1 0 0 0,-1 1 1 0 0,0 1-1 0 0,7-5 0 0 0,-8 6-1 0 0,-1 0 0 0 0,1-1 0 0 0,0 1 0 0 0,0 1 0 0 0,1-1 0 0 0,-1 0 0 0 0,0 0 0 0 0,0 1 0 0 0,0-1 0 0 0,0 1 0 0 0,1 0 0 0 0,-1 0 0 0 0,0 0 0 0 0,0 0 0 0 0,4 0 0 0 0,-4 1 0 0 0,0-1 0 0 0,-1 1 0 0 0,1 0 0 0 0,0-1 0 0 0,0 1 0 0 0,-1 0 0 0 0,1 0 0 0 0,-1 0 0 0 0,1 1 0 0 0,-1-1 0 0 0,1 0 0 0 0,-1 1 0 0 0,0-1 0 0 0,2 3 0 0 0,1 2 0 0 0,0 1 0 0 0,-1 0 0 0 0,0-1 0 0 0,0 2 0 0 0,-1-1 0 0 0,3 10 0 0 0,-4-15 0 0 0,3 16 2 0 0,49 154 60 0 0,-12-52 114 0 0,-37-104-146 0 0,0 0-1 0 0,-1 0 0 0 0,-1 0 1 0 0,-1 0-1 0 0,-1 30 0 0 0,-1-32-126 0 0,1-13 5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9:09.643"/>
    </inkml:context>
    <inkml:brush xml:id="br0">
      <inkml:brushProperty name="width" value="0.1" units="cm"/>
      <inkml:brushProperty name="height" value="0.1" units="cm"/>
      <inkml:brushProperty name="color" value="#FFFFFF"/>
    </inkml:brush>
  </inkml:definitions>
  <inkml:trace contextRef="#ctx0" brushRef="#br0">1 18 4055 0 0,'0'0'312'0'0,"17"-5"300"0"0,0 1 1065 0 0,1 1 0 0 0,-1 0-1 0 0,36 0 1 0 0,-17 5-206 0 0,58 10 0 0 0,13 1-1768 0 0,-87-12-3191 0 0,-1 0-1180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9:10.966"/>
    </inkml:context>
    <inkml:brush xml:id="br0">
      <inkml:brushProperty name="width" value="0.1" units="cm"/>
      <inkml:brushProperty name="height" value="0.1" units="cm"/>
      <inkml:brushProperty name="color" value="#FFFFFF"/>
    </inkml:brush>
  </inkml:definitions>
  <inkml:trace contextRef="#ctx0" brushRef="#br0">2 62 4087 0 0,'0'0'4448'0'0,"-2"9"-1117"0"0,10-16-2971 0 0,0 1-1 0 0,1-1 1 0 0,-1 2 0 0 0,1-1 0 0 0,10-3-1 0 0,24-17 486 0 0,-40 24-779 0 0,-2 2-43 0 0,3-3 218 0 0,-3 4-229 0 0,-1 0 0 0 0,1 0 0 0 0,-1 0 0 0 0,1 0 0 0 0,-1 1 0 0 0,1-1 0 0 0,-1 0 0 0 0,0 0 0 0 0,0 0 0 0 0,0 0 0 0 0,1 0 0 0 0,-1 0 0 0 0,-1 2 0 0 0,4 36 182 0 0,-3-19 43 0 0,2-1 1 0 0,0 0 0 0 0,7 27-1 0 0,-4-27-72 0 0,-1 0-1 0 0,0 0 1 0 0,-1 0 0 0 0,-1 1-1 0 0,-1-1 1 0 0,-2 37-1 0 0,-4-17-116 0 0,-1 62 294 0 0,6-100-185 0 0,-11-2-90 0 0,0 0 1 0 0,0 0-1 0 0,-13-4 1 0 0,0-1-5 0 0,19 5-63 0 0,5 1 0 0 0,0-1 0 0 0,-1 1 0 0 0,1 0 0 0 0,0 0 0 0 0,0 0 0 0 0,0 0 0 0 0,0 0 0 0 0,0-1 0 0 0,-1 1 0 0 0,1 0 0 0 0,0 0 0 0 0,0 0 0 0 0,0-1 0 0 0,0 1 0 0 0,0 0 0 0 0,0 0 0 0 0,0 0 0 0 0,0-1 0 0 0,0 1 0 0 0,0 0 0 0 0,0 0 0 0 0,0 0 0 0 0,0-1 0 0 0,0 1 0 0 0,0 0 0 0 0,0 0 0 0 0,0 0 0 0 0,0-1 0 0 0,0 1 0 0 0,0 0 0 0 0,0 0 0 0 0,0 0 0 0 0,0-1 0 0 0,0 1 0 0 0,1 0 0 0 0,-1 0 0 0 0,0 0 0 0 0,0 0 0 0 0,0-1 0 0 0,0 1 0 0 0,0 0 0 0 0,1 0 0 0 0,-1 0 0 0 0,0 0 0 0 0,0 0 0 0 0,0 0 0 0 0,0 0 0 0 0,1-1 0 0 0,-1 1 0 0 0,0 0 0 0 0,0 0 0 0 0,1 0 0 0 0,7-5 0 0 0,9 0 8 0 0,0 0 0 0 0,0 1-1 0 0,24-1 1 0 0,54-1 69 0 0,-71 5-46 0 0,7 0 356 0 0,2 1-1553 0 0,-14-1-4394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9:12.028"/>
    </inkml:context>
    <inkml:brush xml:id="br0">
      <inkml:brushProperty name="width" value="0.1" units="cm"/>
      <inkml:brushProperty name="height" value="0.1" units="cm"/>
      <inkml:brushProperty name="color" value="#FFFFFF"/>
    </inkml:brush>
  </inkml:definitions>
  <inkml:trace contextRef="#ctx0" brushRef="#br0">50 67 3079 0 0,'-12'14'1058'0'0,"-2"-1"1150"0"0,10-9-1052 0 0,-1 1-1 0 0,1 0 1 0 0,-6 7 1783 0 0,25-14-2011 0 0,34-31 1136 0 0,-35 21-1808 0 0,1 0 0 0 0,-2-1 0 0 0,21-24 0 0 0,-32 33-218 0 0,-2 4-25 0 0,1-1 0 0 0,-1 1 0 0 0,0-1 0 0 0,0 1 1 0 0,1-1-1 0 0,-1 1 0 0 0,0 0 0 0 0,1-1 0 0 0,-1 1 0 0 0,0 0 1 0 0,1-1-1 0 0,-1 1 0 0 0,0 0 0 0 0,1 0 0 0 0,-1-1 0 0 0,1 1 1 0 0,-1 0-1 0 0,1 0 0 0 0,0 0-4 0 0,0 0 0 0 0,0 0-1 0 0,0 1 1 0 0,-1-1 0 0 0,1 1 0 0 0,0-1 0 0 0,0 1 0 0 0,-1-1 0 0 0,1 1-1 0 0,0-1 1 0 0,-1 1 0 0 0,1 0 0 0 0,-1-1 0 0 0,1 1 0 0 0,-1 0 0 0 0,1 0 0 0 0,-1-1-1 0 0,1 3 1 0 0,2 1 32 0 0,-1 0-1 0 0,0 1 1 0 0,0-1 0 0 0,-1 1-1 0 0,1-1 1 0 0,-1 1-1 0 0,1 9 1 0 0,0 36 518 0 0,-1-27-383 0 0,10 91 199 0 0,-1 2-196 0 0,-9-83-46 0 0,-2-21-107 0 0,2 0-1 0 0,-1 0 1 0 0,4 16-1 0 0,-2-21-15 0 0,0 0 0 0 0,1 0-1 0 0,-1 0 1 0 0,1-1 0 0 0,1 1-1 0 0,-1-1 1 0 0,1 0 0 0 0,8 10-1 0 0,-12-15 271 0 0,2-4-393 0 0,-2 3 115 0 0,0 0-1 0 0,1-1 1 0 0,-1 1-1 0 0,0-1 1 0 0,1 1 0 0 0,-1-1-1 0 0,0 1 1 0 0,0-1-1 0 0,0 1 1 0 0,1-1-1 0 0,-1 1 1 0 0,0-1 0 0 0,0 1-1 0 0,0-1 1 0 0,0 1-1 0 0,0-1 1 0 0,0 1 0 0 0,0-1-1 0 0,0 0 1 0 0,0 1-1 0 0,0-1 1 0 0,0 1 0 0 0,0-1-1 0 0,-1 1 1 0 0,1-1-1 0 0,0 1 1 0 0,0-1 0 0 0,0 1-1 0 0,-1-1 1 0 0,1 1-1 0 0,0-1 1 0 0,-1 1-1 0 0,1 0 1 0 0,0-1 0 0 0,-1 1-1 0 0,1-1 1 0 0,-1 1-1 0 0,1 0 1 0 0,0-1 0 0 0,-2 1-1 0 0,-2-3 12 0 0,-1 1 0 0 0,0 1 0 0 0,0-1 0 0 0,0 0 0 0 0,0 1 0 0 0,-1 0 0 0 0,1 1 0 0 0,0-1 0 0 0,0 1 0 0 0,-1 0 0 0 0,-7 0 0 0 0,-18 0-33 0 0,31 0 20 0 0,0 0 0 0 0,-1 0 0 0 0,1 0 0 0 0,0 0 0 0 0,0 0 0 0 0,0 0 0 0 0,0 0 0 0 0,0 0 0 0 0,-1 0 0 0 0,1 0 0 0 0,0 0 0 0 0,0 0 0 0 0,0 0 0 0 0,0 0 0 0 0,0 0 0 0 0,-1 0 0 0 0,1 0 0 0 0,0-1 0 0 0,0 1 0 0 0,0 0 0 0 0,0 0 0 0 0,0 0 0 0 0,0 0 0 0 0,-1 0 0 0 0,1 0 0 0 0,0 0 0 0 0,0 0 0 0 0,0 0 0 0 0,0-1 0 0 0,0 1 0 0 0,0 0 0 0 0,0 0 0 0 0,0 0 0 0 0,0 0 0 0 0,0 0 0 0 0,0 0 0 0 0,-1-1 0 0 0,1 1 0 0 0,0 0 0 0 0,0 0 0 0 0,0 0 0 0 0,0 0 0 0 0,0 0 0 0 0,0-1 0 0 0,0 1 0 0 0,0 0 0 0 0,0 0 0 0 0,0 0 0 0 0,0 0 0 0 0,0 0 0 0 0,1-1 0 0 0,-1 1 0 0 0,0 0 0 0 0,4-6 0 0 0,-3 6 0 0 0,8-4 0 0 0,0 0 0 0 0,0 0 0 0 0,0 1 0 0 0,0 0 0 0 0,14-1 0 0 0,51-4 0 0 0,-56 6 0 0 0,29-1-96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9:13.479"/>
    </inkml:context>
    <inkml:brush xml:id="br0">
      <inkml:brushProperty name="width" value="0.1" units="cm"/>
      <inkml:brushProperty name="height" value="0.1" units="cm"/>
      <inkml:brushProperty name="color" value="#FFFFFF"/>
    </inkml:brush>
  </inkml:definitions>
  <inkml:trace contextRef="#ctx0" brushRef="#br0">10 628 2759 0 0,'2'-8'248'0'0,"-2"-7"658"0"0,0 1 0 0 0,0-1 0 0 0,-5-20-1 0 0,1-7 687 0 0,2 19-929 0 0,2 0 1 0 0,0 1-1 0 0,2-1 0 0 0,0 1 1 0 0,2 0-1 0 0,0-1 0 0 0,2 2 1 0 0,0-1-1 0 0,1 0 0 0 0,1 1 1 0 0,13-22-1 0 0,68-125 293 0 0,-69 126-263 0 0,-19 41-439 0 0,1 4-479 0 0,0-3 234 0 0,-1 1 0 0 0,1 0-1 0 0,-1-1 1 0 0,0 1 0 0 0,1 0 0 0 0,-1 0 0 0 0,0 0 0 0 0,0 0 0 0 0,2 1 0 0 0,1 2 0 0 0,-2-3-8 0 0,0 1 1 0 0,-1-1-1 0 0,1 1 1 0 0,-1 0-1 0 0,0 0 1 0 0,1 0-1 0 0,-1 0 1 0 0,0 0-1 0 0,2 4 1 0 0,22 39 159 0 0,-14-27-19 0 0,-1 0-1 0 0,16 40 1 0 0,13 104 163 0 0,-10-33-90 0 0,-21-98-211 0 0,-5-18 6 0 0,0 0 0 0 0,1 0 0 0 0,0 0 0 0 0,1-1 0 0 0,9 17 0 0 0,-13-27-31 0 0,0 0 0 0 0,0-1 0 0 0,0 0 0 0 0,0 1 0 0 0,0-1-1 0 0,1 0 1 0 0,-1 1 0 0 0,0-1 0 0 0,0 0 0 0 0,1 0 0 0 0,1 1 0 0 0,2 2-116 0 0,-4-3-93 0 0,5 2-244 0 0,2 2-1670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9:13.805"/>
    </inkml:context>
    <inkml:brush xml:id="br0">
      <inkml:brushProperty name="width" value="0.1" units="cm"/>
      <inkml:brushProperty name="height" value="0.1" units="cm"/>
      <inkml:brushProperty name="color" value="#FFFFFF"/>
    </inkml:brush>
  </inkml:definitions>
  <inkml:trace contextRef="#ctx0" brushRef="#br0">2 49 2303 0 0,'-1'-2'5519'0'0,"5"3"-5104"0"0,0-1-83 0 0,0 0-1 0 0,0 0 1 0 0,0 0 0 0 0,0 0 0 0 0,-1-1 0 0 0,1 0-1 0 0,4 0 1 0 0,13-3 776 0 0,23-5 375 0 0,-5 1-670 0 0,-1 1-182 0 0,-21 4-327 0 0,25-2 1 0 0,-7 1-49 0 0,-23 3-494 0 0,-1 0-1 0 0,20 0 0 0 0,-10 2-3403 0 0,-2-4-1272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9:15.070"/>
    </inkml:context>
    <inkml:brush xml:id="br0">
      <inkml:brushProperty name="width" value="0.1" units="cm"/>
      <inkml:brushProperty name="height" value="0.1" units="cm"/>
      <inkml:brushProperty name="color" value="#FFFFFF"/>
    </inkml:brush>
  </inkml:definitions>
  <inkml:trace contextRef="#ctx0" brushRef="#br0">13 70 3599 0 0,'0'0'278'0'0,"-12"11"3671"0"0,12-11-3889 0 0,0 0 0 0 0,0 1-1 0 0,0-1 1 0 0,0 0 0 0 0,0 0-1 0 0,0 0 1 0 0,0 1 0 0 0,0-1 0 0 0,0 0-1 0 0,0 0 1 0 0,0 1 0 0 0,0-1 0 0 0,0 0-1 0 0,0 0 1 0 0,0 1 0 0 0,0-1 0 0 0,0 0-1 0 0,0 0 1 0 0,0 1 0 0 0,0-1 0 0 0,0 0-1 0 0,1 0 1 0 0,-1 0 0 0 0,0 1 0 0 0,0-1-1 0 0,0 0 1 0 0,0 0 0 0 0,0 0 0 0 0,1 1-1 0 0,-1-1 1 0 0,0 0 0 0 0,0 0 0 0 0,0 0-1 0 0,1 0 1 0 0,-1 0 0 0 0,0 0-1 0 0,0 1 1 0 0,0-1 0 0 0,1 0 0 0 0,-1 0-1 0 0,0 0 1 0 0,0 0 0 0 0,1 0 0 0 0,-1 0-1 0 0,0 0 1 0 0,0 0 0 0 0,1 0 0 0 0,-1 0-1 0 0,0 0 1 0 0,0 0 0 0 0,1 0 0 0 0,13-4 2260 0 0,-12 3-2219 0 0,-1 0 0 0 0,0 0 0 0 0,1 0 0 0 0,-1 0 0 0 0,0-1 0 0 0,0 1 1 0 0,0 0-1 0 0,0-1 0 0 0,0 1 0 0 0,0-1 0 0 0,0 1 0 0 0,0-1 0 0 0,-1 1 0 0 0,2-3 1 0 0,2-6 377 0 0,18-29 431 0 0,-15 32-622 0 0,2 0-21 0 0,-6 8-219 0 0,4 11 49 0 0,0 6 41 0 0,0 0 0 0 0,-2 0 0 0 0,0 0 0 0 0,-1 1 0 0 0,1 21 0 0 0,-5 5 124 0 0,-3 11-248 0 0,-1 41 182 0 0,4-91-148 0 0,1-1 1 0 0,0 1-1 0 0,0 0 0 0 0,1-1 1 0 0,0 1-1 0 0,0-1 0 0 0,0 1 0 0 0,0-1 1 0 0,6 8-1 0 0,-7-11-5 0 0,0 1-11 0 0,0 3-78 0 0,-8-4 372 0 0,-10-2-310 0 0,10 0-1 0 0,0 0-1 0 0,1-1 1 0 0,-12-1-1 0 0,13 1-14 0 0,5 1 0 0 0,0-1 0 0 0,0 1 0 0 0,-1 0 0 0 0,1 0 0 0 0,0 0 0 0 0,0 0 0 0 0,0 0 0 0 0,0 0 0 0 0,0 0 0 0 0,0 0 0 0 0,0 0 0 0 0,0 0 0 0 0,0 0 0 0 0,0 0 0 0 0,0-1 0 0 0,0 1 0 0 0,0 0 0 0 0,0 0 0 0 0,0 0 0 0 0,0 0 0 0 0,0 0 0 0 0,0 0 0 0 0,0 0 0 0 0,0 0 0 0 0,0 0 0 0 0,0 0 0 0 0,0-1 0 0 0,0 1 0 0 0,0 0 0 0 0,0 0 0 0 0,0 0 0 0 0,0 0 0 0 0,0 0 0 0 0,0 0 0 0 0,0 0 0 0 0,0 0 0 0 0,0 0 0 0 0,0 0 0 0 0,0 0 0 0 0,0-1 0 0 0,1 1 0 0 0,-1 0 0 0 0,0 0 0 0 0,0 0 0 0 0,0 0 0 0 0,0 0 0 0 0,0 0 0 0 0,0 0 0 0 0,0 0 0 0 0,0 0 0 0 0,0 0 0 0 0,0 0 0 0 0,1 0 0 0 0,-1 0 0 0 0,0 0 0 0 0,0 0 0 0 0,0 0 0 0 0,10-6 0 0 0,11-3 0 0 0,-5 5 11 0 0,24-2 0 0 0,-23 4 50 0 0,-9 1-18 0 0,-2 2-22 0 0,-5-1 200 0 0,1 0-147 0 0,-2 0-74 0 0,1 1 0 0 0,0-1 0 0 0,0 0 0 0 0,0 0 1 0 0,0 0-1 0 0,0 0 0 0 0,0 0 0 0 0,-1 0 0 0 0,1 0 1 0 0,0 0-1 0 0,0 0 0 0 0,0-1 0 0 0,0 1 0 0 0,0 0 1 0 0,-1 0-1 0 0,1-1 0 0 0,0 1 0 0 0,0-1 1 0 0,0 1-1 0 0,-1-1 0 0 0,2 0 0 0 0,1-1-36 0 0,17-9-559 0 0,-1 0-4902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9:16.367"/>
    </inkml:context>
    <inkml:brush xml:id="br0">
      <inkml:brushProperty name="width" value="0.1" units="cm"/>
      <inkml:brushProperty name="height" value="0.1" units="cm"/>
      <inkml:brushProperty name="color" value="#FFFFFF"/>
    </inkml:brush>
  </inkml:definitions>
  <inkml:trace contextRef="#ctx0" brushRef="#br0">59 107 2159 0 0,'0'0'3023'0'0,"-1"2"-2462"0"0,0 0-336 0 0,0-1 0 0 0,0 1 0 0 0,0-1 0 0 0,0 1-1 0 0,0-1 1 0 0,-1 0 0 0 0,1 1 0 0 0,0-1 0 0 0,-4 2 867 0 0,-2-1 458 0 0,5-2-1412 0 0,0-1 0 0 0,0 1 0 0 0,1 0 0 0 0,-1 0 0 0 0,0-1 0 0 0,1 1 0 0 0,-1-1 0 0 0,0 1 0 0 0,1-1 0 0 0,-1 0 0 0 0,1 1 0 0 0,-1-1 0 0 0,1 0 0 0 0,-1 0 0 0 0,1 0 0 0 0,-1 0 0 0 0,1-1 0 0 0,-2-2 522 0 0,2 4-634 0 0,1 0 1 0 0,0 0-1 0 0,0-1 1 0 0,-1 1-1 0 0,1 0 0 0 0,0-1 1 0 0,0 1-1 0 0,0 0 1 0 0,0-1-1 0 0,-1 1 1 0 0,1 0-1 0 0,0-1 1 0 0,0 1-1 0 0,0 0 1 0 0,0-1-1 0 0,0 1 1 0 0,0-1-1 0 0,0 1 1 0 0,0 0-1 0 0,0-1 1 0 0,0 1-1 0 0,0-1 1 0 0,0 1-1 0 0,0 0 1 0 0,0-1-1 0 0,1 0 1 0 0,1-12 560 0 0,-1 10-492 0 0,0 0 1 0 0,1 1-1 0 0,-1-1 0 0 0,1 0 0 0 0,-1 0 0 0 0,1 1 0 0 0,0-1 1 0 0,0 1-1 0 0,3-4 0 0 0,8-9 305 0 0,-1 6-95 0 0,-4 5-162 0 0,-6 2-59 0 0,1 1-1 0 0,0 0 0 0 0,-1 0 0 0 0,1 0 1 0 0,0 0-1 0 0,0 0 0 0 0,5 0 1 0 0,-3-1-23 0 0,27-6 159 0 0,-30 7-212 0 0,0 1 0 0 0,-1-1 0 0 0,1 1 0 0 0,0-1 0 0 0,0 1 0 0 0,1 0 0 0 0,-1-1 0 0 0,3 1 0 0 0,2 0-4 0 0,33-3 324 0 0,-29 1-221 0 0,1 1 0 0 0,-1 1-1 0 0,0-1 1 0 0,14 3 0 0 0,-18-2-17 0 0,-6 1 1 0 0,12 6 69 0 0,-9-4-91 0 0,-3-2-62 0 0,0 1-1 0 0,0-1 1 0 0,-1 1-1 0 0,1-1 1 0 0,-1 1 0 0 0,1-1-1 0 0,-1 1 1 0 0,0-1-1 0 0,1 1 1 0 0,-1-1-1 0 0,0 1 1 0 0,0 0 0 0 0,0-1-1 0 0,0 1 1 0 0,-1-1-1 0 0,1 1 1 0 0,0-1-1 0 0,-1 1 1 0 0,0 2 0 0 0,0 4 0 0 0,-4 8 121 0 0,3-8-69 0 0,-1 0 0 0 0,1 0 0 0 0,0 0 0 0 0,1 1 0 0 0,-1 16 1 0 0,0-4-114 0 0,2-15 57 0 0,-1 1-1 0 0,0-1 0 0 0,-1 1 0 0 0,-3 11 1 0 0,-19 29 61 0 0,19-39-60 0 0,-22 35 276 0 0,21-36-277 0 0,-2 3 18 0 0,-1 1-1 0 0,-1-2 1 0 0,0 1 0 0 0,0-1 0 0 0,-16 10 0 0 0,-12 7-10 0 0,-9-4 122 0 0,46-21-55 0 0,-2-2 35 0 0,-1 2-86 0 0,-6 4 70 0 0,8-5-54 0 0,2 2-33 0 0,6 1-10 0 0,5-1 45 0 0,0 0 0 0 0,1-1 0 0 0,0 0 0 0 0,-1-1 0 0 0,1-1 0 0 0,-1 1-1 0 0,12-4 1 0 0,20 1 28 0 0,-7 1 111 0 0,65 0 128 0 0,-89 2-312 0 0,-8 0 0 0 0,1 0 0 0 0,-1 0 0 0 0,1 0 0 0 0,7 2 0 0 0,-5-1-3 0 0,-2-1 46 0 0,-1 1 1 0 0,1 0-1 0 0,0 0 0 0 0,-1 0 0 0 0,6 2 0 0 0,-9-2 21 0 0,11 3 102 0 0,-6-2-171 0 0,-1-2 3 0 0,3-3 3 0 0,-6 2-160 0 0,0 1 0 0 0,0-1 0 0 0,0 0-1 0 0,0 1 1 0 0,0-1 0 0 0,-1 0 0 0 0,1 0-1 0 0,0 0 1 0 0,-1-1 0 0 0,1 1 0 0 0,0 0 0 0 0,-1 0-1 0 0,3-4 1 0 0,-1 2-342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9:31.743"/>
    </inkml:context>
    <inkml:brush xml:id="br0">
      <inkml:brushProperty name="width" value="0.1" units="cm"/>
      <inkml:brushProperty name="height" value="0.1" units="cm"/>
      <inkml:brushProperty name="color" value="#E71224"/>
    </inkml:brush>
  </inkml:definitions>
  <inkml:trace contextRef="#ctx0" brushRef="#br0">97 0 2991 0 0,'-4'2'115'0'0,"0"-1"-1"0"0,0 0 1 0 0,0 1-1 0 0,-1-2 0 0 0,1 1 1 0 0,0 0-1 0 0,-1-1 1 0 0,1 0-1 0 0,-6 0 0 0 0,8 0 94 0 0,0 0-1 0 0,1 1 1 0 0,-1 0-1 0 0,0-1 0 0 0,1 1 1 0 0,-1 0-1 0 0,0 0 1 0 0,-2 2-1 0 0,-4 2 728 0 0,7-5-823 0 0,0 0 1 0 0,1 1 0 0 0,-1-1-1 0 0,0 1 1 0 0,0-1 0 0 0,1 1-1 0 0,-1-1 1 0 0,0 1-1 0 0,1 0 1 0 0,-1-1 0 0 0,1 1-1 0 0,-1 0 1 0 0,1-1 0 0 0,-1 1-1 0 0,1 0 1 0 0,-1 0 0 0 0,1-1-1 0 0,0 1 1 0 0,-1 1-1 0 0,-2 5 2145 0 0,3-5-2008 0 0,-7 26 1890 0 0,20-23-1694 0 0,-2-2-306 0 0,1 0-1 0 0,-1-1 0 0 0,1-1 0 0 0,0 0 1 0 0,0 0-1 0 0,20-2 0 0 0,4 3 216 0 0,-5 1-114 0 0,41 3 217 0 0,1-1-352 0 0,284 10 564 0 0,-274-10-582 0 0,194 30 50 0 0,-257-32-67 0 0,150 23 107 0 0,18 3-123 0 0,-123-16-46 0 0,118 19 58 0 0,-149-26-66 0 0,34 9 0 0 0,24 5 0 0 0,-44-17 0 0 0,5 1 0 0 0,-40-3 45 0 0,-1 0 0 0 0,1-1 1 0 0,-1-1-1 0 0,18-2 0 0 0,7 0 17 0 0,41-9-76 0 0,-29 7-147 0 0,11 0 343 0 0,-13 7-111 0 0,-45-2-158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9:34.411"/>
    </inkml:context>
    <inkml:brush xml:id="br0">
      <inkml:brushProperty name="width" value="0.1" units="cm"/>
      <inkml:brushProperty name="height" value="0.1" units="cm"/>
      <inkml:brushProperty name="color" value="#FFFFFF"/>
    </inkml:brush>
  </inkml:definitions>
  <inkml:trace contextRef="#ctx0" brushRef="#br0">2 103 2015 0 0,'-2'-51'147'0'0,"4"41"-114"0"0,3 8-67 0 0,1-1 586 0 0,20-16 1750 0 0,-25 17-2003 0 0,1-8-328 0 0,0 4 2434 0 0,-1 17-1032 0 0,14 526 900 0 0,-15-482-2115 0 0,2 17-28 0 0,1 1-3548 0 0,-3-54-109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9:34.831"/>
    </inkml:context>
    <inkml:brush xml:id="br0">
      <inkml:brushProperty name="width" value="0.1" units="cm"/>
      <inkml:brushProperty name="height" value="0.1" units="cm"/>
      <inkml:brushProperty name="color" value="#FFFFFF"/>
    </inkml:brush>
  </inkml:definitions>
  <inkml:trace contextRef="#ctx0" brushRef="#br0">1 74 3599 0 0,'2'1'278'0'0,"56"5"258"0"0,-43-4-43 0 0,-1-2 0 0 0,27-2 0 0 0,-9 1-94 0 0,305-31 1841 0 0,-183 8-1876 0 0,-107 13-251 0 0,-31 7-822 0 0,0 1 1 0 0,1 0 0 0 0,18 0 0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9:35.255"/>
    </inkml:context>
    <inkml:brush xml:id="br0">
      <inkml:brushProperty name="width" value="0.1" units="cm"/>
      <inkml:brushProperty name="height" value="0.1" units="cm"/>
      <inkml:brushProperty name="color" value="#FFFFFF"/>
    </inkml:brush>
  </inkml:definitions>
  <inkml:trace contextRef="#ctx0" brushRef="#br0">1 0 4487 0 0,'0'0'998'0'0,"0"3"-424"0"0,0 10-35 0 0,0 1 0 0 0,1 0-1 0 0,3 15 1 0 0,-1-3-275 0 0,39 439 3237 0 0,-27-339-3071 0 0,-15-125-609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9:35.686"/>
    </inkml:context>
    <inkml:brush xml:id="br0">
      <inkml:brushProperty name="width" value="0.1" units="cm"/>
      <inkml:brushProperty name="height" value="0.1" units="cm"/>
      <inkml:brushProperty name="color" value="#FFFFFF"/>
    </inkml:brush>
  </inkml:definitions>
  <inkml:trace contextRef="#ctx0" brushRef="#br0">1 54 3335 0 0,'0'-1'114'0'0,"1"-1"0"0"0,-1 1 0 0 0,1-1 0 0 0,-1 1 0 0 0,1-1 0 0 0,-1 1 0 0 0,1 0 0 0 0,0-1 0 0 0,0 1 0 0 0,0 0 0 0 0,0 0 0 0 0,0-1 0 0 0,0 1 0 0 0,0 0 0 0 0,0 0 0 0 0,1 0 0 0 0,-1 1 0 0 0,0-1 0 0 0,1 0 0 0 0,-1 0 0 0 0,0 1-1 0 0,1-1 1 0 0,-1 0 0 0 0,3 0 0 0 0,4-2-237 0 0,-2 0 180 0 0,0 0 0 0 0,0 0 0 0 0,0 1 0 0 0,0 0 0 0 0,0 0 0 0 0,1 1 0 0 0,6-1 1 0 0,48-2 332 0 0,-48 4-356 0 0,19-1 65 0 0,0 3 1 0 0,-1 0-1 0 0,1 2 0 0 0,-1 2 1 0 0,47 14-1 0 0,-69-17 11 0 0,0 1 0 0 0,1 0-1 0 0,-1 0 1 0 0,-1 1 0 0 0,10 6 0 0 0,-3 2-13 0 0,-11-7-63 0 0,0 0 0 0 0,0 0 0 0 0,-1 0 0 0 0,0 0 0 0 0,0 1 0 0 0,0-1 0 0 0,-1 1 1 0 0,0 0-1 0 0,0 0 0 0 0,-1 0 0 0 0,2 11 0 0 0,-2 3 209 0 0,0 0 0 0 0,-4 37-1 0 0,-1-24 10 0 0,-1 0 1 0 0,-2 0-1 0 0,-1-1 0 0 0,-19 49 0 0 0,19-61-186 0 0,-2 0 0 0 0,0-1 0 0 0,-1 0 0 0 0,-1-1 0 0 0,-1-1 0 0 0,-1 1-1 0 0,-30 29 1 0 0,39-43-64 0 0,0-1 0 0 0,-1 0-1 0 0,1 0 1 0 0,-1 0 0 0 0,0-1-1 0 0,0 0 1 0 0,-9 3 0 0 0,-12 3-2892 0 0,5-4-686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9:36.487"/>
    </inkml:context>
    <inkml:brush xml:id="br0">
      <inkml:brushProperty name="width" value="0.1" units="cm"/>
      <inkml:brushProperty name="height" value="0.1" units="cm"/>
      <inkml:brushProperty name="color" value="#FFFFFF"/>
    </inkml:brush>
  </inkml:definitions>
  <inkml:trace contextRef="#ctx0" brushRef="#br0">1 783 2615 0 0,'1'2'194'0'0,"17"58"2247"0"0,-17-57-1961 0 0,0 0-52 0 0,13 56 3981 0 0,-15-68-4218 0 0,1 0-1 0 0,0 0 0 0 0,1-1 1 0 0,0 1-1 0 0,2-10 0 0 0,14-49 960 0 0,-6 27-698 0 0,60-284 1275 0 0,-57 263-1587 0 0,26-70 0 0 0,-33 109-144 0 0,5-9-191 0 0,2 0 1 0 0,0 1-1 0 0,33-48 0 0 0,-46 77 156 0 0,0 0 0 0 0,0 0 0 0 0,0 1 0 0 0,1-1 0 0 0,-1 0 0 0 0,1 1 0 0 0,-1-1-1 0 0,4-1 1 0 0,3 1 7 0 0,-7 2 32 0 0,0 1 0 0 0,0-1 0 0 0,1 1 0 0 0,-1 0 0 0 0,0-1 0 0 0,0 1 0 0 0,0 0 0 0 0,0 0 0 0 0,0 0 0 0 0,0 0 0 0 0,0 0 0 0 0,0 0 0 0 0,-1 0 0 0 0,2 2 0 0 0,11 20 0 0 0,-13-21 0 0 0,10 20-19 0 0,-2 1-1 0 0,9 40 0 0 0,-6-21 30 0 0,-9-36 1 0 0,100 357 906 0 0,-94-332-642 0 0,6 50-1 0 0,-13-67-648 0 0,0-1 0 0 0,-2 17 0 0 0,0-21-995 0 0,0 0 0 0 0,-1 1 0 0 0,-5 16 0 0 0,1-10-2525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9:36.774"/>
    </inkml:context>
    <inkml:brush xml:id="br0">
      <inkml:brushProperty name="width" value="0.1" units="cm"/>
      <inkml:brushProperty name="height" value="0.1" units="cm"/>
      <inkml:brushProperty name="color" value="#FFFFFF"/>
    </inkml:brush>
  </inkml:definitions>
  <inkml:trace contextRef="#ctx0" brushRef="#br0">1 34 4895 0 0,'0'0'432'0'0,"13"-4"-344"0"0,5 1-88 0 0,3-1 0 0 0,1 0 328 0 0,2 1 56 0 0,0 1 0 0 0,4 0 8 0 0,2-4-232 0 0,0 3-56 0 0,-2 1-8 0 0,-1 2-2016 0 0,3 0-416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9:37.208"/>
    </inkml:context>
    <inkml:brush xml:id="br0">
      <inkml:brushProperty name="width" value="0.1" units="cm"/>
      <inkml:brushProperty name="height" value="0.1" units="cm"/>
      <inkml:brushProperty name="color" value="#FFFFFF"/>
    </inkml:brush>
  </inkml:definitions>
  <inkml:trace contextRef="#ctx0" brushRef="#br0">14 218 1951 0 0,'-9'-9'1051'0'0,"8"7"-964"0"0,0 0 0 0 0,1 1 0 0 0,-1-1 0 0 0,1 0 0 0 0,-1 1 0 0 0,1-1 0 0 0,0 0 0 0 0,0 0 0 0 0,0 1 0 0 0,0-1 0 0 0,0 0 0 0 0,0 0 0 0 0,0 1 0 0 0,0-1 0 0 0,1-2 0 0 0,10-29 457 0 0,-8 24-323 0 0,1-5 103 0 0,1 1 0 0 0,1 1 0 0 0,0-1 0 0 0,1 1 0 0 0,0 0 0 0 0,1 0-1 0 0,0 1 1 0 0,13-14 0 0 0,-19 23-305 0 0,-1 1-1 0 0,0 0 1 0 0,0 0-1 0 0,0 0 1 0 0,1 0-1 0 0,-1 0 1 0 0,0 1 0 0 0,1-1-1 0 0,-1 0 1 0 0,1 1-1 0 0,-1-1 1 0 0,1 1-1 0 0,1-1 1 0 0,-1 0 86 0 0,0 3-33 0 0,1 1-61 0 0,0-1 0 0 0,0 1 0 0 0,0 0 0 0 0,-1 0 0 0 0,1 0 0 0 0,-1 1 0 0 0,0-1 0 0 0,0 1 0 0 0,0-1 0 0 0,0 1 0 0 0,1 4 0 0 0,2 8 44 0 0,5 23 1 0 0,-6-22-37 0 0,5 28 165 0 0,-6-27 33 0 0,6 22 0 0 0,-4-25-330 0 0,22 63 1197 0 0,-24-71-1434 0 0,1 1 0 0 0,1 0-1 0 0,-1-1 1 0 0,1 0 0 0 0,0 0 0 0 0,0-1 0 0 0,10 10 0 0 0,-5-8-2900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9:37.477"/>
    </inkml:context>
    <inkml:brush xml:id="br0">
      <inkml:brushProperty name="width" value="0.1" units="cm"/>
      <inkml:brushProperty name="height" value="0.1" units="cm"/>
      <inkml:brushProperty name="color" value="#FFFFFF"/>
    </inkml:brush>
  </inkml:definitions>
  <inkml:trace contextRef="#ctx0" brushRef="#br0">275 0 2935 0 0,'0'0'318'0'0,"0"3"256"0"0,0 7-99 0 0,-1 1-1 0 0,-1-1 0 0 0,0 1 0 0 0,0-1 1 0 0,-1 1-1 0 0,-9 18 0 0 0,-33 60 1036 0 0,41-82-1417 0 0,-23 37 767 0 0,-42 52 0 0 0,37-54-469 0 0,-30 53 1 0 0,60-92-451 0 0,0 1 1 0 0,0 0-1 0 0,0 0 1 0 0,1 0 0 0 0,0 0-1 0 0,0 1 1 0 0,0-1-1 0 0,0 0 1 0 0,0 9 0 0 0,1-13-64 0 0,0 1-1 0 0,1-1 1 0 0,-1 0 0 0 0,0 1 0 0 0,0-1 0 0 0,0 0 0 0 0,0 1 0 0 0,0-1 0 0 0,0 0 0 0 0,0 1-1 0 0,1-1 1 0 0,-1 0 0 0 0,0 1 0 0 0,0-1 0 0 0,1 0 0 0 0,-1 1 0 0 0,1-1-245 0 0,-1 1 245 0 0,1-1 0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9:37.753"/>
    </inkml:context>
    <inkml:brush xml:id="br0">
      <inkml:brushProperty name="width" value="0.1" units="cm"/>
      <inkml:brushProperty name="height" value="0.1" units="cm"/>
      <inkml:brushProperty name="color" value="#FFFFFF"/>
    </inkml:brush>
  </inkml:definitions>
  <inkml:trace contextRef="#ctx0" brushRef="#br0">1 1 2503 0 0,'0'0'1659'0'0,"1"2"-884"0"0,3 6-428 0 0,-1 1 0 0 0,0 0 0 0 0,0 0 1 0 0,-1 0-1 0 0,0 1 0 0 0,1 12 0 0 0,-1 60 852 0 0,-1-19-198 0 0,-4-36-642 0 0,2-23-326 0 0,1 0 0 0 0,-1 0 0 0 0,1 0 0 0 0,0 0 0 0 0,0 0 0 0 0,0 0 0 0 0,2 7 0 0 0,6 16-194 0 0,-3-10-2925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9:37.944"/>
    </inkml:context>
    <inkml:brush xml:id="br0">
      <inkml:brushProperty name="width" value="0.1" units="cm"/>
      <inkml:brushProperty name="height" value="0.1" units="cm"/>
      <inkml:brushProperty name="color" value="#FFFFFF"/>
    </inkml:brush>
  </inkml:definitions>
  <inkml:trace contextRef="#ctx0" brushRef="#br0">0 0 3799 0 0,'0'0'4600'0'0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9:38.258"/>
    </inkml:context>
    <inkml:brush xml:id="br0">
      <inkml:brushProperty name="width" value="0.1" units="cm"/>
      <inkml:brushProperty name="height" value="0.1" units="cm"/>
      <inkml:brushProperty name="color" value="#FFFFFF"/>
    </inkml:brush>
  </inkml:definitions>
  <inkml:trace contextRef="#ctx0" brushRef="#br0">183 1 5671 0 0,'-2'2'436'0'0,"-19"20"140"0"0,-1-1 0 0 0,-40 30 0 0 0,11-10-38 0 0,49-39-535 0 0,-1 1 1 0 0,1-1 0 0 0,0 0 0 0 0,-1 1-1 0 0,1-1 1 0 0,0 1 0 0 0,0 0 0 0 0,1-1-1 0 0,-3 6 1 0 0,3 0 55 0 0,1-8-52 0 0,0 1 0 0 0,0 0 0 0 0,0-1 0 0 0,1 1 0 0 0,-1-1 0 0 0,0 1 0 0 0,1-1 0 0 0,-1 1 0 0 0,0-1 0 0 0,1 1 0 0 0,-1-1 1 0 0,1 1-1 0 0,-1-1 0 0 0,1 1 0 0 0,-1-1 0 0 0,1 0 0 0 0,-1 1 0 0 0,2-1 0 0 0,0 2 13 0 0,4 3 0 0 0,2 0-1 0 0,-1 0 1 0 0,1 0-1 0 0,-1-1 0 0 0,1 0 1 0 0,0-1-1 0 0,9 3 0 0 0,-3-1 73 0 0,19 10-1 0 0,-5-1 53 0 0,-21-11-81 0 0,0 0-1 0 0,-1 1 0 0 0,1 0 0 0 0,-1 0 1 0 0,1 0-1 0 0,-1 1 0 0 0,9 8 0 0 0,-11-8 68 0 0,0 0-1 0 0,0 0 0 0 0,0 1 0 0 0,6 10 0 0 0,-9-14-98 0 0,0 0 1 0 0,-1 0-1 0 0,1 0 0 0 0,-1 0 0 0 0,1 0 0 0 0,-1 0 0 0 0,1 0 0 0 0,-1 0 0 0 0,0 0 0 0 0,0 0 0 0 0,0 0 1 0 0,0 0-1 0 0,-1 0 0 0 0,1 0 0 0 0,-1 0 0 0 0,1 1 0 0 0,-1-2 0 0 0,1 1 0 0 0,-2 3 0 0 0,-2 1 77 0 0,0 0 1 0 0,1 0-1 0 0,-2 0 0 0 0,1-1 0 0 0,-1 1 0 0 0,0-1 0 0 0,0 0 0 0 0,0-1 0 0 0,-9 7 1 0 0,-4 0-632 0 0,-35 17 0 0 0,33-18-1582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9:38.961"/>
    </inkml:context>
    <inkml:brush xml:id="br0">
      <inkml:brushProperty name="width" value="0.1" units="cm"/>
      <inkml:brushProperty name="height" value="0.1" units="cm"/>
      <inkml:brushProperty name="color" value="#FFFFFF"/>
    </inkml:brush>
  </inkml:definitions>
  <inkml:trace contextRef="#ctx0" brushRef="#br0">30 1 2591 0 0,'0'0'5834'0'0,"0"3"-5297"0"0,-12 63 1298 0 0,-2 82-1 0 0,10 127-962 0 0,5-251-1062 0 0,6 94-4321 0 0,-5-102 716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9:39.461"/>
    </inkml:context>
    <inkml:brush xml:id="br0">
      <inkml:brushProperty name="width" value="0.1" units="cm"/>
      <inkml:brushProperty name="height" value="0.1" units="cm"/>
      <inkml:brushProperty name="color" value="#FFFFFF"/>
    </inkml:brush>
  </inkml:definitions>
  <inkml:trace contextRef="#ctx0" brushRef="#br0">33 124 1951 0 0,'-9'2'599'0'0,"8"-3"-403"0"0,-1 1-1 0 0,0 0 1 0 0,0-1 0 0 0,0 0-1 0 0,0 1 1 0 0,1-1 0 0 0,-1 0-1 0 0,0 0 1 0 0,0 0-1 0 0,-1-1 1 0 0,2 1 173 0 0,0-15 791 0 0,5 10-1024 0 0,1 0-1 0 0,-1 0 0 0 0,1 1 0 0 0,1 0 0 0 0,-1 0 0 0 0,1 0 0 0 0,0 1 0 0 0,0-1 0 0 0,0 1 0 0 0,0 1 1 0 0,1-1-1 0 0,-1 1 0 0 0,10-3 0 0 0,11-2 43 0 0,0 0 0 0 0,30-4-1 0 0,-52 11-150 0 0,0 0-1 0 0,-1 0 0 0 0,0 1 0 0 0,1-1 0 0 0,-1 1-1 0 0,1 0 1 0 0,-1 0 0 0 0,5 1 0 0 0,-7-1-5 0 0,-1 1 1 0 0,1-1-1 0 0,-1 1 0 0 0,1 0 1 0 0,-1-1-1 0 0,1 1 0 0 0,-1 0 1 0 0,0 0-1 0 0,1 0 0 0 0,-1 0 1 0 0,0 0-1 0 0,0 0 0 0 0,0 0 1 0 0,0 0-1 0 0,0 1 0 0 0,0-1 1 0 0,0 0-1 0 0,0 1 0 0 0,-1-1 1 0 0,1 0-1 0 0,0 1 0 0 0,-1-1 1 0 0,1 1-1 0 0,-1 1 0 0 0,2 2 28 0 0,-2 0 0 0 0,1 0 0 0 0,-1 0 0 0 0,0 1-1 0 0,0-1 1 0 0,0 0 0 0 0,-1 0 0 0 0,1 0 0 0 0,-1 0 0 0 0,0 0-1 0 0,-1 0 1 0 0,-3 7 0 0 0,-1 4 123 0 0,-2 0-1 0 0,-13 21 1 0 0,3-11 106 0 0,-27 30 1 0 0,4-6-35 0 0,5-7-90 0 0,25-32-51 0 0,0 1 1 0 0,1 1-1 0 0,1-1 0 0 0,-13 25 1 0 0,21-36-101 0 0,1-1 0 0 0,-1 1 0 0 0,1 0 1 0 0,0 0-1 0 0,-1 0 0 0 0,1 0 0 0 0,0 0 0 0 0,0 0 1 0 0,-1 0-1 0 0,1 0 0 0 0,0 0 0 0 0,0 0 1 0 0,0 0-1 0 0,0 0 0 0 0,0 0 0 0 0,1 0 1 0 0,-1 0-1 0 0,0-1 0 0 0,0 1 0 0 0,1 0 0 0 0,-1 0 1 0 0,0 0-1 0 0,1 0 0 0 0,-1 0 0 0 0,1 0 1 0 0,0 1-5 0 0,1-1 1 0 0,-1 0 0 0 0,1 0-1 0 0,-1 0 1 0 0,1 0 0 0 0,-1 0-1 0 0,1 0 1 0 0,-1-1 0 0 0,1 1 0 0 0,0 0-1 0 0,-1-1 1 0 0,4 1 0 0 0,5 1 32 0 0,0-1 1 0 0,0-1-1 0 0,17 0 1 0 0,-26 0-27 0 0,34-2 212 0 0,-16 0-135 0 0,-1 1 1 0 0,1 1-1 0 0,0 1 0 0 0,21 3 0 0 0,16 5 156 0 0,-32-6-3860 0 0,-13-2-461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18:20.362"/>
    </inkml:context>
    <inkml:brush xml:id="br0">
      <inkml:brushProperty name="width" value="0.35" units="cm"/>
      <inkml:brushProperty name="height" value="0.35" units="cm"/>
      <inkml:brushProperty name="color" value="#5B2D90"/>
    </inkml:brush>
  </inkml:definitions>
  <inkml:trace contextRef="#ctx0" brushRef="#br0">5085 3523 2383 0 0,'3'-9'235'0'0,"-4"-34"2392"0"0,-2 42-2434 0 0,-2-1 68 0 0,-15-1 2145 0 0,19 5-2220 0 0,-1-1 0 0 0,0 0 0 0 0,0 1 0 0 0,1-1 0 0 0,-1 0 0 0 0,0 0 0 0 0,-3 1 0 0 0,-3-2 737 0 0,6 0-861 0 0,0 0 0 0 0,0 0-1 0 0,0 0 1 0 0,0 0 0 0 0,0 0-1 0 0,0 0 1 0 0,0 1 0 0 0,-4 0-1 0 0,-13 1 304 0 0,16-2-322 0 0,1 0 1 0 0,0 0-1 0 0,-1 1 1 0 0,1-1-1 0 0,-1 0 1 0 0,1 1-1 0 0,-4 0 0 0 0,2 1 21 0 0,0-1-1 0 0,0 0 1 0 0,1-1 0 0 0,-1 1-1 0 0,-6 0 1 0 0,-11 1 138 0 0,6 1-43 0 0,0-1-1 0 0,-17 0 0 0 0,8 0-13 0 0,10-1-47 0 0,1 1-1 0 0,-23 6 0 0 0,26-6-71 0 0,-1 0-1 0 0,1-1 1 0 0,-15 0-1 0 0,-13 2 23 0 0,-44 7 153 0 0,-143-2 0 0 0,62 1 251 0 0,53-2-160 0 0,-93 10 44 0 0,183-14-334 0 0,-346 34 243 0 0,358-37-241 0 0,-192 8 345 0 0,-1-17-53 0 0,54-1-144 0 0,5 0-8 0 0,57 2-231 0 0,-105-16 174 0 0,102 11-28 0 0,-17-4 18 0 0,44 4-77 0 0,-98-26 0 0 0,47 8 26 0 0,-36-10 12 0 0,-9 2 37 0 0,116 27 6 0 0,18 6 33 0 0,-33-13 0 0 0,-13-10-23 0 0,22 11-59 0 0,-73-41 0 0 0,-8-25 153 0 0,41 12-233 0 0,3 3 188 0 0,75 62-61 0 0,1-1 0 0 0,-1-1-1 0 0,1 0 1 0 0,-12-16 0 0 0,-8-10-38 0 0,24 29-33 0 0,0 0 1 0 0,0 0-1 0 0,1 0 0 0 0,0-1 1 0 0,-5-11-1 0 0,-2-7 86 0 0,-37-79 263 0 0,37 80-405 0 0,4 11 84 0 0,0 0-1 0 0,0 1 1 0 0,-14-21 0 0 0,-7-4 106 0 0,-27-56-1 0 0,40 69-73 0 0,-2-5-55 0 0,0-2 0 0 0,3 1 1 0 0,0-2-1 0 0,-9-36 0 0 0,-102-424 283 0 0,81 288-98 0 0,22 87-187 0 0,8 52-11 0 0,-5-75-1 0 0,-5-116 137 0 0,-4-43 116 0 0,18 182-192 0 0,7-126 4 0 0,7 162-63 0 0,1-25 166 0 0,-1-15-247 0 0,-4 97 79 0 0,-1 24 2 0 0,0 0 0 0 0,-1 0 0 0 0,1 0 1 0 0,0 0-1 0 0,0 0 0 0 0,0 0 0 0 0,0 1 1 0 0,0-1-1 0 0,0 0 0 0 0,0 0 0 0 0,0 0 1 0 0,0 0-1 0 0,0 0 0 0 0,0 0 1 0 0,0 0-1 0 0,0 0 0 0 0,0 0 0 0 0,0 0 1 0 0,0 0-1 0 0,0 0 0 0 0,-1 0 0 0 0,1 0 1 0 0,0 0-1 0 0,0-1 0 0 0,0 1 0 0 0,0 0 1 0 0,0 0-1 0 0,0 0 0 0 0,0 0 0 0 0,0 0 1 0 0,0 0-1 0 0,0 0 0 0 0,-4 22 55 0 0,2-8-84 0 0,1 1 0 0 0,1-1 0 0 0,3 27 0 0 0,0-3 44 0 0,-2-30-15 0 0,0 5-3 0 0,6 5 19 0 0,-6-16 58 0 0,-1-1-16 0 0,-1 2 11 0 0,-1-7-58 0 0,-4-5-12 0 0,3 8 0 0 0,2 2 0 0 0,0-2 0 0 0,1 1 0 0 0,-1 0 0 0 0,1 0 0 0 0,-1 0 0 0 0,1 0 0 0 0,-1 0 0 0 0,1 0 0 0 0,0 0 0 0 0,-1 0 0 0 0,1 0 0 0 0,-1 0 0 0 0,1 0 0 0 0,-1 0 0 0 0,1 0 0 0 0,-1 0 0 0 0,1 0 0 0 0,-1 0 0 0 0,1 0 0 0 0,0 1 0 0 0,-1-1 0 0 0,1 0 0 0 0,-1 0 0 0 0,1 1 0 0 0,0-1 0 0 0,-1 0 0 0 0,1 0 0 0 0,0 1 0 0 0,-1-1 0 0 0,1 0 0 0 0,0 1 0 0 0,-1-1 0 0 0,1 1 0 0 0,0 0 0 0 0,-1-1 0 0 0,-44 58 0 0 0,-3-1 0 0 0,31-39 0 0 0,-19 17 0 0 0,-12 13 0 0 0,47-46 0 0 0,-1 0 0 0 0,1 0 0 0 0,-1 0 0 0 0,0-1 0 0 0,0 1 0 0 0,0 0 0 0 0,0-1 0 0 0,0 1 0 0 0,0-1 0 0 0,-4 3 0 0 0,-13 5 11 0 0,16-8 32 0 0,2-1-43 0 0,1 0 0 0 0,-1 0 1 0 0,0 0-1 0 0,0-1 1 0 0,0 1-1 0 0,0 0 1 0 0,0-1-1 0 0,0 1 1 0 0,1 0-1 0 0,-1-1 1 0 0,0 1-1 0 0,0-1 1 0 0,0 0-1 0 0,1 1 1 0 0,-1-1-1 0 0,0 0 1 0 0,1 1-1 0 0,-1-1 1 0 0,1 0-1 0 0,-1 1 1 0 0,1-1-1 0 0,-1 0 1 0 0,0-1-1 0 0,-3-9-1 0 0,3 1 1 0 0,0 7 0 0 0,2 2 0 0 0,-1 0 0 0 0,0-1 0 0 0,0 1 0 0 0,0 0 0 0 0,1 0 0 0 0,-1-1 0 0 0,1 1 0 0 0,-1 0 0 0 0,1 0 0 0 0,-1-1 0 0 0,1 1 0 0 0,0 0 0 0 0,1-2 0 0 0,0-2 0 0 0,-1 3 0 0 0,1-1 0 0 0,-1 1 0 0 0,1-1 0 0 0,0 1 0 0 0,0 0 0 0 0,-1 0 0 0 0,1 0 0 0 0,0 0 0 0 0,3-2 0 0 0,26-27 27 0 0,36-47 0 0 0,-18 25-17 0 0,-15 20 187 0 0,-26 26-214 0 0,-1-1 0 0 0,1 1 0 0 0,-1-1 0 0 0,8-12 0 0 0,10-12-113 0 0,6-7 140 0 0,-31 39-10 0 0,0 0 0 0 0,0 0 0 0 0,0 0 0 0 0,0 0 0 0 0,0 0 0 0 0,0 0 0 0 0,0 0 0 0 0,0 0 0 0 0,0 0 0 0 0,0 0 0 0 0,0 0 0 0 0,0 0 0 0 0,0 1 0 0 0,0-1 0 0 0,0 0 0 0 0,0 0 0 0 0,0 0 0 0 0,0 0 0 0 0,0 0 0 0 0,0 0 0 0 0,0 0 0 0 0,0 0 0 0 0,0 0 0 0 0,0 0 0 0 0,0 0 0 0 0,0 0 0 0 0,0 0 0 0 0,0 0 0 0 0,0 0 0 0 0,0 0 0 0 0,0 0 0 0 0,0 0 0 0 0,0 0 0 0 0,0 0 0 0 0,0 0 0 0 0,0 0 0 0 0,0 0 0 0 0,0 0 0 0 0,0 0 0 0 0,0 0 0 0 0,-2 9 0 0 0,-7 13 0 0 0,0-5 0 0 0,6-11 0 0 0,0 0 0 0 0,-1 0 0 0 0,-5 7 0 0 0,-18 23 0 0 0,-11 12 0 0 0,-3-2 0 0 0,-30 30 0 0 0,49-52 0 0 0,-9 8 0 0 0,21-24 0 0 0,1 1 0 0 0,0 0 0 0 0,0 0 0 0 0,-12 19 0 0 0,15-20 0 0 0,2-1 11 0 0,4-8 9 0 0,-2-1 3 0 0,5-9-13 0 0,9-14 8 0 0,15-27 0 0 0,8-14 10 0 0,-14 27 67 0 0,2 1 0 0 0,43-57 0 0 0,-64 93-94 0 0,79-99 9 0 0,-75 92-10 0 0,-1-3 0 0 0,1 3 0 0 0,2 4 0 0 0,3 4 0 0 0,-10 0 0 0 0,0 1 0 0 0,1 0 0 0 0,-1 0 0 0 0,0 0 0 0 0,1 0 0 0 0,-1 0 0 0 0,1 1 0 0 0,-1-1 0 0 0,0 0 0 0 0,1 1 0 0 0,-1-1 0 0 0,0 0 0 0 0,1 1 0 0 0,-1 0 0 0 0,0-1 0 0 0,0 1 0 0 0,0 0 0 0 0,2 1 0 0 0,2 2 0 0 0,19 10 0 0 0,6 17 0 0 0,-18-18 2 0 0,0 0-1 0 0,-2 1 1 0 0,1 1-1 0 0,-2 0 1 0 0,0 0-1 0 0,9 22 1 0 0,-10-18 50 0 0,-6-12-52 0 0,0-1 1 0 0,1-1-1 0 0,0 1 0 0 0,0 0 0 0 0,0-1 0 0 0,1 1 0 0 0,4 5 0 0 0,-3-5 0 0 0,1-1 0 0 0,0 1 0 0 0,-1-1 0 0 0,1 0 0 0 0,1 0 0 0 0,-1-1 0 0 0,1 0 0 0 0,0 0 0 0 0,7 3 0 0 0,5 1 0 0 0,0-1 0 0 0,26 6 0 0 0,-42-12 0 0 0,-1 0 0 0 0,1-1 0 0 0,0 1 0 0 0,-1-1 0 0 0,1 0 0 0 0,-1 1 0 0 0,1-1 0 0 0,2-1 0 0 0,9 0 0 0 0,-1 1 0 0 0,16 2 0 0 0,-25-1 1 0 0,14-3 13 0 0,-16 1 131 0 0,-1 0-73 0 0,4 0-76 0 0,3-9 62 0 0,-7 9-58 0 0,-1 1 0 0 0,0-1 0 0 0,0 1 1 0 0,1-1-1 0 0,-1 1 0 0 0,0-1 0 0 0,0 1 1 0 0,0-1-1 0 0,1 1 0 0 0,-1-1 0 0 0,0 0 1 0 0,0 1-1 0 0,0-1 0 0 0,0 1 1 0 0,0-1-1 0 0,0 1 0 0 0,0-1 0 0 0,0 1 1 0 0,-1-1-1 0 0,1 0 0 0 0,0 1 0 0 0,0-1 1 0 0,0 1-1 0 0,0-1 0 0 0,-1 1 1 0 0,1-1-1 0 0,0 1 0 0 0,-1-1 0 0 0,1 1 1 0 0,0 0-1 0 0,-1-1 0 0 0,1 1 0 0 0,0-1 1 0 0,-1 1-1 0 0,1 0 0 0 0,-1-1 0 0 0,1 1 1 0 0,-1 0-1 0 0,1-1 0 0 0,-1 1 1 0 0,0 0-1 0 0,-1-1-1 0 0,-1-2 6 0 0,0 0 1 0 0,0 0-1 0 0,0 1 0 0 0,0-1 0 0 0,0 1 0 0 0,-1 0 1 0 0,1 0-1 0 0,-1 0 0 0 0,-6-2 0 0 0,-3-1 7 0 0,-60-28-12 0 0,70 32 0 0 0,0-1 0 0 0,0 1 0 0 0,0-1 0 0 0,0 1 0 0 0,0 0 0 0 0,-5-1 0 0 0,-3-2 0 0 0,-24-7 0 0 0,0-2 0 0 0,28 10 0 0 0,0 1 0 0 0,1 0 0 0 0,-1 0 0 0 0,0 0 0 0 0,-14 0 0 0 0,8 3 0 0 0,-13 1 0 0 0,6 2 0 0 0,14-3 0 0 0,0 0 0 0 0,0 0 0 0 0,0 0 0 0 0,0 1 0 0 0,0 0 0 0 0,-6 3 0 0 0,5-1 0 0 0,2 2-12 0 0,5-5 1 0 0,0 0 0 0 0,0 1 0 0 0,0-1 0 0 0,0 0 0 0 0,0 0 0 0 0,0 0 0 0 0,1 1 0 0 0,-1-1 0 0 0,0 0 0 0 0,1 0 0 0 0,-1 0 0 0 0,1 0 0 0 0,-1 0 0 0 0,1 0 0 0 0,-1 0 0 0 0,1 0 0 0 0,1 2 0 0 0,-1-1 5 0 0,5 5-27 0 0,-1 1 0 0 0,10 10-1 0 0,-13-16 30 0 0,-1 0-1 0 0,1-1 1 0 0,-1 1-1 0 0,1 0 1 0 0,0-1-1 0 0,0 1 1 0 0,-1-1-1 0 0,1 1 1 0 0,0-1-1 0 0,1 0 1 0 0,-1 0-1 0 0,3 2 1 0 0,3 0 2 0 0,-4 0 2 0 0,0-1 0 0 0,0 1 0 0 0,0-1 0 0 0,0 0 0 0 0,5 1 0 0 0,0 0 0 0 0,-5 0 1 0 0,1-2 0 0 0,0 1-1 0 0,0 0 1 0 0,-1-1 0 0 0,1 0-1 0 0,0 0 1 0 0,0 0 0 0 0,0-1 0 0 0,0 0-1 0 0,0 0 1 0 0,0 0 0 0 0,0 0-1 0 0,0-1 1 0 0,7-2 0 0 0,-11 3 56 0 0,-21 2 108 0 0,9-2-150 0 0,-32 9-15 0 0,28-5 0 0 0,-22 2 0 0 0,-36 3 0 0 0,-24 2 0 0 0,90-10 4 0 0,1-1 3 0 0,-1 0-1 0 0,1 0 0 0 0,0 1 0 0 0,0 0 0 0 0,0 0 0 0 0,0 1 0 0 0,-11 3 1 0 0,12 0-13 0 0,4-4-70 0 0,16-2-144 0 0,165-16 220 0 0,-60 3-344 0 0,-109 11 332 0 0,-234 52 67 0 0,198-44-28 0 0,-129 33 125 0 0,26-13-310 0 0,60-5-226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18:22.352"/>
    </inkml:context>
    <inkml:brush xml:id="br0">
      <inkml:brushProperty name="width" value="0.35" units="cm"/>
      <inkml:brushProperty name="height" value="0.35" units="cm"/>
      <inkml:brushProperty name="color" value="#5B2D90"/>
    </inkml:brush>
  </inkml:definitions>
  <inkml:trace contextRef="#ctx0" brushRef="#br0">44 191 2015 0 0,'2'-15'1219'0'0,"4"-6"101"0"0,1-12 1452 0 0,-7 30-2481 0 0,1-1 0 0 0,-1 0-1 0 0,0 0 1 0 0,0 0 0 0 0,0 0 0 0 0,-1 0 0 0 0,1 1 0 0 0,-3-9 531 0 0,-9-5-219 0 0,-32-45 2631 0 0,53 66-2693 0 0,5 7-248 0 0,23 21 1 0 0,-23-18-59 0 0,18 11 1 0 0,-4-6-42 0 0,0-2 0 0 0,1-2 0 0 0,1 0 0 0 0,35 11 0 0 0,130 32 558 0 0,6-10 78 0 0,-169-43-693 0 0,-25-4-78 0 0,1 0 0 0 0,-1 1 0 0 0,1-1 0 0 0,13 6 0 0 0,-5-1-1 0 0,30 7 0 0 0,-13-3 21 0 0,-11-6-32 0 0,-6-1 495 0 0,-19 0-342 0 0,-10 1-189 0 0,-32 9 53 0 0,41-12-53 0 0,-1 0 0 0 0,1-1 0 0 0,-1 1 0 0 0,-6-1 0 0 0,-17 3-13 0 0,21-2 2 0 0,0 0 0 0 0,0 0 0 0 0,-7 0 0 0 0,-18 2 0 0 0,-37 10 0 0 0,42-6 20 0 0,17-5-5 0 0,0 1-1 0 0,-17 6 1 0 0,12-2-15 0 0,-1 0 0 0 0,-27 16 0 0 0,10-6 0 0 0,24-13 0 0 0,1 0 0 0 0,-15 10 0 0 0,-44 30 48 0 0,32-23-32 0 0,33-20-16 0 0,-2 2 0 0 0,0-1 0 0 0,-1 0 0 0 0,1 0 0 0 0,-1 0 0 0 0,-8 2 0 0 0,4-2 0 0 0,-7-3 0 0 0,13 0 0 0 0,-4-4 0 0 0,4 2 0 0 0,-8-13 0 0 0,-8-19 78 0 0,-27-63 0 0 0,38 78-52 0 0,2 0 0 0 0,0 0 0 0 0,2 0 0 0 0,0-1 0 0 0,-1-23 0 0 0,9-127-26 0 0,-4 169 5 0 0,1 0 0 0 0,-1 1-1 0 0,0-1 1 0 0,0 0 0 0 0,0 0-1 0 0,0 0 1 0 0,0 0 0 0 0,0 0-1 0 0,0 0 1 0 0,-1 1 0 0 0,1-1-1 0 0,-1 0 1 0 0,1 0 0 0 0,-2-2-1 0 0,0-1-10 0 0,-1-2 6 0 0,3 6 0 0 0,0 1 0 0 0,0 0 0 0 0,0 0 0 0 0,0 0 0 0 0,0 0 0 0 0,0 0 0 0 0,0 0 0 0 0,0 0 0 0 0,0-1 0 0 0,0 1 0 0 0,0 0 0 0 0,0 0 0 0 0,0 0 0 0 0,0 0 0 0 0,0 0 0 0 0,0 0 0 0 0,0 0 0 0 0,0 0 0 0 0,0-1 0 0 0,0 1 0 0 0,-1 0 0 0 0,1 0 0 0 0,0 0 0 0 0,0 0 0 0 0,0 0 0 0 0,0 0 0 0 0,0 0 0 0 0,0 0 0 0 0,0 0 0 0 0,0 0 0 0 0,-1 0 0 0 0,1 0 0 0 0,0 0 0 0 0,0 0 0 0 0,0 0 0 0 0,0 0 0 0 0,0 0 0 0 0,0 0 0 0 0,0 0 0 0 0,-1 0 0 0 0,1 0 0 0 0,0 0 0 0 0,0 0 0 0 0,0 0 0 0 0,0 0 0 0 0,0 0 0 0 0,0 0 0 0 0,0 0 0 0 0,-1 0 0 0 0,1 0 0 0 0,0 0 0 0 0,0 0 0 0 0,-5 18 0 0 0,-3 87 0 0 0,7-86 0 0 0,-1 39 0 0 0,-2 19 0 0 0,-14 87 0 0 0,16-154 0 0 0,-2-2 0 0 0,4-8 0 0 0,0 0 0 0 0,0 0 0 0 0,0 0 0 0 0,0 1 0 0 0,0-1 0 0 0,0 0 0 0 0,-1 0 0 0 0,1 0 0 0 0,0 1 0 0 0,0-1 0 0 0,0 0 0 0 0,0 0 0 0 0,0 0 0 0 0,-1 0 0 0 0,1 1 0 0 0,0-1 0 0 0,0 0 0 0 0,0 0 0 0 0,-1 0 0 0 0,1 0 0 0 0,0 0 0 0 0,0 0 0 0 0,-1 0 0 0 0,1 0 0 0 0,0 0 0 0 0,0 0 0 0 0,0 0 0 0 0,-1 0 0 0 0,1 0 0 0 0,0 0 0 0 0,0 0 0 0 0,-1 0 0 0 0,-8-9 0 0 0,5 2 0 0 0,0-1 0 0 0,0 1 0 0 0,0-1 0 0 0,1 0 0 0 0,0 0 0 0 0,-3-15 0 0 0,-4-10 12 0 0,-5-24 48 0 0,13 52-60 0 0,1 1 0 0 0,-1-1 0 0 0,1 1 0 0 0,0-1 0 0 0,1 0 0 0 0,-1 1 0 0 0,1-1 0 0 0,0 0 0 0 0,1 0 0 0 0,0-6 0 0 0,1-2 0 0 0,-2 6-20 0 0,1 1 30 0 0,-1 0 0 0 0,1 0 0 0 0,0 0 0 0 0,0 0 0 0 0,1 0 0 0 0,-1 1 0 0 0,1-1 0 0 0,1 0 0 0 0,2-5 0 0 0,-1 6-10 0 0,-3 3 48 0 0,17 18-221 0 0,-12-9 165 0 0,0 0 0 0 0,-1 1 0 0 0,0 0 0 0 0,-1 0 0 0 0,0 0 0 0 0,3 9 0 0 0,17 55 132 0 0,-16-41-67 0 0,-1-9-43 0 0,-2 0-1 0 0,-1 0 0 0 0,-1 1 1 0 0,0 0-1 0 0,-3 45 0 0 0,-2-47-13 0 0,1-18 0 0 0,1-2 2 0 0,0 0-1 0 0,0 0 1 0 0,0 0-1 0 0,-1 0 0 0 0,1 0 1 0 0,0 0-1 0 0,0 0 1 0 0,-1 0-1 0 0,1 0 1 0 0,-1 0-1 0 0,1 0 1 0 0,-1-1-1 0 0,1 1 1 0 0,-1 0-1 0 0,1 0 0 0 0,-1 0 1 0 0,-1 0-1 0 0,2-1 1 0 0,0 0 0 0 0,0 0-1 0 0,-1 0 1 0 0,1 0-1 0 0,0 0 1 0 0,-1 1 0 0 0,1-1-1 0 0,0 0 1 0 0,-1-1-1 0 0,1 1 1 0 0,0 0 0 0 0,-1 0-1 0 0,1 0 1 0 0,0 0-1 0 0,-1 0 1 0 0,1 0 0 0 0,0 0-1 0 0,-1 0 1 0 0,1 0-1 0 0,0-1 1 0 0,-1 1 0 0 0,0-1 0 0 0,0 1-2 0 0,1 0 0 0 0,-1 0 0 0 0,1 0 0 0 0,-1 0 0 0 0,1 0 0 0 0,-1-1 0 0 0,1 1 0 0 0,-1 0 0 0 0,1 0 0 0 0,-1-1 0 0 0,1 1 0 0 0,-1 0 0 0 0,1 0 0 0 0,0-1 0 0 0,-1 1 0 0 0,1-1 0 0 0,-1 1 0 0 0,1 0 0 0 0,0-1 0 0 0,-1 1 0 0 0,1-1 0 0 0,0 1 0 0 0,0-1 0 0 0,-1 1 0 0 0,1-1 0 0 0,0 1 0 0 0,0-1 0 0 0,-1-1 0 0 0,1 1-3 0 0,-1 0 1 0 0,0 0-1 0 0,0 0 0 0 0,1 0 0 0 0,-1 0 1 0 0,1-1-1 0 0,-1 1 0 0 0,1 0 0 0 0,-1 0 0 0 0,1-1 1 0 0,0 1-1 0 0,-1 0 0 0 0,1-1 0 0 0,0 1 1 0 0,0-2-1 0 0,0-2-37 0 0,0 4-28 0 0,0-1-38 0 0,4-8 124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18:37.442"/>
    </inkml:context>
    <inkml:brush xml:id="br0">
      <inkml:brushProperty name="width" value="0.1" units="cm"/>
      <inkml:brushProperty name="height" value="0.1" units="cm"/>
      <inkml:brushProperty name="color" value="#E71224"/>
    </inkml:brush>
  </inkml:definitions>
  <inkml:trace contextRef="#ctx0" brushRef="#br0">5859 3585 3023 0 0,'-4'-15'3279'0'0,"1"-9"-2014"0"0,2 23-1105 0 0,1-1-4 0 0,-14-44 1280 0 0,8 21-304 0 0,-13-29 0 0 0,-12-32 855 0 0,17 44-986 0 0,-12-60-1 0 0,2 5-316 0 0,4 16-415 0 0,3 0 0 0 0,3-1 0 0 0,-2-91 0 0 0,10-253-10 0 0,7 268-178 0 0,-3-183-33 0 0,3-272 382 0 0,19 316-411 0 0,0-34 51 0 0,-20 291 4 0 0,-5-132 21 0 0,-1 128-95 0 0,4 35 0 0 0,-2 0 0 0 0,4 9 0 0 0,0-1 0 0 0,0 0 0 0 0,-1 0 0 0 0,1 1 0 0 0,0-1 0 0 0,-1 0 0 0 0,1 0 0 0 0,-1 1 0 0 0,1-1 0 0 0,-1 0 0 0 0,1 1 0 0 0,-1-1 0 0 0,1 1 0 0 0,-1-1 0 0 0,0 1 0 0 0,1-1 0 0 0,-1 1 0 0 0,0-1 0 0 0,1 1 0 0 0,-1-1 0 0 0,-1 1 0 0 0,0-1 0 0 0,0 0 5 0 0,0-1 0 0 0,0 1 0 0 0,0 0 0 0 0,0 0 0 0 0,0 0 0 0 0,-1 0 0 0 0,1 0 0 0 0,0 1-1 0 0,0-1 1 0 0,-1 1 0 0 0,1-1 0 0 0,0 1 0 0 0,-1 0 0 0 0,-2 0 0 0 0,3 0-5 0 0,0 0-1 0 0,0 0 1 0 0,0 0 0 0 0,1 0 0 0 0,-1-1 0 0 0,0 1-1 0 0,-3-2 1 0 0,-31-8-152 0 0,33 9 154 0 0,1 0-1 0 0,-1 1 0 0 0,0-1 1 0 0,0 1-1 0 0,0 0 0 0 0,0 0 1 0 0,-4 0-1 0 0,-9 1 139 0 0,-12-1-46 0 0,-8 0-99 0 0,12-3 40 0 0,-44 2-1 0 0,42 2-4 0 0,-31-4-1 0 0,-45-10-29 0 0,85 11 0 0 0,1 1 0 0 0,-19 0 0 0 0,-12-1 0 0 0,43 2 0 0 0,-193-15 320 0 0,151 12-322 0 0,-66-1 68 0 0,-66 0-66 0 0,64-3 0 0 0,37 1 0 0 0,-139-10 0 0 0,-275-13 75 0 0,224 11-22 0 0,-105-2 139 0 0,205 10-136 0 0,70 5-49 0 0,-274-10 50 0 0,126 7-57 0 0,-32-1 0 0 0,58 14 0 0 0,-221 0 12 0 0,132 3-32 0 0,207-3 12 0 0,-60 2 8 0 0,-45-6 0 0 0,99-6 12 0 0,9 0 48 0 0,18 0-60 0 0,11-2 0 0 0,34 2-13 0 0,33 5-66 0 0,-2-1 135 0 0,2 1-981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18:39.738"/>
    </inkml:context>
    <inkml:brush xml:id="br0">
      <inkml:brushProperty name="width" value="0.1" units="cm"/>
      <inkml:brushProperty name="height" value="0.1" units="cm"/>
      <inkml:brushProperty name="color" value="#E71224"/>
    </inkml:brush>
  </inkml:definitions>
  <inkml:trace contextRef="#ctx0" brushRef="#br0">7368 4925 3711 0 0,'1'-4'6988'0'0,"2"-20"-5329"0"0,1-43 0 0 0,5-55-182 0 0,-7 89-675 0 0,-3-59 0 0 0,0 64-605 0 0,-5-79 562 0 0,-1-85-143 0 0,4-119 93 0 0,-20-1-478 0 0,-48-187 166 0 0,55 385-382 0 0,-2-152 0 0 0,30-116 30 0 0,-6-177 8 0 0,-15 388-65 0 0,-10-307 344 0 0,22 244-335 0 0,-1-21 70 0 0,-9 32-67 0 0,1-49 0 0 0,6 254 0 0 0,1 9 0 0 0,1-10 0 0 0,-1 16 0 0 0,-1-14 0 0 0,-2 6 0 0 0,0 0 0 0 0,2 9 0 0 0,0 1 0 0 0,0 0 0 0 0,-1-1 0 0 0,1 1 0 0 0,-1 0 0 0 0,1 0 0 0 0,-1-1 0 0 0,1 1 0 0 0,-1 0 0 0 0,0 0 0 0 0,1 0 0 0 0,-1 0 0 0 0,0 0 0 0 0,0 0 0 0 0,0 0 0 0 0,0 0 0 0 0,0 0 0 0 0,0 0 0 0 0,0 0 0 0 0,0 1 0 0 0,-1-1 0 0 0,1 0 0 0 0,-1 0 0 0 0,-1 0 0 0 0,0-1 0 0 0,0-1 0 0 0,1 1 0 0 0,-1 1 0 0 0,0-1 0 0 0,0 0 0 0 0,-1 1 0 0 0,1-1 0 0 0,0 1 0 0 0,0 0 0 0 0,-4-1 0 0 0,1 1 0 0 0,5 0 0 0 0,0 1 0 0 0,0-1 0 0 0,0 1 0 0 0,0-1 0 0 0,0 1 0 0 0,0 0 0 0 0,-1-1 0 0 0,1 1 0 0 0,0 0 0 0 0,0 0 0 0 0,0 0 0 0 0,-1 0 0 0 0,1 0 0 0 0,0 0 0 0 0,0 0 0 0 0,0 0 0 0 0,-2 1 0 0 0,-4 0 0 0 0,1-2 0 0 0,3 1 0 0 0,0 0 0 0 0,0-1 0 0 0,0 2 0 0 0,0-1 0 0 0,0 0 0 0 0,0 1 0 0 0,0-1 0 0 0,0 1 0 0 0,0 0 0 0 0,0 0 0 0 0,1 0 0 0 0,-4 1 0 0 0,-25 9 0 0 0,-1-2 0 0 0,-39 7 0 0 0,44-10 0 0 0,18-3 0 0 0,0-1 0 0 0,-16 1 0 0 0,-8 2 0 0 0,-5 0 0 0 0,30-5 0 0 0,0 1 0 0 0,-15 3 0 0 0,-12 2 0 0 0,-26-5 0 0 0,-73-8 0 0 0,5 1 0 0 0,-23-2 1 0 0,-100-12 206 0 0,43-2-287 0 0,92 11 80 0 0,45 6 0 0 0,-134-8 91 0 0,-13 2-22 0 0,-19 1-69 0 0,-65 9 0 0 0,88 2 0 0 0,-189-2 0 0 0,293 1 0 0 0,-147 4 0 0 0,-399 3 64 0 0,507-8-64 0 0,49-1 0 0 0,-2 1 0 0 0,-54 0 0 0 0,-171-2 0 0 0,-38 1 0 0 0,133 9 0 0 0,-94 4 0 0 0,92 2 0 0 0,155-9 0 0 0,-54 5 0 0 0,60-4 0 0 0,-99-6 0 0 0,-151-30 0 0 0,251 25 0 0 0,8-1 0 0 0,52 4-13 0 0,0 0-49 0 0,-1 1 0 0 0,-17-2 1 0 0,30 4-29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18:58.236"/>
    </inkml:context>
    <inkml:brush xml:id="br0">
      <inkml:brushProperty name="width" value="0.1" units="cm"/>
      <inkml:brushProperty name="height" value="0.1" units="cm"/>
      <inkml:brushProperty name="color" value="#FFFFFF"/>
    </inkml:brush>
  </inkml:definitions>
  <inkml:trace contextRef="#ctx0" brushRef="#br0">357 476 4975 0 0,'0'0'388'0'0,"-1"1"-254"0"0,-1 4 350 0 0,0-1 1 0 0,-1 1 0 0 0,1-1-1 0 0,-1 0 1 0 0,0 0 0 0 0,0 0-1 0 0,-1 0 1 0 0,1-1 0 0 0,-5 4-1 0 0,7-6-309 0 0,0-1 0 0 0,1 1-1 0 0,-1 0 1 0 0,0-1 0 0 0,0 1-1 0 0,1 0 1 0 0,-1 0 0 0 0,1-1-1 0 0,-1 1 1 0 0,1 0 0 0 0,-1 0-1 0 0,1 0 1 0 0,-1 0 0 0 0,1 1-1 0 0,2 2 1168 0 0,6-6-1217 0 0,20-13 138 0 0,-1-1-1 0 0,-1-1 1 0 0,43-37-1 0 0,-17 12-71 0 0,16-15 137 0 0,-49 41-212 0 0,-4 0 30 0 0,-13 14 31 0 0,-2 6-132 0 0,-1 1-1 0 0,0-1 1 0 0,0 0 0 0 0,0 0 0 0 0,-2 6-1 0 0,-3 13-27 0 0,1 1 50 0 0,4-20-43 0 0,0 1-1 0 0,0-1 0 0 0,0 1 0 0 0,0 0 0 0 0,1 0 1 0 0,0-1-1 0 0,0 1 0 0 0,1 6 0 0 0,4 9 42 0 0,-1-15-68 0 0,0-2 5 0 0,9 16 30 0 0,-8-16-13 0 0,0-1-3 0 0,1 3-9 0 0,-1-1 0 0 0,1 0-1 0 0,0-1 1 0 0,1 1 0 0 0,-1-1 0 0 0,1 0 0 0 0,-1-1-1 0 0,1 1 1 0 0,0-1 0 0 0,0-1 0 0 0,0 1 0 0 0,12 0 0 0 0,-9-2 0 0 0,0 0 1 0 0,0 0-1 0 0,0-1 1 0 0,0-1 0 0 0,0 0-1 0 0,0 0 1 0 0,0-1 0 0 0,12-4-1 0 0,-20 6 2 0 0,-1 1 0 0 0,1-1-1 0 0,0 0 1 0 0,0 1 0 0 0,-1-1 0 0 0,1 0-1 0 0,-1 0 1 0 0,1 0 0 0 0,-1 0 0 0 0,1 0-1 0 0,-1-1 1 0 0,1 1 0 0 0,-1 0-1 0 0,0-1 1 0 0,2-2 0 0 0,0 0 26 0 0,-3 3 38 0 0,-2 1-55 0 0,-1 1-1 0 0,0 0 1 0 0,1 0-1 0 0,-1 0 0 0 0,1 0 1 0 0,-5 3-1 0 0,-4 2-3 0 0,-24 10-14 0 0,15-7 0 0 0,-25 8 0 0 0,12-8 166 0 0,-38 5-1 0 0,-57 15-38 0 0,40-7-59 0 0,38-9-56 0 0,29-7 5 0 0,-1-1 0 0 0,-42 5 1 0 0,-13-7 140 0 0,-2 0-74 0 0,66-2-74 0 0,9-1-4 0 0,-1 0 0 0 0,1 0 0 0 0,0-1 0 0 0,-1 1 0 0 0,1-1 0 0 0,0 0 0 0 0,-1 0 0 0 0,-3-2 0 0 0,5 2-6 0 0,-5-3 0 0 0,2 0 0 0 0,5 3 0 0 0,-1 0 0 0 0,0 0 0 0 0,0-1 0 0 0,0 1 0 0 0,0-1 0 0 0,1 0 0 0 0,-1 1 0 0 0,1-1 0 0 0,-1 0 0 0 0,1 0 0 0 0,0 0 0 0 0,0 0 0 0 0,0 0 0 0 0,0 0 0 0 0,0 0 0 0 0,0 0 0 0 0,1-1 0 0 0,-1 1 0 0 0,0-3 0 0 0,-1-2 0 0 0,1-1 0 0 0,0 1 0 0 0,0-1 0 0 0,1 0 0 0 0,0 1 0 0 0,2-14 0 0 0,11-46 179 0 0,-6 38 42 0 0,7-36-78 0 0,-1 9 40 0 0,6-58 1 0 0,-13 59-98 0 0,-2 29 2 0 0,-1 1-1 0 0,-1-42 1 0 0,-4 57-35 0 0,2 6 1 0 0,-2-3-54 0 0,2 5-59 0 0,4 13-1832 0 0,0-6 937 0 0,1 1 0 0 0,-1-1 0 0 0,1 0 0 0 0,0 0 0 0 0,0-1 0 0 0,0 0 0 0 0,0 0 0 0 0,11 6 0 0 0,-1-2-3132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18:58.440"/>
    </inkml:context>
    <inkml:brush xml:id="br0">
      <inkml:brushProperty name="width" value="0.1" units="cm"/>
      <inkml:brushProperty name="height" value="0.1" units="cm"/>
      <inkml:brushProperty name="color" value="#FFFFFF"/>
    </inkml:brush>
  </inkml:definitions>
  <inkml:trace contextRef="#ctx0" brushRef="#br0">79 8 3335 0 0,'0'0'34'0'0,"0"0"0"0"0,-1-1 0 0 0,1 1-1 0 0,0 0 1 0 0,0-1 0 0 0,0 1 0 0 0,0 0-1 0 0,0 0 1 0 0,-1-1 0 0 0,1 1 0 0 0,0 0-1 0 0,0 0 1 0 0,0-1 0 0 0,-1 1-1 0 0,1 0 1 0 0,0 0 0 0 0,0-1 0 0 0,-1 1-1 0 0,1 0 1 0 0,0 0 0 0 0,-1 0 0 0 0,1 0-1 0 0,0 0 1 0 0,-1-1 0 0 0,1 1 0 0 0,0 0-1 0 0,-1 0 1 0 0,1 0 0 0 0,0 0-1 0 0,-1 0 1 0 0,1 0 0 0 0,0 0 0 0 0,-1 0-1 0 0,1 0 1 0 0,0 0 0 0 0,-1 0 0 0 0,1 0-1 0 0,0 0 1 0 0,-1 1 0 0 0,-14-2 1828 0 0,13 1-1431 0 0,0-1-1 0 0,-1 1 0 0 0,1 0 1 0 0,-1 0-1 0 0,1 0 1 0 0,0 0-1 0 0,-1 0 0 0 0,1 1 1 0 0,0-1-1 0 0,-1 1 1 0 0,1 0-1 0 0,0-1 0 0 0,-1 1 1 0 0,1 0-1 0 0,0 0 0 0 0,0 0 1 0 0,0 1-1 0 0,-2 1 1 0 0,3-2-414 0 0,0 0 1 0 0,0 0-1 0 0,1 0 1 0 0,-1 0 0 0 0,1 0-1 0 0,-1 1 1 0 0,1-1-1 0 0,-1 0 1 0 0,1 0 0 0 0,0 1-1 0 0,-1-1 1 0 0,1 3 0 0 0,0 6-2957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18:59.028"/>
    </inkml:context>
    <inkml:brush xml:id="br0">
      <inkml:brushProperty name="width" value="0.1" units="cm"/>
      <inkml:brushProperty name="height" value="0.1" units="cm"/>
      <inkml:brushProperty name="color" value="#FFFFFF"/>
    </inkml:brush>
  </inkml:definitions>
  <inkml:trace contextRef="#ctx0" brushRef="#br0">226 1 3367 0 0,'-2'1'5232'0'0,"-10"6"-4100"0"0,10-6-931 0 0,0 1 0 0 0,-1-1-1 0 0,1 1 1 0 0,0-1 0 0 0,0 1 0 0 0,0 0-1 0 0,0 0 1 0 0,-3 3 0 0 0,-10 14 777 0 0,-18 17-1 0 0,16-18-637 0 0,-16 22 0 0 0,20-24-285 0 0,0-1 1 0 0,-1-1 0 0 0,0 0 0 0 0,-22 15-1 0 0,35-28-341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18:59.264"/>
    </inkml:context>
    <inkml:brush xml:id="br0">
      <inkml:brushProperty name="width" value="0.1" units="cm"/>
      <inkml:brushProperty name="height" value="0.1" units="cm"/>
      <inkml:brushProperty name="color" value="#FFFFFF"/>
    </inkml:brush>
  </inkml:definitions>
  <inkml:trace contextRef="#ctx0" brushRef="#br0">19 47 5327 0 0,'2'-7'472'0'0,"0"-2"-376"0"0,-2-1-96 0 0,-2-10 6248 0 0,-5 29-6248 0 0,-1 2 64 0 0,3 0-3312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18:59.854"/>
    </inkml:context>
    <inkml:brush xml:id="br0">
      <inkml:brushProperty name="width" value="0.1" units="cm"/>
      <inkml:brushProperty name="height" value="0.1" units="cm"/>
      <inkml:brushProperty name="color" value="#FFFFFF"/>
    </inkml:brush>
  </inkml:definitions>
  <inkml:trace contextRef="#ctx0" brushRef="#br0">886 489 5439 0 0,'0'0'1619'0'0,"1"2"-1046"0"0,1 1-357 0 0,0 1-1 0 0,0 0 0 0 0,-1 0 0 0 0,1-1 1 0 0,-1 1-1 0 0,0 0 0 0 0,0 0 0 0 0,0 1 0 0 0,-1-1 1 0 0,1 8-1 0 0,-1-3-9 0 0,0-1 1 0 0,0 1-1 0 0,-1 0 1 0 0,-3 13-1 0 0,-5 6 319 0 0,-1 0 0 0 0,-14 26 0 0 0,-5 12 188 0 0,17-38-316 0 0,-1 0-1 0 0,-32 48 1 0 0,36-64-339 0 0,0-1 1 0 0,0 0-1 0 0,-1 0 1 0 0,0 0-1 0 0,-1-2 1 0 0,-1 1 0 0 0,1-1-1 0 0,-1-1 1 0 0,-1 0-1 0 0,1-1 1 0 0,-1 0-1 0 0,-1-1 1 0 0,1-1 0 0 0,-1 0-1 0 0,0 0 1 0 0,0-1-1 0 0,0-1 1 0 0,-1-1-1 0 0,1 0 1 0 0,-1-1 0 0 0,1 0-1 0 0,-1-1 1 0 0,0-1-1 0 0,1 0 1 0 0,-1-1-1 0 0,1-1 1 0 0,-23-7 0 0 0,11 0 97 0 0,1-1 0 0 0,0-1 0 0 0,1-1 0 0 0,0-2 1 0 0,1 0-1 0 0,1-2 0 0 0,0 0 0 0 0,2-1 1 0 0,0-1-1 0 0,1-1 0 0 0,-19-26 0 0 0,27 31-120 0 0,1-1-1 0 0,1-1 0 0 0,0 1 1 0 0,1-1-1 0 0,1-1 0 0 0,1 0 1 0 0,1 0-1 0 0,-6-30 0 0 0,8 26 57 0 0,0 0-1 0 0,2-1 0 0 0,1 1 1 0 0,0-1-1 0 0,2 1 0 0 0,8-41 1 0 0,-1 21-187 0 0,3 1 0 0 0,1 1 1 0 0,2 0-1 0 0,1 1 0 0 0,2 0 1 0 0,2 2-1 0 0,38-55 0 0 0,-48 79-1695 0 0,1 1 0 0 0,16-16 0 0 0,-2 7-3752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19:00.040"/>
    </inkml:context>
    <inkml:brush xml:id="br0">
      <inkml:brushProperty name="width" value="0.1" units="cm"/>
      <inkml:brushProperty name="height" value="0.1" units="cm"/>
      <inkml:brushProperty name="color" value="#FFFFFF"/>
    </inkml:brush>
  </inkml:definitions>
  <inkml:trace contextRef="#ctx0" brushRef="#br0">8 1 5351 0 0,'0'0'8794'0'0,"-1"2"-7929"0"0,-5 19 671 0 0,5-18-1139 0 0,1-1-143 0 0,2 25 131 0 0,-1-24-697 0 0,-1-1 0 0 0,1 1 0 0 0,0 0 0 0 0,0 0 0 0 0,0 0 0 0 0,0-1 0 0 0,1 1 0 0 0,-1-1 0 0 0,3 4 0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19:01.194"/>
    </inkml:context>
    <inkml:brush xml:id="br0">
      <inkml:brushProperty name="width" value="0.1" units="cm"/>
      <inkml:brushProperty name="height" value="0.1" units="cm"/>
      <inkml:brushProperty name="color" value="#FFFFFF"/>
    </inkml:brush>
  </inkml:definitions>
  <inkml:trace contextRef="#ctx0" brushRef="#br0">1488 1 2991 0 0,'0'0'794'0'0,"-2"1"-228"0"0,-2 1-266 0 0,0 0-1 0 0,-1-1 0 0 0,1 1 1 0 0,0-1-1 0 0,-7 1 0 0 0,-17 6 777 0 0,-12 7 325 0 0,-36 17 946 0 0,-19 10-586 0 0,-136 41 0 0 0,206-77-1616 0 0,0-1 1 0 0,-31 3-1 0 0,25-5 7 0 0,-37 5 188 0 0,-102 0 1 0 0,-8-7-8 0 0,-11-9-161 0 0,177 7-153 0 0,-58-6 70 0 0,63 6-87 0 0,-1-1 1 0 0,1 0-1 0 0,-1 0 0 0 0,1-1 1 0 0,0 0-1 0 0,-14-7 0 0 0,20 9-2 0 0,0 0 0 0 0,0 0 0 0 0,0 0 0 0 0,-1 0 0 0 0,1 0 0 0 0,0 0 0 0 0,0 0 0 0 0,1 0 0 0 0,-1 0 0 0 0,0 0 0 0 0,0-1 0 0 0,0 1 0 0 0,1 0 0 0 0,-1-1 0 0 0,1 1 0 0 0,-1-3 0 0 0,0 3 3 0 0,1 0-1 0 0,0 1 1 0 0,-1-1-1 0 0,1 0 1 0 0,0 1-1 0 0,0-1 0 0 0,0 0 1 0 0,0 0-1 0 0,0 1 1 0 0,-1-1-1 0 0,1 0 1 0 0,1 0-1 0 0,-1 1 1 0 0,0-1-1 0 0,0 0 0 0 0,0 0 1 0 0,0 1-1 0 0,0-1 1 0 0,1 0-1 0 0,-1 1 1 0 0,0-1-1 0 0,1 0 1 0 0,-1 1-1 0 0,0-1 1 0 0,1 0-1 0 0,0 0 0 0 0,1-1 16 0 0,2-6-1 0 0,1 1-1 0 0,0 0 1 0 0,1 0 0 0 0,0 0-1 0 0,0 1 1 0 0,1 0 0 0 0,11-9-1 0 0,-3 4 16 0 0,1 1 0 0 0,28-13-1 0 0,-39 20-43 0 0,0 1 0 0 0,1 0 0 0 0,0 1 0 0 0,-1 0 0 0 0,1 0 1 0 0,0 0-1 0 0,6 0 0 0 0,-9 1 8 0 0,1 0 0 0 0,-1 0 1 0 0,1 0-1 0 0,-1 1 1 0 0,0-1-1 0 0,0 1 1 0 0,1 0-1 0 0,-1 0 1 0 0,0 0-1 0 0,0 0 1 0 0,0 0-1 0 0,0 1 0 0 0,5 2 1 0 0,-7-2 5 0 0,0-1 1 0 0,0 0-1 0 0,0 0 1 0 0,0 1-1 0 0,0-1 1 0 0,0 1-1 0 0,-1-1 1 0 0,1 1-1 0 0,0-1 1 0 0,-1 1-1 0 0,1-1 1 0 0,-1 1-1 0 0,0 0 1 0 0,1-1 0 0 0,-1 1-1 0 0,0 0 1 0 0,0-1-1 0 0,0 1 1 0 0,0 0-1 0 0,0-1 1 0 0,-1 1-1 0 0,1-1 1 0 0,0 1-1 0 0,-1 0 1 0 0,1-1-1 0 0,-2 3 1 0 0,0 2 0 0 0,-1 0 1 0 0,0 0-1 0 0,0 0 1 0 0,0-1 0 0 0,-7 9-1 0 0,-17 18 19 0 0,-2-2-1 0 0,0-1 0 0 0,-2-1 1 0 0,-1-2-1 0 0,-51 32 0 0 0,69-49-1184 0 0,1 0 0 0 0,1 1 0 0 0,-18 17 0 0 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19:01.507"/>
    </inkml:context>
    <inkml:brush xml:id="br0">
      <inkml:brushProperty name="width" value="0.1" units="cm"/>
      <inkml:brushProperty name="height" value="0.1" units="cm"/>
      <inkml:brushProperty name="color" value="#FFFFFF"/>
    </inkml:brush>
  </inkml:definitions>
  <inkml:trace contextRef="#ctx0" brushRef="#br0">1 245 4631 0 0,'22'-10'768'0'0,"1"-2"-1"0"0,-1 0 0 0 0,-1-2 0 0 0,22-17 0 0 0,-41 29-585 0 0,1 0 0 0 0,-1 0-1 0 0,0 0 1 0 0,0 0-1 0 0,0 0 1 0 0,0-1 0 0 0,0 1-1 0 0,0 0 1 0 0,-1-1 0 0 0,1 0-1 0 0,-1 1 1 0 0,0-1-1 0 0,1 0 1 0 0,-1 0 0 0 0,-1 1-1 0 0,1-1 1 0 0,0 0-1 0 0,-1 0 1 0 0,1 0 0 0 0,-1 0-1 0 0,0-4 1 0 0,-1 4-33 0 0,1 0-1 0 0,-1-1 1 0 0,0 1 0 0 0,0 0 0 0 0,0 0-1 0 0,0 0 1 0 0,-1 0 0 0 0,0 0-1 0 0,1 0 1 0 0,-1 0 0 0 0,0 0 0 0 0,0 1-1 0 0,0-1 1 0 0,-1 1 0 0 0,1-1-1 0 0,-1 1 1 0 0,1 0 0 0 0,-4-2 0 0 0,-61-35 345 0 0,63 35-501 0 0,3 3-45 0 0,-1 0 0 0 0,1 1 0 0 0,-1-1 0 0 0,1 0 0 0 0,-1 0 0 0 0,1 1-1 0 0,-1-1 1 0 0,1 1 0 0 0,-1-1 0 0 0,-2 0 0 0 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19:01.974"/>
    </inkml:context>
    <inkml:brush xml:id="br0">
      <inkml:brushProperty name="width" value="0.1" units="cm"/>
      <inkml:brushProperty name="height" value="0.1" units="cm"/>
      <inkml:brushProperty name="color" value="#FFFFFF"/>
    </inkml:brush>
  </inkml:definitions>
  <inkml:trace contextRef="#ctx0" brushRef="#br0">1598 23 1951 0 0,'1'-1'38'0'0,"-1"0"0"0"0,0 1 0 0 0,0-1 0 0 0,0 0 0 0 0,0 0-1 0 0,0 0 1 0 0,0 0 0 0 0,0 0 0 0 0,-1 1 0 0 0,1-1-1 0 0,0 0 1 0 0,0 0 0 0 0,-1 0 0 0 0,1 0 0 0 0,0 1 0 0 0,-1-1-1 0 0,0-1 1 0 0,-1-4 2339 0 0,1 6-2129 0 0,0 0 0 0 0,0 0-1 0 0,0 1 1 0 0,0-1 0 0 0,0 0 0 0 0,0 1 0 0 0,0-1 0 0 0,0 1 0 0 0,0-1 0 0 0,0 1 0 0 0,0-1-1 0 0,0 2 1 0 0,-10 7 565 0 0,7-6-606 0 0,0 0 0 0 0,0 1 0 0 0,0-1 0 0 0,-5 8 0 0 0,2-3 92 0 0,1 0 0 0 0,-15 11 1 0 0,-2 3 210 0 0,3-4-126 0 0,0 0 1 0 0,-1-2-1 0 0,-31 18 0 0 0,25-16-138 0 0,4-4 9 0 0,-2 0-1 0 0,0-2 1 0 0,-45 17-1 0 0,-83 16 575 0 0,139-42-764 0 0,-136 29 527 0 0,101-23-489 0 0,-173 20 139 0 0,114-24-144 0 0,54-4-21 0 0,10-1 7 0 0,-1-3 0 0 0,1-1 0 0 0,0-2 0 0 0,-52-14 0 0 0,82 17-52 0 0,-1-1 0 0 0,1-1 0 0 0,0 0 0 0 0,1-1 0 0 0,-1 0 0 0 0,1-1 0 0 0,-18-13 0 0 0,27 17-24 0 0,0-1 0 0 0,-1 1 1 0 0,1-1-1 0 0,1 0 0 0 0,-1-1 1 0 0,1 1-1 0 0,-1 0 1 0 0,1-1-1 0 0,1 0 0 0 0,-1 0 1 0 0,1 0-1 0 0,-1 0 0 0 0,2 0 1 0 0,-1 0-1 0 0,0-1 0 0 0,1 1 1 0 0,0 0-1 0 0,0-1 0 0 0,1 1 1 0 0,0-1-1 0 0,-1 1 0 0 0,2-1 1 0 0,0-6-1 0 0,1 1-146 0 0,0 1 1 0 0,1-1-1 0 0,0 1 0 0 0,1 0 1 0 0,0 0-1 0 0,0 1 0 0 0,1-1 1 0 0,7-9-1 0 0,-4 7-1133 0 0,0 1 0 0 0,1 0 0 0 0,12-11 0 0 0,8-4-3417 0 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19:02.133"/>
    </inkml:context>
    <inkml:brush xml:id="br0">
      <inkml:brushProperty name="width" value="0.1" units="cm"/>
      <inkml:brushProperty name="height" value="0.1" units="cm"/>
      <inkml:brushProperty name="color" value="#FFFFFF"/>
    </inkml:brush>
  </inkml:definitions>
  <inkml:trace contextRef="#ctx0" brushRef="#br0">1 0 7223 0 0,'0'0'640'0'0,"13"2"-512"0"0,0-2-128 0 0,3 0 0 0 0,3 4 872 0 0,3 0 152 0 0,2-1 24 0 0,4 3 8 0 0,4 0-512 0 0,1-3-96 0 0,3 3-16 0 0,1-1-8 0 0,2 1-424 0 0,2 0-168 0 0,-2 5 8 0 0,3 0-3464 0 0,3 0-696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0:26.930"/>
    </inkml:context>
    <inkml:brush xml:id="br0">
      <inkml:brushProperty name="width" value="0.05" units="cm"/>
      <inkml:brushProperty name="height" value="0.05" units="cm"/>
    </inkml:brush>
  </inkml:definitions>
  <inkml:trace contextRef="#ctx0" brushRef="#br0">9 303 4199 0 0,'0'0'326'0'0,"-8"21"2452"0"0,8-28 3016 0 0,10-40-3764 0 0,57-150 298 0 0,-62 183-2257 0 0,-4 8-69 0 0,1 0 0 0 0,0 0 0 0 0,1 0 0 0 0,-1 0 0 0 0,1 1-1 0 0,0-1 1 0 0,1 1 0 0 0,4-7 0 0 0,-8 12-2 0 0,0 0-1 0 0,1 0 0 0 0,-1 0 1 0 0,0-1-1 0 0,0 1 0 0 0,1 0 1 0 0,-1 0-1 0 0,0 0 0 0 0,1 0 1 0 0,-1 0-1 0 0,0 0 0 0 0,0 0 1 0 0,1 0-1 0 0,-1 0 0 0 0,0 0 1 0 0,1 0-1 0 0,-1 0 0 0 0,0 0 1 0 0,0 0-1 0 0,1 0 0 0 0,-1 1 1 0 0,0-1-1 0 0,0 0 0 0 0,1 0 1 0 0,-1 0-1 0 0,0 0 0 0 0,0 0 1 0 0,1 1-1 0 0,-1-1 0 0 0,0 0 1 0 0,0 0-1 0 0,0 0 1 0 0,1 1-1 0 0,-1-1 0 0 0,0 0 1 0 0,0 0-1 0 0,0 1 0 0 0,0-1 1 0 0,0 0-1 0 0,1 1 0 0 0,2 6-65 0 0,4 13 17 0 0,-1 1 0 0 0,6 42 0 0 0,-3-14 201 0 0,-2-19-146 0 0,-2 1 0 0 0,-1-1-1 0 0,-1 39 1 0 0,13-90-2579 0 0,-10 13-1171 0 0,-1-2-1074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0:27.195"/>
    </inkml:context>
    <inkml:brush xml:id="br0">
      <inkml:brushProperty name="width" value="0.05" units="cm"/>
      <inkml:brushProperty name="height" value="0.05" units="cm"/>
    </inkml:brush>
  </inkml:definitions>
  <inkml:trace contextRef="#ctx0" brushRef="#br0">1 0 5351 0 0,'0'0'4922'0'0,"16"7"-2012"0"0,-4-3-1935 0 0,0-2 0 0 0,18 2 0 0 0,7-3-5849 0 0,-27-2 47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0:27.883"/>
    </inkml:context>
    <inkml:brush xml:id="br0">
      <inkml:brushProperty name="width" value="0.05" units="cm"/>
      <inkml:brushProperty name="height" value="0.05" units="cm"/>
    </inkml:brush>
  </inkml:definitions>
  <inkml:trace contextRef="#ctx0" brushRef="#br0">136 12 3423 0 0,'0'-4'5797'0'0,"-1"4"-5680"0"0,-6 0 277 0 0,1-1 1 0 0,-1 1 0 0 0,0 1 0 0 0,0-1 0 0 0,0 1-1 0 0,0 0 1 0 0,-8 3 0 0 0,7-1 71 0 0,-1-2-1 0 0,1 1 1 0 0,0-1 0 0 0,-15 0-1 0 0,17-1-418 0 0,-4-1 205 0 0,10 0-248 0 0,1 1 0 0 0,-1 0 0 0 0,0 0 0 0 0,0-1 0 0 0,0 1-1 0 0,0 0 1 0 0,0 0 0 0 0,0-1 0 0 0,0 1 0 0 0,1 0 0 0 0,-1 0 0 0 0,0-1 0 0 0,0 1-1 0 0,0 0 1 0 0,1 0 0 0 0,-1 0 0 0 0,0 0 0 0 0,0-1 0 0 0,0 1 0 0 0,1 0 0 0 0,-1 0-1 0 0,0 0 1 0 0,0 0 0 0 0,1 0 0 0 0,-1 0 0 0 0,0-1 0 0 0,1 1 0 0 0,-1 0 0 0 0,0 0-1 0 0,0 0 1 0 0,1 0 0 0 0,-1 0 0 0 0,1 0 0 0 0,20-8-953 0 0,-6 4-2894 0 0,-1 1-668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0:29.474"/>
    </inkml:context>
    <inkml:brush xml:id="br0">
      <inkml:brushProperty name="width" value="0.05" units="cm"/>
      <inkml:brushProperty name="height" value="0.05" units="cm"/>
    </inkml:brush>
  </inkml:definitions>
  <inkml:trace contextRef="#ctx0" brushRef="#br0">17 141 4895 0 0,'4'-1'6569'0'0,"-4"1"-6423"0"0,11-10 1563 0 0,10-13-1134 0 0,38-83 1293 0 0,-59 106-1815 0 0,-5 18 11 0 0,-24 97 880 0 0,26-97-753 0 0,1 0 0 0 0,1 0-1 0 0,1 19 1 0 0,0-28-11 0 0,-2-3-115 0 0,0 1 1 0 0,1-1-1 0 0,-2 0 0 0 0,1 0 1 0 0,-1-1-1 0 0,-5 9 0 0 0,8-13-72 0 0,-1 1 20 0 0,0-1 1 0 0,-1 1-1 0 0,1 0 1 0 0,-1-1-1 0 0,1 1 1 0 0,-1-1 0 0 0,1 1-1 0 0,-1-1 1 0 0,0 1-1 0 0,0-1 1 0 0,1 0-1 0 0,-1 0 1 0 0,0 0 0 0 0,-3 1-1 0 0,5-2-10 0 0,-1 0 0 0 0,0 0-1 0 0,0 1 1 0 0,1-1 0 0 0,-1 0-1 0 0,0 0 1 0 0,1 0-1 0 0,-1 0 1 0 0,0 0 0 0 0,0 0-1 0 0,1 0 1 0 0,-1 0 0 0 0,0 0-1 0 0,1-1 1 0 0,-1 1 0 0 0,0 0-1 0 0,1 0 1 0 0,-1 0 0 0 0,0-1-1 0 0,1 1 1 0 0,-1-1 0 0 0,0 1-1 0 0,1 0 1 0 0,-1-1 0 0 0,1 1-1 0 0,-2-2 1 0 0,0 0 39 0 0,0 0-32 0 0,1-1-10 0 0,1 3 0 0 0,1-1 0 0 0,-1 0 0 0 0,1 1 0 0 0,-1-1 0 0 0,1 1 0 0 0,-1-1 0 0 0,1 1 0 0 0,-1-1 0 0 0,1 1 0 0 0,-1-1 0 0 0,1 1 0 0 0,0-1 0 0 0,-1 1 0 0 0,1 0 0 0 0,0-1 0 0 0,-1 1 0 0 0,1 0 0 0 0,0-1 0 0 0,-1 1 0 0 0,1 0 0 0 0,0 0 0 0 0,0 0 0 0 0,-1 0 0 0 0,1 0 0 0 0,0 0 0 0 0,0 0 0 0 0,1 0 0 0 0,14-3 27 0 0,0 1 1 0 0,0 0-1 0 0,30 2 0 0 0,-21 1 260 0 0,-25-1-293 0 0,0 0 0 0 0,0 0-1 0 0,0 0 1 0 0,0 0 0 0 0,1 0 0 0 0,-1-1-1 0 0,0 1 1 0 0,0 0 0 0 0,0 0 0 0 0,0 0-1 0 0,0 0 1 0 0,1 0 0 0 0,-1 0 0 0 0,0 0-1 0 0,0 0 1 0 0,0 0 0 0 0,0 0 0 0 0,0 0-1 0 0,1 0 1 0 0,-1-1 0 0 0,0 1 0 0 0,0 0-1 0 0,0 0 1 0 0,0 0 0 0 0,0 0 0 0 0,0 0-1 0 0,0 0 1 0 0,0-1 0 0 0,0 1-1 0 0,1 0 1 0 0,-1 0 0 0 0,0 0 0 0 0,0 0-1 0 0,0 0 1 0 0,0-1 0 0 0,0 1 0 0 0,0 0-1 0 0,0 0 1 0 0,0 0 0 0 0,0-1 0 0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0:30.644"/>
    </inkml:context>
    <inkml:brush xml:id="br0">
      <inkml:brushProperty name="width" value="0.05" units="cm"/>
      <inkml:brushProperty name="height" value="0.05" units="cm"/>
    </inkml:brush>
  </inkml:definitions>
  <inkml:trace contextRef="#ctx0" brushRef="#br0">22 346 3599 0 0,'0'0'278'0'0,"-9"18"743"0"0,9-18-932 0 0,0 0-1 0 0,0 1 1 0 0,0-1 0 0 0,0 0 0 0 0,0 0-1 0 0,0 1 1 0 0,-1-1 0 0 0,1 0-1 0 0,0 0 1 0 0,0 0 0 0 0,0 1 0 0 0,0-1-1 0 0,0 0 1 0 0,0 0 0 0 0,-1 0-1 0 0,1 1 1 0 0,0-1 0 0 0,0 0-1 0 0,0 0 1 0 0,-1 0 0 0 0,1 0 0 0 0,0 1-1 0 0,0-1 1 0 0,0 0 0 0 0,-1 0-1 0 0,1 0 1 0 0,0 0 0 0 0,0 0-1 0 0,-1 0 1 0 0,1 0 0 0 0,0 0 0 0 0,0 0-1 0 0,-1 0 1 0 0,1 0 0 0 0,0 0-1 0 0,0 0 1 0 0,-1 0 0 0 0,1 0 0 0 0,0 0-1 0 0,0 0 1 0 0,0 0 0 0 0,-1 0-1 0 0,1 0 1 0 0,-4-13 1816 0 0,3-17-404 0 0,3 12-613 0 0,-1 1-476 0 0,1-1-1 0 0,1 1 0 0 0,0 0 1 0 0,1 0-1 0 0,11-28 0 0 0,58-104-103 0 0,-57 123-308 0 0,-16 26 0 0 0,0 0 0 0 0,0 0 0 0 0,0 0 0 0 0,0-1 0 0 0,0 1 0 0 0,1 0 0 0 0,-1 0 0 0 0,0 0 0 0 0,0 0 0 0 0,0 0 0 0 0,0 0 0 0 0,1 0 0 0 0,-1 0 0 0 0,0 0 0 0 0,0 0 0 0 0,0 0 0 0 0,0 0 0 0 0,1 0 0 0 0,-1 0 0 0 0,0 0 0 0 0,0 0 0 0 0,0 0 0 0 0,1 0 0 0 0,-1 0 0 0 0,0 0 0 0 0,0 0 0 0 0,0 1 0 0 0,0-1 0 0 0,0 0 0 0 0,1 0 0 0 0,-1 0 0 0 0,0 0 0 0 0,0 0 0 0 0,0 0 0 0 0,0 0 0 0 0,0 1 0 0 0,0-1 0 0 0,1 0 0 0 0,-1 0 0 0 0,0 0 0 0 0,0 0 0 0 0,0 0 0 0 0,0 1 0 0 0,0-1 0 0 0,0 0 0 0 0,0 0 0 0 0,0 0 0 0 0,0 0 0 0 0,0 1 0 0 0,0-1 0 0 0,0 0 0 0 0,3 9 0 0 0,-3-9 0 0 0,8 34 263 0 0,6 55-1 0 0,-5-27 389 0 0,-6-29-278 0 0,-2-9-122 0 0,-1-19-251 0 0,1-1-26 0 0,0-3-117 0 0,13-2-5062 0 0,-8-2-353 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0:30.989"/>
    </inkml:context>
    <inkml:brush xml:id="br0">
      <inkml:brushProperty name="width" value="0.05" units="cm"/>
      <inkml:brushProperty name="height" value="0.05" units="cm"/>
    </inkml:brush>
  </inkml:definitions>
  <inkml:trace contextRef="#ctx0" brushRef="#br0">16 17 2159 0 0,'-16'-1'7144'0'0,"23"2"-6535"0"0,1-1 0 0 0,-1 0 0 0 0,0 0 0 0 0,1 0 0 0 0,-1-1 0 0 0,0 0 0 0 0,12-3 0 0 0,6 0 358 0 0,-10 1-463 0 0,-10 2-376 0 0,-1 0-1 0 0,1 0 1 0 0,-1 1 0 0 0,1-1 0 0 0,0 1 0 0 0,-1 0 0 0 0,8 1 0 0 0,-9 0-306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0:31.876"/>
    </inkml:context>
    <inkml:brush xml:id="br0">
      <inkml:brushProperty name="width" value="0.05" units="cm"/>
      <inkml:brushProperty name="height" value="0.05" units="cm"/>
    </inkml:brush>
  </inkml:definitions>
  <inkml:trace contextRef="#ctx0" brushRef="#br0">23 146 3247 0 0,'0'0'251'0'0,"-17"-12"5244"0"0,16 10-5289 0 0,0 1 0 0 0,1 0 0 0 0,-1-1 1 0 0,1 1-1 0 0,-1 0 0 0 0,1-1 0 0 0,-1 1 1 0 0,1 0-1 0 0,0-1 0 0 0,0 1 0 0 0,-1-1 0 0 0,1 1 1 0 0,0-1-1 0 0,0 1 0 0 0,1 0 0 0 0,-1-1 1 0 0,0 1-1 0 0,0-1 0 0 0,1 1 0 0 0,-1-1 1 0 0,1 1-1 0 0,-1 0 0 0 0,1 0 0 0 0,0-1 1 0 0,-1 1-1 0 0,1 0 0 0 0,1-2 0 0 0,2-4 57 0 0,1 0 0 0 0,0 0 0 0 0,8-8 0 0 0,-5 7-39 0 0,0 0-1 0 0,1 0 1 0 0,18-11-1 0 0,-25 17-179 0 0,1 0 0 0 0,-1 1 1 0 0,1-1-1 0 0,0 1 0 0 0,-1 0 0 0 0,1 0 0 0 0,0 0 0 0 0,0 0 1 0 0,0 0-1 0 0,0 1 0 0 0,0-1 0 0 0,-1 1 0 0 0,1 0 0 0 0,0 0 1 0 0,0 0-1 0 0,0 0 0 0 0,0 0 0 0 0,0 1 0 0 0,0-1 0 0 0,4 2 1 0 0,-6-1-30 0 0,1 0 1 0 0,-1 0-1 0 0,0 0 1 0 0,1 0-1 0 0,-1 0 1 0 0,0 0-1 0 0,0 0 1 0 0,0 1 0 0 0,0-1-1 0 0,0 0 1 0 0,0 1-1 0 0,-1-1 1 0 0,1 1-1 0 0,0-1 1 0 0,-1 1 0 0 0,1-1-1 0 0,-1 1 1 0 0,1-1-1 0 0,-1 1 1 0 0,0-1-1 0 0,1 1 1 0 0,-1 0-1 0 0,0-1 1 0 0,0 1 0 0 0,0-1-1 0 0,0 1 1 0 0,-1 0-1 0 0,1-1 1 0 0,-1 3-1 0 0,0 3 3 0 0,-1 0 0 0 0,0 0 0 0 0,0-1 0 0 0,-1 1 0 0 0,-4 8 0 0 0,-2 0 52 0 0,-1-1 1 0 0,-18 21-1 0 0,19-24-49 0 0,0-1 1 0 0,1 1-1 0 0,0 1 0 0 0,1-1 1 0 0,-9 19-1 0 0,16-29-14 0 0,0-1 1 0 0,0 1 0 0 0,0-1-1 0 0,-1 1 1 0 0,1-1-1 0 0,0 1 1 0 0,0-1 0 0 0,0 1-1 0 0,0-1 1 0 0,0 1-1 0 0,0-1 1 0 0,0 1 0 0 0,0-1-1 0 0,0 1 1 0 0,0-1-1 0 0,0 1 1 0 0,1-1 0 0 0,-1 1-1 0 0,0-1 1 0 0,0 1-1 0 0,0-1 1 0 0,1 1 0 0 0,-1-1-1 0 0,0 1 1 0 0,0-1-1 0 0,1 1 1 0 0,-1-1 0 0 0,1 0-1 0 0,-1 1 1 0 0,0-1-1 0 0,1 0 1 0 0,-1 1-1 0 0,1-1 1 0 0,-1 0 0 0 0,1 1-1 0 0,-1-1 1 0 0,0 0-1 0 0,1 0 1 0 0,0 1 0 0 0,17 2 85 0 0,-9-4-70 0 0,0 0 0 0 0,15-3 0 0 0,-14 2 145 0 0,0 1-1 0 0,17-2 1 0 0,-26 3 108 0 0,-3 1 226 0 0,1 0-535 0 0,0 0 0 0 0,0-1 0 0 0,0 1 1 0 0,0 0-1 0 0,0-1 0 0 0,0 1 0 0 0,0-1 0 0 0,0 0 1 0 0,0 1-1 0 0,0-1 0 0 0,-2 0 0 0 0,3 0-108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0:32.811"/>
    </inkml:context>
    <inkml:brush xml:id="br0">
      <inkml:brushProperty name="width" value="0.05" units="cm"/>
      <inkml:brushProperty name="height" value="0.05" units="cm"/>
    </inkml:brush>
  </inkml:definitions>
  <inkml:trace contextRef="#ctx0" brushRef="#br0">1 294 3799 0 0,'0'0'1018'0'0,"4"16"3012"0"0,-4-15-3923 0 0,0-1 0 0 0,1 1 0 0 0,-1-1 0 0 0,0 1 0 0 0,1-1 0 0 0,-1 1 0 0 0,0-1 0 0 0,1 0 0 0 0,-1 1 0 0 0,1-1 0 0 0,-1 0 0 0 0,1 1 0 0 0,-1-1 0 0 0,0 0 0 0 0,1 1 0 0 0,-1-1 0 0 0,1 0 0 0 0,0 0 1 0 0,-1 1-1 0 0,1-1 0 0 0,-1 0 0 0 0,1 0 0 0 0,-1 0 0 0 0,1 0 0 0 0,-1 0 0 0 0,1 0 0 0 0,0 0 0 0 0,-1 0 0 0 0,2 0 0 0 0,-1-1 55 0 0,0 1 1 0 0,1-1 0 0 0,-1 0 0 0 0,0 1 0 0 0,0-1 0 0 0,1 0-1 0 0,-1 0 1 0 0,0 0 0 0 0,0 0 0 0 0,0 0 0 0 0,1-2 0 0 0,2-1 185 0 0,-1-1 0 0 0,0 0 1 0 0,0 0-1 0 0,-1 0 1 0 0,3-6-1 0 0,17-49 634 0 0,2 2 1 0 0,42-73-1 0 0,-62 125-952 0 0,4-9-30 0 0,-8 15 0 0 0,0 0 0 0 0,0 0 0 0 0,0 0 0 0 0,0 0 0 0 0,0 0 0 0 0,0 0 0 0 0,0 0 0 0 0,0 0 0 0 0,0 0 0 0 0,0 0 0 0 0,0 0 0 0 0,0 0 0 0 0,1 0 0 0 0,-1 0 0 0 0,0 0 0 0 0,0 0 0 0 0,0 0 0 0 0,0 0 0 0 0,0 0 0 0 0,0 0 0 0 0,0 0 0 0 0,0-1 0 0 0,0 1 0 0 0,0 0 0 0 0,0 0 0 0 0,0 0 0 0 0,0 0 0 0 0,0 0 0 0 0,0 0 0 0 0,0 0 0 0 0,1 0 0 0 0,-1 0 0 0 0,0 0 0 0 0,0 1 0 0 0,0-1 0 0 0,0 0 0 0 0,0 0 0 0 0,0 0 0 0 0,0 0 0 0 0,0 0 0 0 0,0 0 0 0 0,0 0 0 0 0,0 0 0 0 0,0 0 0 0 0,0 0 0 0 0,0 0 0 0 0,0 0 0 0 0,0 0 0 0 0,0 0 0 0 0,0 0 0 0 0,1 0 0 0 0,-1 0 0 0 0,0 0 0 0 0,0 0 0 0 0,0 0 0 0 0,0 0 0 0 0,0 0 0 0 0,0 1 0 0 0,2 5 0 0 0,1 6 0 0 0,14 79 2 0 0,0-3-20 0 0,-15-73 98 0 0,-1 0 0 0 0,-1 0 0 0 0,0 0 0 0 0,-2 16 0 0 0,-6 12-102 0 0,8-42-13 0 0,0-1 1 0 0,0 0-1 0 0,0 0 0 0 0,0 0 1 0 0,0 0-1 0 0,0 1 1 0 0,0-1-1 0 0,0 0 1 0 0,0 0-1 0 0,0 0 1 0 0,0 1-1 0 0,0-1 1 0 0,0 0-1 0 0,0 0 1 0 0,0 0-1 0 0,0 1 1 0 0,0-1-1 0 0,0 0 1 0 0,0 0-1 0 0,0 0 1 0 0,0 1-1 0 0,1-1 1 0 0,-1 0-1 0 0,0 0 1 0 0,0 0-1 0 0,0 0 1 0 0,0 0-1 0 0,0 1 1 0 0,1-1-1 0 0,-1 0 1 0 0,0 0-1 0 0,0 0 1 0 0,0 0-1 0 0,0 0 1 0 0,1 0-1 0 0,-1 0 1 0 0,0 0-1 0 0,0 0 1 0 0,0 0-1 0 0,1 1 1 0 0,-1-1-1 0 0,0 0 0 0 0,0 0 1 0 0,0 0-1 0 0,1 0 1 0 0,-1 0-1 0 0,0 0 1 0 0,0-1-1 0 0,0 1 1 0 0,0 0-1 0 0,1 0 1 0 0,-1 0-1 0 0,0 0 1 0 0,0 0-1 0 0,0 0 1 0 0,1 0-1 0 0,-1 0 1 0 0,0 0-1 0 0,0 0 1 0 0,0-1-1 0 0,0 1 1 0 0,1 0-1 0 0,-1 0 1 0 0,0 0-1 0 0,0-1 1 0 0,11-6-2622 0 0,-4-1-2426 0 0,-2 3 992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0:33.127"/>
    </inkml:context>
    <inkml:brush xml:id="br0">
      <inkml:brushProperty name="width" value="0.05" units="cm"/>
      <inkml:brushProperty name="height" value="0.05" units="cm"/>
    </inkml:brush>
  </inkml:definitions>
  <inkml:trace contextRef="#ctx0" brushRef="#br0">1 26 2959 0 0,'13'-16'7536'0'0,"-7"14"-6851"0"0,-1 0 0 0 0,1 1 0 0 0,0 0-1 0 0,0-1 1 0 0,0 2 0 0 0,0-1 0 0 0,7 1 0 0 0,45 3 661 0 0,-45-2-1147 0 0,-7-1-476 0 0,15 2 693 0 0,-8-2-5499 0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0:33.811"/>
    </inkml:context>
    <inkml:brush xml:id="br0">
      <inkml:brushProperty name="width" value="0.05" units="cm"/>
      <inkml:brushProperty name="height" value="0.05" units="cm"/>
    </inkml:brush>
  </inkml:definitions>
  <inkml:trace contextRef="#ctx0" brushRef="#br0">51 75 5383 0 0,'-19'4'1371'0'0,"17"-4"-1070"0"0,0 0 1 0 0,0 0-1 0 0,0 0 1 0 0,0 0-1 0 0,0-1 1 0 0,0 1-1 0 0,-1-1 1 0 0,1 0-1 0 0,-3-1 0 0 0,4 1-216 0 0,1 1 0 0 0,-1 0 1 0 0,1-1-1 0 0,-1 1 0 0 0,1 0 0 0 0,-1-1 0 0 0,1 1 0 0 0,0-1 0 0 0,-1 1 0 0 0,1-1 0 0 0,0 1 0 0 0,-1-1 0 0 0,1 1 0 0 0,0-1 0 0 0,0 1 0 0 0,0-1 0 0 0,-1 0 0 0 0,1 1 0 0 0,0-1 0 0 0,0 1 0 0 0,0-1 0 0 0,0 1 0 0 0,0-1 0 0 0,0 0 0 0 0,0 1 0 0 0,0-1 0 0 0,0 1 0 0 0,0-1 0 0 0,0 0 0 0 0,1 1 0 0 0,-1-1 0 0 0,0 1 0 0 0,0-1 0 0 0,1 1 1 0 0,-1-1-1 0 0,0 1 0 0 0,0-1 0 0 0,2 0 0 0 0,1-3 23 0 0,0-1 0 0 0,1 1-1 0 0,-1 0 1 0 0,1 1 0 0 0,0-1 0 0 0,1 1 0 0 0,-1 0 0 0 0,0 0 0 0 0,1 0 0 0 0,0 0 0 0 0,-1 1 0 0 0,1 0 0 0 0,0 0 0 0 0,0 0 0 0 0,1 1 0 0 0,-1-1 0 0 0,0 1 0 0 0,0 0-1 0 0,1 1 1 0 0,-1-1 0 0 0,1 1 0 0 0,5 1 0 0 0,-10-1-86 0 0,1 0 0 0 0,-1 0 0 0 0,1 0 0 0 0,0 0 0 0 0,-1 1-1 0 0,1-1 1 0 0,-1 1 0 0 0,1-1 0 0 0,-1 1 0 0 0,0-1 0 0 0,1 1 0 0 0,-1 0 0 0 0,1 0-1 0 0,-1-1 1 0 0,0 1 0 0 0,0 0 0 0 0,0 0 0 0 0,1 1 0 0 0,-1-1 0 0 0,0 0-1 0 0,0 0 1 0 0,0 0 0 0 0,-1 1 0 0 0,1-1 0 0 0,0 0 0 0 0,0 1 0 0 0,-1-1 0 0 0,1 1-1 0 0,-1-1 1 0 0,1 1 0 0 0,-1-1 0 0 0,0 1 0 0 0,1-1 0 0 0,-1 1 0 0 0,0-1-1 0 0,0 1 1 0 0,0 0 0 0 0,0-1 0 0 0,0 1 0 0 0,-1-1 0 0 0,1 1 0 0 0,0-1 0 0 0,-1 1-1 0 0,1-1 1 0 0,-1 1 0 0 0,0-1 0 0 0,1 1 0 0 0,-1-1 0 0 0,-1 2 0 0 0,-7 9 93 0 0,7-10-75 0 0,0 1 0 0 0,0 0 0 0 0,0 0 1 0 0,0 0-1 0 0,1 0 0 0 0,-3 4 0 0 0,4-6-35 0 0,0 0 1 0 0,0 0-1 0 0,0 0 0 0 0,0 0 0 0 0,0 0 1 0 0,0 0-1 0 0,0 0 0 0 0,0 0 0 0 0,0 0 1 0 0,0 0-1 0 0,0 0 0 0 0,1 0 1 0 0,-1 0-1 0 0,0 0 0 0 0,1 0 0 0 0,-1 0 1 0 0,1 0-1 0 0,-1-1 0 0 0,1 1 0 0 0,-1 0 1 0 0,1 0-1 0 0,0 0 0 0 0,-1-1 0 0 0,1 1 1 0 0,0 0-1 0 0,1 0 0 0 0,2 3-8 0 0,1 0 0 0 0,-1 0 0 0 0,0 0-1 0 0,0 0 1 0 0,-1 1 0 0 0,6 8 0 0 0,-8-11 12 0 0,0-1 0 0 0,-1 0 0 0 0,1 1 0 0 0,-1-1 0 0 0,1 1 0 0 0,-1-1 0 0 0,0 1 0 0 0,1-1 0 0 0,-1 1 0 0 0,0-1 0 0 0,0 1 0 0 0,0 0 0 0 0,0-1 0 0 0,0 1 0 0 0,-1-1 0 0 0,1 1 0 0 0,0-1 0 0 0,-1 1 0 0 0,1-1 0 0 0,-1 0 0 0 0,0 1 0 0 0,1-1 0 0 0,-1 1 0 0 0,0-1 0 0 0,0 0 0 0 0,0 0 0 0 0,0 1 0 0 0,0-1 1 0 0,0 0-1 0 0,-2 1 0 0 0,0 1 34 0 0,-1 0 0 0 0,1 0 0 0 0,-1 0 0 0 0,0-1 0 0 0,0 0 0 0 0,0 1 1 0 0,-1-1-1 0 0,1-1 0 0 0,0 1 0 0 0,-1-1 0 0 0,1 0 0 0 0,-1 0 0 0 0,1 0 0 0 0,-1 0 1 0 0,0-1-1 0 0,-7 0 0 0 0,11 0-68 0 0,0 0 1 0 0,0-1-1 0 0,0 1 1 0 0,1 0-1 0 0,-1 0 0 0 0,0-1 1 0 0,0 1-1 0 0,0-1 1 0 0,0 1-1 0 0,1-1 0 0 0,-1 1 1 0 0,-1-2-1 0 0,2 2-110 0 0,0 0-1 0 0,0 0 1 0 0,0 0-1 0 0,0-1 0 0 0,-1 1 1 0 0,1 0-1 0 0,0 0 1 0 0,0-1-1 0 0,0 1 1 0 0,0 0-1 0 0,0 0 1 0 0,0 0-1 0 0,0-1 1 0 0,0 1-1 0 0,0 0 1 0 0,0 0-1 0 0,0-1 1 0 0,0 1-1 0 0,0 0 1 0 0,0 0-1 0 0,0-1 1 0 0,0 1-1 0 0,1 0 0 0 0,-1 0 1 0 0,0 0-1 0 0,0-1 1 0 0,0 1-1 0 0,0 0 1 0 0,0 0-1 0 0,0 0 1 0 0,1-1-1 0 0,-1 1 1 0 0,0 0-1 0 0,0 0 1 0 0,0 0-1 0 0,0 0 1 0 0,1-1-1 0 0,-1 1 1 0 0,0 0-1 0 0,0 0 0 0 0,1 0 1 0 0,-1 0-1 0 0,0 0 1 0 0,0 0-1 0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0:35.109"/>
    </inkml:context>
    <inkml:brush xml:id="br0">
      <inkml:brushProperty name="width" value="0.05" units="cm"/>
      <inkml:brushProperty name="height" value="0.05" units="cm"/>
    </inkml:brush>
  </inkml:definitions>
  <inkml:trace contextRef="#ctx0" brushRef="#br0">9 311 4895 0 0,'0'0'1071'0'0,"-8"8"4386"0"0,8-11-5132 0 0,-1 0 1 0 0,1 1-1 0 0,0-1 0 0 0,0 0 0 0 0,0 0 0 0 0,1 0 0 0 0,-1 1 0 0 0,1-1 0 0 0,1-4 0 0 0,-2 7-281 0 0,7-24 636 0 0,1 2 1 0 0,2-1-1 0 0,0 1 0 0 0,23-36 1 0 0,9-18-604 0 0,-34 57-15 0 0,-5 12-37 0 0,0-1 0 0 0,1 1 0 0 0,8-13 0 0 0,-11 22-37 0 0,0 0 0 0 0,-1 1 0 0 0,1-1 0 0 0,0 1 0 0 0,-1 0 0 0 0,0-1 0 0 0,1 4 0 0 0,1 14 71 0 0,2 0-1 0 0,8 27 1 0 0,-7-30-29 0 0,-1 0 1 0 0,-1-1-1 0 0,0 1 1 0 0,0 22-1 0 0,-5 1-10 0 0,1-26-9 0 0,0-1 0 0 0,1 1 0 0 0,2 16 0 0 0,-2-30-42 0 0,0 0-1 0 0,0 1 1 0 0,0-1-1 0 0,0 1 1 0 0,0-1 0 0 0,0 0-1 0 0,0 1 1 0 0,0-1-1 0 0,1 1 1 0 0,-1-1-1 0 0,0 0 1 0 0,0 1-1 0 0,0-1 1 0 0,0 1-1 0 0,1-1 1 0 0,-1 0 0 0 0,0 1-1 0 0,0-1 1 0 0,0 0-1 0 0,1 1 1 0 0,-1-1-1 0 0,0 0 1 0 0,1 0-1 0 0,-1 1 1 0 0,0-1-1 0 0,1 0 1 0 0,-1 0 0 0 0,0 0-1 0 0,1 1 1 0 0,-1-1-1 0 0,0 0 1 0 0,1 0-1 0 0,-1 0 1 0 0,1 0-1 0 0,-1 0 1 0 0,0 0-1 0 0,1 0 1 0 0,-1 0 0 0 0,1 0-1 0 0,-1 0 1 0 0,0 0-1 0 0,1 0 1 0 0,-1 0-1 0 0,1 0 1 0 0,-1 0-1 0 0,0 0 1 0 0,1 0 0 0 0,-1 0-1 0 0,1-1 1 0 0,-1 1-1 0 0,0 0 1 0 0,1 0-1 0 0,-1-1 1 0 0,18-13-3094 0 0,-16 12 2436 0 0,3-3-2811 0 0,0-1-688 0 0</inkml:trace>
</inkml:ink>
</file>

<file path=ppt/ink/ink1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0:35.411"/>
    </inkml:context>
    <inkml:brush xml:id="br0">
      <inkml:brushProperty name="width" value="0.05" units="cm"/>
      <inkml:brushProperty name="height" value="0.05" units="cm"/>
    </inkml:brush>
  </inkml:definitions>
  <inkml:trace contextRef="#ctx0" brushRef="#br0">0 8 5727 0 0,'0'0'443'0'0,"17"-2"1584"0"0,-1 0-825 0 0,0 0 1 0 0,0 1 0 0 0,0 0-1 0 0,1 1 1 0 0,-1 1 0 0 0,24 5-1 0 0,-25-1-5763 0 0,-8-4-614 0 0</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0:36.127"/>
    </inkml:context>
    <inkml:brush xml:id="br0">
      <inkml:brushProperty name="width" value="0.05" units="cm"/>
      <inkml:brushProperty name="height" value="0.05" units="cm"/>
    </inkml:brush>
  </inkml:definitions>
  <inkml:trace contextRef="#ctx0" brushRef="#br0">61 8 2127 0 0,'5'-8'10250'0'0,"-13"19"-9681"0"0,1 1 0 0 0,0 0 0 0 0,-8 20 1 0 0,-9 15-30 0 0,24-46-507 0 0,-1-1 0 0 0,1 1 1 0 0,-1 0-1 0 0,1-1 0 0 0,-1 1 0 0 0,1 0 0 0 0,0-1 0 0 0,-1 1 1 0 0,1 0-1 0 0,0 0 0 0 0,0-1 0 0 0,-1 1 0 0 0,1 0 1 0 0,0 0-1 0 0,0-1 0 0 0,0 1 0 0 0,0 0 0 0 0,0 0 1 0 0,0 0-1 0 0,0-1 0 0 0,0 1 0 0 0,1 0 0 0 0,-1 0 1 0 0,0 0-1 0 0,1 0 0 0 0,-1 0 0 0 0,1-1 1 0 0,0 1-1 0 0,0-1 1 0 0,-1 1-1 0 0,1-1 1 0 0,0 1-1 0 0,0-1 0 0 0,0 0 1 0 0,0 1-1 0 0,0-1 1 0 0,0 0-1 0 0,-1 0 1 0 0,1 0-1 0 0,0 0 0 0 0,0 1 1 0 0,0-1-1 0 0,2-1 1 0 0,6 0 166 0 0,1 0 1 0 0,-1-1-1 0 0,11-3 1 0 0,-16 4-104 0 0,24-5 216 0 0,46-6-1 0 0,-74 12-315 0 0,2 0 29 0 0,0 0 0 0 0,0 0-1 0 0,1 0 1 0 0,-1 0 0 0 0,0 0 0 0 0,0 0 0 0 0,0 1-1 0 0,0-1 1 0 0,0 1 0 0 0,0-1 0 0 0,0 1-1 0 0,0 0 1 0 0,0 0 0 0 0,3 1 0 0 0,4 2 22 0 0,-8-4-464 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0:36.440"/>
    </inkml:context>
    <inkml:brush xml:id="br0">
      <inkml:brushProperty name="width" value="0.05" units="cm"/>
      <inkml:brushProperty name="height" value="0.05" units="cm"/>
    </inkml:brush>
  </inkml:definitions>
  <inkml:trace contextRef="#ctx0" brushRef="#br0">88 0 2359 0 0,'0'0'9671'0'0,"-10"12"-7352"0"0,2 0-1530 0 0,0 0-1 0 0,2 1 1 0 0,-11 24 0 0 0,-9 45-358 0 0,18-55-63 0 0,7-23-318 0 0,0-1 0 0 0,0 0 0 0 0,0 1-1 0 0,1-1 1 0 0,-1 1 0 0 0,1 0 0 0 0,0-1 0 0 0,1 7-1 0 0,-1-9-168 0 0,0 0 0 0 0,1 0 0 0 0,-1 0 0 0 0,0 1-1 0 0,1-1 1 0 0,0 0 0 0 0,-1 0 0 0 0,1 0 0 0 0,-1 0 0 0 0,1 0-1 0 0,1 2 1 0 0,-1-2-311 0 0,0-1-1 0 0,0 1 1 0 0,0 0-1 0 0,1 0 1 0 0,-1-1-1 0 0,0 1 1 0 0,0-1-1 0 0,0 1 1 0 0,1-1-1 0 0,-1 1 1 0 0,0-1-1 0 0,3 1 1 0 0,5 0-4632 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0:37.710"/>
    </inkml:context>
    <inkml:brush xml:id="br0">
      <inkml:brushProperty name="width" value="0.05" units="cm"/>
      <inkml:brushProperty name="height" value="0.05" units="cm"/>
    </inkml:brush>
  </inkml:definitions>
  <inkml:trace contextRef="#ctx0" brushRef="#br0">0 333 2615 0 0,'0'0'719'0'0,"7"17"2402"0"0,-4 5 2071 0 0,-3-22-5089 0 0,0 0 0 0 0,0 0-1 0 0,1 0 1 0 0,-1 0 0 0 0,0 0 0 0 0,0 0 0 0 0,0 0 0 0 0,0 0 0 0 0,0 0-1 0 0,0 0 1 0 0,1 0 0 0 0,-1 0 206 0 0,0 0-206 0 0,3-3 132 0 0,0 0 1 0 0,0 0-1 0 0,-1 0 1 0 0,1 0-1 0 0,-1 0 1 0 0,0-1-1 0 0,3-6 1 0 0,11-27 1061 0 0,-16 37-1292 0 0,75-169 1913 0 0,-11 35-1820 0 0,-66 141-152 0 0,1 0 1 0 0,0 0-1 0 0,0 0 0 0 0,1 9 0 0 0,-1-3 59 0 0,1 8-5 0 0,1 0 0 0 0,1 0 0 0 0,7 36 0 0 0,-6-42 0 0 0,0 4 80 0 0,-2 1-1 0 0,0 0 1 0 0,-3 37 0 0 0,0 14-75 0 0,2-70-175 0 0,0-3-921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0:38.055"/>
    </inkml:context>
    <inkml:brush xml:id="br0">
      <inkml:brushProperty name="width" value="0.05" units="cm"/>
      <inkml:brushProperty name="height" value="0.05" units="cm"/>
    </inkml:brush>
  </inkml:definitions>
  <inkml:trace contextRef="#ctx0" brushRef="#br0">12 27 3567 0 0,'-10'-9'4122'0'0,"10"9"-3992"0"0,0 0 0 0 0,0 0 0 0 0,0-1 0 0 0,-1 1 0 0 0,1 0 0 0 0,0 0 0 0 0,0 0 0 0 0,0-1 1 0 0,0 1-1 0 0,0 0 0 0 0,0 0 0 0 0,0-1 0 0 0,0 1 0 0 0,0 0 0 0 0,0 0 0 0 0,0-1 0 0 0,0 1 0 0 0,0 0 0 0 0,0 0 0 0 0,0 0 0 0 0,0-1 0 0 0,0 1 0 0 0,0 0 0 0 0,0 0 0 0 0,1-1 0 0 0,-1 1 0 0 0,0 0 0 0 0,1-1 67 0 0,0 0 0 0 0,0 0 0 0 0,1 0 0 0 0,-1 1-1 0 0,0-1 1 0 0,1 1 0 0 0,-1-1 0 0 0,0 1 0 0 0,1-1 0 0 0,-1 1 0 0 0,1 0 0 0 0,1-1 0 0 0,8 0 194 0 0,0-1 0 0 0,0 2 0 0 0,0-1 0 0 0,0 2 0 0 0,14 1 0 0 0,9 4-4798 0 0,-25-4-671 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0:39.194"/>
    </inkml:context>
    <inkml:brush xml:id="br0">
      <inkml:brushProperty name="width" value="0.05" units="cm"/>
      <inkml:brushProperty name="height" value="0.05" units="cm"/>
    </inkml:brush>
  </inkml:definitions>
  <inkml:trace contextRef="#ctx0" brushRef="#br0">180 3 3887 0 0,'0'0'298'0'0,"-18"7"2810"0"0,-23-8 2279 0 0,22-1-4273 0 0,-24-4 1 0 0,42 6-1050 0 0,0 0 0 0 0,1 0 1 0 0,-1 0-1 0 0,0 0 0 0 0,1 0 1 0 0,-1 0-1 0 0,0 0 0 0 0,1 0 1 0 0,-1 0-1 0 0,0 1 1 0 0,1-1-1 0 0,-1 0 0 0 0,0 0 1 0 0,1 1-1 0 0,-1-1 0 0 0,1 0 1 0 0,-1 1-1 0 0,0-1 0 0 0,1 1 1 0 0,-1-1-1 0 0,1 0 0 0 0,-1 2 1 0 0,-10 16 501 0 0,9-11-424 0 0,0 1 1 0 0,0-1 0 0 0,-1 12 0 0 0,-1-5-11 0 0,4-13-58 0 0,-1-1-6 0 0,1 2-5 0 0,0-2 160 0 0,0 0-221 0 0,1-1 0 0 0,-1 0 0 0 0,1 0 0 0 0,-1 0 0 0 0,1 1 0 0 0,0-1 0 0 0,-1 0 0 0 0,1 1 0 0 0,0-1 0 0 0,0 0 1 0 0,-1 1-1 0 0,1-1 0 0 0,0 1 0 0 0,0-1 0 0 0,0 1 0 0 0,0-1 0 0 0,0 1 0 0 0,0 0 0 0 0,-1 0 0 0 0,1-1 0 0 0,0 1 0 0 0,2 0 0 0 0,0-1-4 0 0,0 0 0 0 0,0 1 0 0 0,0-1 1 0 0,0 1-1 0 0,0 0 0 0 0,5 0 0 0 0,3 2 26 0 0,0 0 1 0 0,-1 1-1 0 0,1 1 0 0 0,0-1 0 0 0,-1 2 0 0 0,12 5 0 0 0,-21-9-20 0 0,0 0-1 0 0,0 0 1 0 0,0 0 0 0 0,0 0-1 0 0,0 0 1 0 0,0 0-1 0 0,0 0 1 0 0,0 0 0 0 0,0 0-1 0 0,-1 1 1 0 0,1-1-1 0 0,0 0 1 0 0,-1 0 0 0 0,1 1-1 0 0,-1-1 1 0 0,0 0 0 0 0,1 3-1 0 0,0-1 7 0 0,-1 0 0 0 0,0 0-1 0 0,0 1 1 0 0,0-1 0 0 0,-1 0 0 0 0,1 0-1 0 0,-2 6 1 0 0,1-5 20 0 0,-1 0 0 0 0,1 1 0 0 0,-1-1 0 0 0,0 0 0 0 0,-1 0 1 0 0,1 0-1 0 0,0 0 0 0 0,-1 0 0 0 0,0 0 0 0 0,-5 4 0 0 0,3-4 3 0 0,0-1 0 0 0,-1 0-1 0 0,1 0 1 0 0,-1 0 0 0 0,1-1 0 0 0,-1 0 0 0 0,0 0 0 0 0,-9 1 0 0 0,10-2-7 0 0,1 0 0 0 0,-1 0 0 0 0,1-1 0 0 0,-1 0 0 0 0,0 0 0 0 0,1 0 0 0 0,-1-1 1 0 0,1 1-1 0 0,-1-1 0 0 0,1 0 0 0 0,-1 0 0 0 0,-4-3 0 0 0,-1-3-295 0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0:40.459"/>
    </inkml:context>
    <inkml:brush xml:id="br0">
      <inkml:brushProperty name="width" value="0.05" units="cm"/>
      <inkml:brushProperty name="height" value="0.05" units="cm"/>
    </inkml:brush>
  </inkml:definitions>
  <inkml:trace contextRef="#ctx0" brushRef="#br0">1 327 2303 0 0,'0'0'922'0'0,"3"19"2059"0"0,-3 30 4060 0 0,0-52-6752 0 0,-1 1 0 0 0,1 0-1 0 0,0 0 1 0 0,0 0-1 0 0,0 0 1 0 0,0 0 0 0 0,0 0-1 0 0,1-3 1 0 0,-1 4-189 0 0,3-23 141 0 0,2 1 0 0 0,0 0 0 0 0,1 0 0 0 0,2 0 0 0 0,14-31 0 0 0,62-102 1063 0 0,-81 152-1304 0 0,0-1 0 0 0,0 0 0 0 0,0 0 0 0 0,0 1 0 0 0,1-1 0 0 0,-1 1 0 0 0,1 0 0 0 0,5-4 0 0 0,-9 8 0 0 0,0-1 0 0 0,1 1 0 0 0,-1 0 0 0 0,0 0 0 0 0,0 0 0 0 0,1 0 0 0 0,-1 0 0 0 0,0 0 0 0 0,0 0 0 0 0,1 0 0 0 0,-1 0 0 0 0,0 0 0 0 0,0 0 0 0 0,1 0 0 0 0,-1 0 0 0 0,0 0 0 0 0,0 0 0 0 0,1 0 0 0 0,-1 0 0 0 0,0 0 0 0 0,0 0 0 0 0,1 1 0 0 0,-1-1 0 0 0,0 0 0 0 0,0 0 0 0 0,0 0 0 0 0,1 0 0 0 0,-1 0 0 0 0,0 1 0 0 0,0-1 0 0 0,0 0 0 0 0,0 0 0 0 0,1 0 0 0 0,-1 1 0 0 0,0-1 0 0 0,0 0 0 0 0,0 0 0 0 0,0 1 0 0 0,3 5 0 0 0,7 15 16 0 0,-2 1 0 0 0,0 0-1 0 0,6 26 1 0 0,-11-34-5 0 0,-1 1 0 0 0,0 0 1 0 0,-1 0-1 0 0,0 0 0 0 0,-1-1 0 0 0,-3 17 1 0 0,-2 12 96 0 0,-7 46 8 0 0,11-82 465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0:40.821"/>
    </inkml:context>
    <inkml:brush xml:id="br0">
      <inkml:brushProperty name="width" value="0.05" units="cm"/>
      <inkml:brushProperty name="height" value="0.05" units="cm"/>
    </inkml:brush>
  </inkml:definitions>
  <inkml:trace contextRef="#ctx0" brushRef="#br0">1 15 4319 0 0,'0'0'332'0'0,"16"-6"2386"0"0,-5 4-1615 0 0,0-1 1 0 0,0 2-1 0 0,0-1 1 0 0,0 2-1 0 0,0-1 1 0 0,0 1-1 0 0,11 2 0 0 0,-14-1-1803 0 0,0 1-1 0 0,-1-1 0 0 0,1 1 1 0 0,0 1-1 0 0,-1 0 0 0 0,10 4 0 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0:41.554"/>
    </inkml:context>
    <inkml:brush xml:id="br0">
      <inkml:brushProperty name="width" value="0.05" units="cm"/>
      <inkml:brushProperty name="height" value="0.05" units="cm"/>
    </inkml:brush>
  </inkml:definitions>
  <inkml:trace contextRef="#ctx0" brushRef="#br0">168 2 4951 0 0,'3'-1'6077'0'0,"-8"3"-3224"0"0,-33 17-1471 0 0,18-6-913 0 0,-21 16 0 0 0,35-23-294 0 0,0 0-1 0 0,0 0 1 0 0,0 0 0 0 0,0 1-1 0 0,1 0 1 0 0,-7 13-1 0 0,9-14-96 0 0,0 0-1 0 0,0 0 1 0 0,1 0-1 0 0,0 1 1 0 0,0-1 0 0 0,1 1-1 0 0,0 0 1 0 0,0-1-1 0 0,0 10 1 0 0,1-13-62 0 0,0 0 1 0 0,0-1-1 0 0,0 1 1 0 0,1 0-1 0 0,-1 0 0 0 0,1-1 1 0 0,0 1-1 0 0,0 0 1 0 0,0-1-1 0 0,0 1 1 0 0,0-1-1 0 0,0 1 1 0 0,1-1-1 0 0,-1 1 0 0 0,1-1 1 0 0,0 0-1 0 0,-1 0 1 0 0,1 0-1 0 0,0 0 1 0 0,1 0-1 0 0,-1 0 1 0 0,0 0-1 0 0,0-1 0 0 0,5 3 1 0 0,-4-3 1 0 0,0-1 1 0 0,-1 1-1 0 0,1-1 0 0 0,0 1 1 0 0,-1-1-1 0 0,1 0 0 0 0,0 0 1 0 0,0 0-1 0 0,-1-1 0 0 0,1 1 1 0 0,0-1-1 0 0,-1 1 0 0 0,1-1 1 0 0,0 0-1 0 0,-1 0 0 0 0,1 0 1 0 0,-1 0-1 0 0,1 0 0 0 0,-1-1 1 0 0,0 1-1 0 0,0-1 0 0 0,1 0 1 0 0,-1 0-1 0 0,0 1 0 0 0,-1-1 1 0 0,1 0-1 0 0,0-1 0 0 0,0 1 1 0 0,-1 0-1 0 0,1 0 0 0 0,1-5 1 0 0,-2 4 7 0 0,0 1 0 0 0,-1-1 0 0 0,1 0 0 0 0,-1 0 1 0 0,1 0-1 0 0,-1 0 0 0 0,0 1 0 0 0,0-1 0 0 0,0 0 1 0 0,0 0-1 0 0,-1 0 0 0 0,1 0 0 0 0,-1 0 0 0 0,0 1 0 0 0,0-1 1 0 0,0 0-1 0 0,0 0 0 0 0,0 1 0 0 0,-1-1 0 0 0,1 1 1 0 0,-1-1-1 0 0,-2-3 0 0 0,-2 0-263 0 0,0 0 0 0 0,0 0 0 0 0,0 0 0 0 0,-1 1 0 0 0,0 0 0 0 0,-10-6 1 0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0:49.347"/>
    </inkml:context>
    <inkml:brush xml:id="br0">
      <inkml:brushProperty name="width" value="0.05" units="cm"/>
      <inkml:brushProperty name="height" value="0.05" units="cm"/>
    </inkml:brush>
  </inkml:definitions>
  <inkml:trace contextRef="#ctx0" brushRef="#br0">15 454 2159 0 0,'0'0'5952'0'0,"-3"-2"-5645"0"0,-8-11 3066 0 0,13-11-1669 0 0,1 4-1037 0 0,2 0-1 0 0,0 0 1 0 0,16-36-1 0 0,-8 19-456 0 0,5-15 103 0 0,16-46 8 0 0,-27 83-295 0 0,0 1 0 0 0,0-1 0 0 0,2 1 0 0 0,11-16 0 0 0,-18 27-26 0 0,-1 2 0 0 0,0-1 0 0 0,0 1 0 0 0,0 0 0 0 0,0-1 0 0 0,0 1 0 0 0,1 0 0 0 0,-1 0 0 0 0,0-1 0 0 0,0 1 0 0 0,1 0 0 0 0,-1 0 0 0 0,1 0 0 0 0,-1 1 0 0 0,1-1 0 0 0,-1 0 0 0 0,1 1 0 0 0,0-1 0 0 0,-1 1 0 0 0,1-1 0 0 0,0 1 0 0 0,2-1 0 0 0,-3 2 0 0 0,0-1 0 0 0,0 1 0 0 0,0 0 0 0 0,0-1 0 0 0,0 1 0 0 0,0 0 0 0 0,0 0 0 0 0,0 0 0 0 0,0 0 0 0 0,0 0 0 0 0,0 0 0 0 0,0 0 0 0 0,-1 0 0 0 0,1 0 0 0 0,0 0 0 0 0,-1 0 0 0 0,1 1 0 0 0,-1-1 0 0 0,1 0 0 0 0,-1 0 0 0 0,0 1 0 0 0,1 0 0 0 0,0 1 0 0 0,2 10 28 0 0,0 0 1 0 0,3 26-1 0 0,-4-23 13 0 0,6 23 0 0 0,-3-19 52 0 0,-1 0-1 0 0,-1 0 1 0 0,1 37 0 0 0,-10 61 553 0 0,6-79-508 0 0,1-36-100 0 0,-1 0 1 0 0,0 1 0 0 0,1-1-1 0 0,0 0 1 0 0,-1 0 0 0 0,1 0-1 0 0,1 0 1 0 0,-1 0 0 0 0,0 0-1 0 0,3 3 1 0 0,-4-6-36 0 0,0 0 0 0 0,0 0 0 0 0,0 0-1 0 0,0 1 1 0 0,0-1 0 0 0,1 0 0 0 0,-1 0 0 0 0,0 0 0 0 0,0 0 0 0 0,0 1 0 0 0,1-1-1 0 0,-1 0 1 0 0,0 0 0 0 0,0 0 0 0 0,0 0 0 0 0,1 0 0 0 0,-1 0 0 0 0,0 0 0 0 0,0 1-1 0 0,1-1 1 0 0,-1 0 0 0 0,0 0 0 0 0,0 0 0 0 0,1 0 0 0 0,-1 0 0 0 0,0 0 0 0 0,0 0 0 0 0,1 0-1 0 0,-1 0 1 0 0,0 0 0 0 0,0-1 0 0 0,1 1 0 0 0,-1 0 0 0 0,0 0 0 0 0,0 0 0 0 0,1 0-1 0 0,-1 0 1 0 0,0 0 0 0 0,0 0 0 0 0,0-1 0 0 0,1 1 0 0 0,-1 0 0 0 0,0 0 0 0 0,0 0 0 0 0,0-1-1 0 0,0 1 1 0 0,1 0 0 0 0,-1 0 0 0 0,0 0 0 0 0,0-1 0 0 0,0 1 0 0 0,0 0 0 0 0,5-11-120 0 0,-5 1-1609 0 0,-1 2-3299 0 0,0 2-231 0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0:49.752"/>
    </inkml:context>
    <inkml:brush xml:id="br0">
      <inkml:brushProperty name="width" value="0.05" units="cm"/>
      <inkml:brushProperty name="height" value="0.05" units="cm"/>
    </inkml:brush>
  </inkml:definitions>
  <inkml:trace contextRef="#ctx0" brushRef="#br0">17 1 4663 0 0,'0'0'571'0'0,"-17"0"7978"0"0,28 1-8096 0 0,-1 1 0 0 0,1-1-1 0 0,0-1 1 0 0,17-1 0 0 0,-13 0-96 0 0,27 2 1 0 0,-38 0-279 0 0,1-1 1 0 0,0 1 0 0 0,-1 1 0 0 0,1-1-1 0 0,-1 0 1 0 0,0 1 0 0 0,1 0 0 0 0,-1 0-1 0 0,8 5 1 0 0,-4 2-1788 0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0:50.438"/>
    </inkml:context>
    <inkml:brush xml:id="br0">
      <inkml:brushProperty name="width" value="0.05" units="cm"/>
      <inkml:brushProperty name="height" value="0.05" units="cm"/>
    </inkml:brush>
  </inkml:definitions>
  <inkml:trace contextRef="#ctx0" brushRef="#br0">86 175 4607 0 0,'-19'5'3603'0'0,"18"-5"-3420"0"0,0 1-1 0 0,0-1 0 0 0,0 0 0 0 0,-1 1 1 0 0,1-1-1 0 0,0 0 0 0 0,0 0 1 0 0,-1 1-1 0 0,1-1 0 0 0,0 0 1 0 0,0 0-1 0 0,-1-1 0 0 0,1 1 1 0 0,0 0-1 0 0,-2-1 0 0 0,0 1-43 0 0,1-1 0 0 0,-1 0 0 0 0,1 0 0 0 0,-1 0 0 0 0,1-1 0 0 0,-1 1 0 0 0,1 0-1 0 0,0-1 1 0 0,0 0 0 0 0,0 1 0 0 0,0-1 0 0 0,0 0 0 0 0,0 0 0 0 0,0 0 0 0 0,1 0-1 0 0,-1 0 1 0 0,1-1 0 0 0,-1 1 0 0 0,1 0 0 0 0,-2-6 0 0 0,2 5-32 0 0,1 0 1 0 0,0 0-1 0 0,-1-1 0 0 0,1 1 1 0 0,0 0-1 0 0,1 0 0 0 0,-1-1 1 0 0,1 1-1 0 0,-1 0 0 0 0,1 0 1 0 0,0 0-1 0 0,0 0 0 0 0,0 0 1 0 0,0 0-1 0 0,1 0 0 0 0,3-5 1 0 0,-1-1-8 0 0,1 1 1 0 0,1-1 0 0 0,-1 2 0 0 0,1-1-1 0 0,1 0 1 0 0,-1 1 0 0 0,1 0 0 0 0,11-8-1 0 0,-17 14-85 0 0,0 1-1 0 0,0-1 0 0 0,0 1 0 0 0,0-1 1 0 0,0 1-1 0 0,0-1 0 0 0,0 1 0 0 0,0 0 1 0 0,0 0-1 0 0,1-1 0 0 0,-1 1 0 0 0,0 0 1 0 0,0 0-1 0 0,0 0 0 0 0,0 0 0 0 0,0 0 1 0 0,0 0-1 0 0,0 1 0 0 0,0-1 0 0 0,0 0 1 0 0,1 1-1 0 0,-1-1 0 0 0,0 0 1 0 0,0 1-1 0 0,0-1 0 0 0,0 1 0 0 0,-1-1 1 0 0,1 1-1 0 0,0 0 0 0 0,0-1 0 0 0,0 1 1 0 0,0 0-1 0 0,-1 0 0 0 0,1 0 0 0 0,0 0 1 0 0,0 1-1 0 0,1 1 60 0 0,1 1 0 0 0,-2-1 1 0 0,1 1-1 0 0,0 0 0 0 0,-1 0 0 0 0,0 0 0 0 0,2 6 1 0 0,-2-4 9 0 0,0 1 1 0 0,-1-1-1 0 0,0 0 1 0 0,0 1 0 0 0,0-1-1 0 0,-1 0 1 0 0,0 1-1 0 0,-3 9 1 0 0,3-12-44 0 0,-1 0 1 0 0,1 0-1 0 0,-1-1 1 0 0,1 1-1 0 0,-1-1 0 0 0,-1 1 1 0 0,1-1-1 0 0,0 0 1 0 0,-1 0-1 0 0,1 0 1 0 0,-1 0-1 0 0,0 0 0 0 0,0-1 1 0 0,-6 5-1 0 0,8-7-30 0 0,0 1 0 0 0,1-1 0 0 0,-1 0 0 0 0,0 0-1 0 0,0 1 1 0 0,0-1 0 0 0,1 0 0 0 0,-1 0 0 0 0,0 0 0 0 0,0 0 0 0 0,0 0-1 0 0,1 0 1 0 0,-1 0 0 0 0,0 0 0 0 0,0 0 0 0 0,0 0 0 0 0,1-1 0 0 0,-1 1-1 0 0,0 0 1 0 0,0 0 0 0 0,1-1 0 0 0,-1 1 0 0 0,0-1 0 0 0,0 1 0 0 0,1-1-1 0 0,-1 1 1 0 0,0-1 0 0 0,0 0 0 0 0,0 0-261 0 0,0 0 0 0 0,0 0 1 0 0,0 0-1 0 0,0 0 0 0 0,1 0 0 0 0,-1 0 1 0 0,0 0-1 0 0,1 0 0 0 0,-1 0 0 0 0,0-1 0 0 0,1 1 1 0 0,-1 0-1 0 0,1 0 0 0 0,-1-3 0 0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8:22.715"/>
    </inkml:context>
    <inkml:brush xml:id="br0">
      <inkml:brushProperty name="width" value="0.1" units="cm"/>
      <inkml:brushProperty name="height" value="0.1" units="cm"/>
      <inkml:brushProperty name="color" value="#E71224"/>
    </inkml:brush>
  </inkml:definitions>
  <inkml:trace contextRef="#ctx0" brushRef="#br0">2336 31 3023 0 0,'-9'-31'278'0'0,"10"35"-305"0"0,-1-3 21 0 0,0-2 25 0 0,0 2 200 0 0,0 1-1 0 0,0-1 1 0 0,0 1-1 0 0,0 0 0 0 0,0-1 1 0 0,-1 1-1 0 0,1 0 1 0 0,-1-1-1 0 0,0 3 0 0 0,-15 25 1189 0 0,11-21-1078 0 0,2-3-268 0 0,1 0-1 0 0,-1 0 0 0 0,1 1 0 0 0,0-1 0 0 0,1 1 0 0 0,-1 0 0 0 0,1 0 0 0 0,0-1 1 0 0,0 1-1 0 0,1 0 0 0 0,0 0 0 0 0,0 11 0 0 0,3 0 16 0 0,1 0 0 0 0,0 0-1 0 0,7 16 1 0 0,-3-9 34 0 0,-5-12-66 0 0,0 0 0 0 0,-1 0 0 0 0,0 0-1 0 0,0 19 1 0 0,-5 51 366 0 0,1-52-258 0 0,3 42 0 0 0,3 21 41 0 0,-9 96 0 0 0,-9-56 230 0 0,0-12-72 0 0,-1-15-138 0 0,10-76-172 0 0,1-6-20 0 0,4-22 35 0 0,-6 12 165 0 0,4-16-120 0 0,0 1 0 0 0,0 0 0 0 0,0 0 0 0 0,0-1-1 0 0,0 1 1 0 0,0-1 0 0 0,1 1 0 0 0,-1-1 0 0 0,-1-2-1 0 0,-7-6 356 0 0,7 8-434 0 0,0 1 1 0 0,0-1-1 0 0,0 1 0 0 0,0 0 0 0 0,0 0 0 0 0,-1 0 0 0 0,1 0 1 0 0,0 0-1 0 0,-4 1 0 0 0,-30-2 151 0 0,18 4-152 0 0,0 1 0 0 0,1 0-1 0 0,-1 2 1 0 0,1 0 0 0 0,-19 8 0 0 0,25-9 22 0 0,-41 15 16 0 0,0-3-1 0 0,-2-2 1 0 0,-92 11 0 0 0,138-24-41 0 0,-448 52 510 0 0,213-16-392 0 0,23-4-136 0 0,125-20 0 0 0,-116 4-28 0 0,-5-14-57 0 0,189-3 70 0 0,-167-6-3642 0 0,178 6 962 0 0,1 2-569 0 0</inkml:trace>
</inkml:ink>
</file>

<file path=ppt/ink/ink1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8:24.574"/>
    </inkml:context>
    <inkml:brush xml:id="br0">
      <inkml:brushProperty name="width" value="0.1" units="cm"/>
      <inkml:brushProperty name="height" value="0.1" units="cm"/>
      <inkml:brushProperty name="color" value="#E71224"/>
    </inkml:brush>
  </inkml:definitions>
  <inkml:trace contextRef="#ctx0" brushRef="#br0">3172 0 3567 0 0,'0'0'278'0'0,"-17"10"636"0"0,17-10-813 0 0,-1 0 0 0 0,1 1 0 0 0,-1-1 0 0 0,1 0 0 0 0,-1 0 0 0 0,1 0 0 0 0,-1 1 0 0 0,1-1 0 0 0,-1 0 0 0 0,1 0 0 0 0,-1 1-1 0 0,1-1 1 0 0,0 0 0 0 0,-1 1 0 0 0,1-1 0 0 0,-1 1 0 0 0,1-1 0 0 0,0 0 0 0 0,-1 1 0 0 0,1-1 0 0 0,0 1 0 0 0,0-1 0 0 0,-1 1 0 0 0,1-1-1 0 0,0 1 1 0 0,0-1 0 0 0,0 1 0 0 0,0-1 0 0 0,0 1 0 0 0,0-1 0 0 0,0 1 0 0 0,0 0 0 0 0,0-1 0 0 0,0 1 0 0 0,0-1 0 0 0,0 1 0 0 0,0-1-1 0 0,0 1 1 0 0,1 0 0 0 0,-1 7 157 0 0,0-7-23 0 0,-3 18 534 0 0,-3 12-443 0 0,0 1 0 0 0,2 0 0 0 0,2 1-1 0 0,2 50 1 0 0,0-39-326 0 0,-1 1 0 0 0,-12 71 0 0 0,0-13 0 0 0,10-62-7 0 0,-12 176-183 0 0,15-166 145 0 0,1 0 0 0 0,11 65 0 0 0,9 121 305 0 0,-20-122-97 0 0,-15 126 0 0 0,-38 115 199 0 0,-6-105 381 0 0,52-227-744 0 0,0-5 75 0 0,0 0 1 0 0,-1 0 0 0 0,-1-1-1 0 0,-1 0 1 0 0,-1 0 0 0 0,-15 21-1 0 0,21-34-66 0 0,-1 0-1 0 0,1 0 0 0 0,-1-1 1 0 0,-9 7-1 0 0,9-6 32 0 0,4-4 53 0 0,-19 2 1332 0 0,-9-25-968 0 0,24 19-445 0 0,3 2 32 0 0,0-2-21 0 0,1 3 26 0 0,-3 0-36 0 0,-7 7-11 0 0,5-1-14 0 0,2 7-7 0 0,0-1 0 0 0,-1 16 0 0 0,5-27 20 0 0,-1 0 1 0 0,1 0-1 0 0,0 0 0 0 0,0 0 0 0 0,-1 0 0 0 0,1-1 0 0 0,-1 1 0 0 0,1 0 0 0 0,-1 0 0 0 0,1 0 1 0 0,-1-1-1 0 0,0 1 0 0 0,1 0 0 0 0,-1 0 0 0 0,0-1 0 0 0,1 1 0 0 0,-1-1 0 0 0,0 1 1 0 0,0-1-1 0 0,0 1 0 0 0,0-1 0 0 0,1 1 0 0 0,-1-1 0 0 0,0 0 0 0 0,0 1 0 0 0,0-1 1 0 0,0 0-1 0 0,0 0 0 0 0,-1 0 0 0 0,-1 1 8 0 0,-5 1 100 0 0,0-1-1 0 0,0 0 1 0 0,-8 0-1 0 0,-4 0-54 0 0,-131 11-72 0 0,42-5 127 0 0,-76 1-46 0 0,0-1 26 0 0,-332 23 482 0 0,-57-23-330 0 0,388-10-240 0 0,-240-7 0 0 0,94-8-14 0 0,299 11-766 0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1:18.235"/>
    </inkml:context>
    <inkml:brush xml:id="br0">
      <inkml:brushProperty name="width" value="0.1" units="cm"/>
      <inkml:brushProperty name="height" value="0.1" units="cm"/>
      <inkml:brushProperty name="color" value="#E71224"/>
    </inkml:brush>
  </inkml:definitions>
  <inkml:trace contextRef="#ctx0" brushRef="#br0">184 21 2847 0 0,'0'0'2736'0'0,"-3"-1"-2450"0"0,-9-7-13 0 0,8 6 256 0 0,3 3-286 0 0,-8-1-69 0 0,1 1 0 0 0,0-1 0 0 0,-15-2 1 0 0,16 1-65 0 0,-1 1-1 0 0,0-1 1 0 0,0 1 0 0 0,1 1 0 0 0,-13 1 0 0 0,-18 4 575 0 0,22-5 2763 0 0,16-1-3410 0 0,0 0 1 0 0,-1 0-1 0 0,1 0 0 0 0,0 0 0 0 0,0 0 0 0 0,0 0 0 0 0,0 0 0 0 0,0 0 0 0 0,0 0 1 0 0,-1 0-1 0 0,1 0 0 0 0,0 0 0 0 0,0-1 0 0 0,0 1 0 0 0,0 0 0 0 0,0 0 0 0 0,0 0 1 0 0,0 0-1 0 0,-1 0 0 0 0,1 0 0 0 0,0 0 0 0 0,0 0 0 0 0,0 0 0 0 0,0 0 1 0 0,0 0-1 0 0,0-1 0 0 0,0 1 0 0 0,0 0 0 0 0,0 0 0 0 0,0 0 0 0 0,0 0 0 0 0,-1 0 1 0 0,1 0-1 0 0,0 0 0 0 0,0-1 0 0 0,0 1 0 0 0,0 0 0 0 0,0 0 0 0 0,0 0 0 0 0,0 0 1 0 0,0 0-1 0 0,0 0 0 0 0,0-1 0 0 0,0 1 0 0 0,0 0 0 0 0,0 0 0 0 0,0 0 0 0 0,1 0 1 0 0,-1 0-1 0 0,0 0 0 0 0,0-1 0 0 0,0 1 0 0 0,0 0 0 0 0,0 0-4 0 0,1-1 0 0 0,-1 1 0 0 0,0 0 0 0 0,1-1 0 0 0,-1 1-1 0 0,1 0 1 0 0,-1-1 0 0 0,0 1 0 0 0,1 0 0 0 0,-1-1 0 0 0,1 1 0 0 0,-1 0-1 0 0,1 0 1 0 0,-1 0 0 0 0,1 0 0 0 0,-1-1 0 0 0,1 1 0 0 0,-1 0 0 0 0,1 0 0 0 0,-1 0-1 0 0,2 0 1 0 0,17 2 408 0 0,30 4-1 0 0,14 3 206 0 0,54-1 151 0 0,-91-6-660 0 0,32 0 180 0 0,8-4-164 0 0,59-4 180 0 0,9-2-158 0 0,-95 3-66 0 0,12-2 28 0 0,-1 2 0 0 0,68 2 0 0 0,-27 6 97 0 0,51 5-122 0 0,-116-6-126 0 0,94 11 300 0 0,18-5-93 0 0,-22-2-90 0 0,131 38 449 0 0,-5 22-395 0 0,-61-22-113 0 0,-36-11 79 0 0,391 104 327 0 0,-431-114-263 0 0,-27-6-103 0 0,43 4-44 0 0,-38-8-18 0 0,238 24 28 0 0,-189-26-38 0 0,212 14 47 0 0,-14 0 192 0 0,-193-14-259 0 0,166 9 78 0 0,-119-11-71 0 0,-51-6 53 0 0,-41-6-42 0 0,73-4-11 0 0,-157 8 11 0 0,-4-1 31 0 0,5-2-31 0 0,0 1-11 0 0,-1 5 0 0 0,1 0 0 0 0,-1-5 11 0 0,-5 1 31 0 0,5-1-31 0 0,1 2-11 0 0,0 2 0 0 0,-2 3 0 0 0,-5-4 0 0 0,2 5 0 0 0,-6 12 0 0 0,-7 26 0 0 0,7-40 0 0 0,0 1 0 0 0,1 0 0 0 0,0 0 0 0 0,0 0 0 0 0,-1 8 0 0 0,2-4 0 0 0,0 41 0 0 0,1 7 0 0 0,1-31 0 0 0,-2 1 0 0 0,-1-1 0 0 0,-5 30 0 0 0,-4-5 0 0 0,-25 77 0 0 0,22-86 0 0 0,2 0 0 0 0,1 0 0 0 0,2 1 0 0 0,2 0 0 0 0,1 78 0 0 0,2-73 0 0 0,-2 0 0 0 0,-14 59 0 0 0,17-101 0 0 0,-5 22 0 0 0,-12 34 0 0 0,9-35 0 0 0,-7 36 0 0 0,14-48 0 0 0,-4 18 0 0 0,1 0 0 0 0,-1 51 0 0 0,7-44-29 0 0,-1-2 131 0 0,8 61 0 0 0,0-58-98 0 0,-5-30 22 0 0,-1-6-24 0 0,0-1 0 0 0,0 1 0 0 0,0-1 0 0 0,1 1-1 0 0,0-1 1 0 0,3 8 0 0 0,1-2-4 0 0,20 57 2 0 0,-15-42 0 0 0,-8-17 0 0 0,-1-1 11 0 0,-2-7 31 0 0,-2-2-40 0 0,1-1-1 0 0,-1 1 0 0 0,1-1 0 0 0,-1 1 0 0 0,1-1 0 0 0,0 0 0 0 0,0 0 0 0 0,0 1 0 0 0,-1-3 0 0 0,-3-3-1 0 0,4 5 0 0 0,0 1 0 0 0,0 0 0 0 0,0-1 0 0 0,0 1 0 0 0,0 0 0 0 0,1-1 0 0 0,-1 1 0 0 0,1-1 0 0 0,-1 1 0 0 0,1-1 0 0 0,0 0 0 0 0,-1 1 0 0 0,1-1 0 0 0,0 1 0 0 0,0-1 0 0 0,0 1 0 0 0,1-4 0 0 0,-1 1 0 0 0,0 1-6 0 0,0 1 1 0 0,0 0-1 0 0,1-1 0 0 0,-1 1 1 0 0,1 0-1 0 0,-1-1 0 0 0,1 1 1 0 0,1-4-1 0 0,0 0-86 0 0,7-19-1977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1:22.648"/>
    </inkml:context>
    <inkml:brush xml:id="br0">
      <inkml:brushProperty name="width" value="0.1" units="cm"/>
      <inkml:brushProperty name="height" value="0.1" units="cm"/>
      <inkml:brushProperty name="color" value="#E71224"/>
    </inkml:brush>
  </inkml:definitions>
  <inkml:trace contextRef="#ctx0" brushRef="#br0">30 136 2415 0 0,'-4'-4'180'0'0,"-13"-13"-144"0"0,16 17 7 0 0,1 0-1 0 0,0-1 0 0 0,0 1 0 0 0,0 0 0 0 0,0 0 0 0 0,0 0 0 0 0,-1 0 1 0 0,1 0-1 0 0,0 0 0 0 0,0 0 0 0 0,0 0 0 0 0,0 0 0 0 0,-1 0 0 0 0,1 0 1 0 0,0-1-1 0 0,0 1 0 0 0,0 0 0 0 0,-1 0 0 0 0,1 0 0 0 0,0 0 0 0 0,0 0 1 0 0,0 1-1 0 0,-1-1 0 0 0,1 0 0 0 0,0 0 0 0 0,0 0 0 0 0,0 0 0 0 0,0 0 1 0 0,-1 0-1 0 0,1 0 0 0 0,0 0 0 0 0,0 0 0 0 0,0 0 0 0 0,0 0 0 0 0,0 1 1 0 0,-1-1-1 0 0,1 0 0 0 0,0 0 0 0 0,0 0 0 0 0,0 0 0 0 0,0 0 0 0 0,0 1 1 0 0,0-1-1 0 0,0 0 0 0 0,0 0 0 0 0,-1 0 0 0 0,1 0 0 0 0,0 1 0 0 0,0-1 1 0 0,0 0-1 0 0,0 0 0 0 0,0 0 0 0 0,0 0 0 0 0,0 1 0 0 0,0-1 0 0 0,0 0 1 0 0,0 0-1 0 0,0 0 0 0 0,0 1 0 0 0,-1 1 600 0 0,7-3-535 0 0,-1 1 0 0 0,0-1-1 0 0,0 0 1 0 0,0-1 0 0 0,8-2-1 0 0,-9 2-34 0 0,1 0-1 0 0,0 0 0 0 0,0 1 0 0 0,0 0 1 0 0,7-1-1 0 0,-12 2-63 0 0,1 0-1 0 0,0 0 1 0 0,-1 0-1 0 0,1 0 1 0 0,0 0-1 0 0,-1-1 1 0 0,1 1-1 0 0,-1 0 1 0 0,1-1-1 0 0,-1 1 1 0 0,1 0-1 0 0,-1-1 1 0 0,1 1-1 0 0,-1 0 1 0 0,1-1-1 0 0,-1 1 1 0 0,1-2-1 0 0,2 0 19 0 0,2 0 63 0 0,0-1-1 0 0,1 1 0 0 0,-1 0 1 0 0,1 1-1 0 0,7-2 0 0 0,-6 1 32 0 0,0 1-1 0 0,-1-1 1 0 0,8-3-1 0 0,55-24 217 0 0,-55 23-151 0 0,0 0 0 0 0,1 2-1 0 0,-1-1 1 0 0,1 2 0 0 0,30-3-1 0 0,-17 1-76 0 0,4 2 202 0 0,53 0 0 0 0,-28 3 105 0 0,-45 0-323 0 0,0 0 1 0 0,-1 1-1 0 0,1 1 0 0 0,0 0 0 0 0,-1 1 1 0 0,0 0-1 0 0,1 0 0 0 0,14 8 0 0 0,-2 1-12 0 0,0 0 0 0 0,34 26-1 0 0,-43-26-42 0 0,-1 0 0 0 0,0 0 0 0 0,-1 2 0 0 0,0-1 0 0 0,-1 2 0 0 0,0 0 0 0 0,-1 0-1 0 0,-1 1 1 0 0,-1 0 0 0 0,0 1 0 0 0,7 20 0 0 0,-12-29-29 0 0,0 0 0 0 0,1 0 0 0 0,0 0-1 0 0,6 8 1 0 0,11 17 6 0 0,0 14-14 0 0,27 87 0 0 0,-14-33 0 0 0,-17-56 143 0 0,27 47 0 0 0,-22-52-140 0 0,1-2 1 0 0,58 68-1 0 0,-66-88-7 0 0,0 2 37 0 0,1-1 0 0 0,0-1 0 0 0,35 27 0 0 0,-38-37-33 0 0,5-1 21 0 0,-1-1 0 0 0,2 0 0 0 0,-1-2 0 0 0,21 3 0 0 0,-18-3 98 0 0,-3 1-122 0 0,-15-1 11 0 0,-4-4-11 0 0,0 0 0 0 0,0 0 0 0 0,0 0 0 0 0,0 1 0 0 0,1-1 0 0 0,-1 0 0 0 0,0 0 1 0 0,0 0-1 0 0,0 1 0 0 0,1-1 0 0 0,-1 0 0 0 0,0 0 0 0 0,0 0 0 0 0,1 0 1 0 0,-1 0-1 0 0,0 0 0 0 0,0 0 0 0 0,1 1 0 0 0,-1-1 0 0 0,0 0 0 0 0,0 0 0 0 0,1 0 1 0 0,-1 0-1 0 0,0 0 0 0 0,0 0 0 0 0,1 0 0 0 0,-1 0 0 0 0,0 0 0 0 0,0 0 0 0 0,1-1 1 0 0,-1 1-1 0 0,0 0 0 0 0,1 0 0 0 0,2-1-25 0 0,21 4-71 0 0,-19-1 112 0 0,22 1 182 0 0,-22-2-185 0 0,21-3 56 0 0,-11 0-66 0 0,-2-1 0 0 0,-2-2 12 0 0,-4-5 36 0 0,-2 0-25 0 0,-4 6 20 0 0,-2-9-33 0 0,-3 1-10 0 0,-2 5 0 0 0,-2-3 0 0 0,-1 3 11 0 0,-17-11 53 0 0,19 14-36 0 0,4 2-5 0 0,-1 0 0 0 0,1 0-1 0 0,0 0 1 0 0,0-1-1 0 0,0 1 1 0 0,-2-4 0 0 0,-1 1-16 0 0,-15-14 132 0 0,20 18 269 0 0,3 1-393 0 0,1-1 0 0 0,0 1 0 0 0,-1 0-1 0 0,1 1 1 0 0,0-1 0 0 0,5 1 0 0 0,-2 0 13 0 0,33 9 23 0 0,-6-2-26 0 0,157 24 150 0 0,-184-32-151 0 0,22 9 37 0 0,-5 1 15 0 0,-21-9 91 0 0,-1 1-34 0 0,0-2-104 0 0,-1 0 0 0 0,0 1 0 0 0,1-1 0 0 0,-1 0 1 0 0,0 1-1 0 0,1-1 0 0 0,-1 0 0 0 0,0 1 0 0 0,0-1 0 0 0,1 0 0 0 0,-1 1 0 0 0,0-1 0 0 0,0 1 0 0 0,1-1 0 0 0,-1 1 0 0 0,0-1 0 0 0,0 0 0 0 0,0 1 0 0 0,0-1 0 0 0,0 1 0 0 0,0-1 0 0 0,0 1 1 0 0,0 0-1 0 0,-5 5 33 0 0,0-1 1 0 0,0 0-1 0 0,-1 0 1 0 0,0 0-1 0 0,0 0 1 0 0,0-1-1 0 0,0 0 1 0 0,-11 5-1 0 0,-34 12 497 0 0,17-7-1627 0 0,11-3-2785 0 0,10-5-1129 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1:25.976"/>
    </inkml:context>
    <inkml:brush xml:id="br0">
      <inkml:brushProperty name="width" value="0.1" units="cm"/>
      <inkml:brushProperty name="height" value="0.1" units="cm"/>
      <inkml:brushProperty name="color" value="#FFFFFF"/>
    </inkml:brush>
  </inkml:definitions>
  <inkml:trace contextRef="#ctx0" brushRef="#br0">152 766 3247 0 0,'-53'6'251'0'0,"42"-4"3810"0"0,-5-8-3833 0 0,11 4-210 0 0,1-1 0 0 0,0 1 0 0 0,1-1 0 0 0,-1 0 0 0 0,0 0 0 0 0,1 0 0 0 0,-1-1 0 0 0,1 1 0 0 0,0-1 0 0 0,0 0 0 0 0,-4-7 0 0 0,4 4 9 0 0,-1 0 0 0 0,1-1 0 0 0,0 1 0 0 0,1-1 0 0 0,0 0 0 0 0,-1-10 0 0 0,0-5 14 0 0,2 0 0 0 0,1 0 1 0 0,4-40-1 0 0,3 14 169 0 0,3 0 1 0 0,2 1 0 0 0,26-71-1 0 0,-28 94-191 0 0,1 0 0 0 0,2 1 0 0 0,0 0 0 0 0,2 1 0 0 0,0 0 0 0 0,2 1 0 0 0,22-23 0 0 0,-34 39-18 0 0,1 1 0 0 0,0 0-1 0 0,0 0 1 0 0,0 0-1 0 0,0 1 1 0 0,13-7-1 0 0,-15 9-5 0 0,0 0-1 0 0,0 1 0 0 0,0-1 0 0 0,0 1 0 0 0,0 0 1 0 0,0 0-1 0 0,0 1 0 0 0,1-1 0 0 0,-1 1 0 0 0,0 0 0 0 0,0 0 1 0 0,0 1-1 0 0,6 0 0 0 0,-9-1 2 0 0,0 1 1 0 0,0-1-1 0 0,0 0 0 0 0,0 1 1 0 0,0-1-1 0 0,0 1 0 0 0,0-1 1 0 0,0 1-1 0 0,0-1 0 0 0,-1 1 1 0 0,1 0-1 0 0,0-1 1 0 0,0 1-1 0 0,0 0 0 0 0,0 1 1 0 0,3 2-6 0 0,7 5 5 0 0,-1 1-1 0 0,0 0 1 0 0,-1 1-1 0 0,0 0 1 0 0,-1 0-1 0 0,0 1 0 0 0,-1 0 1 0 0,0 1-1 0 0,-1-1 1 0 0,0 1-1 0 0,-1 1 1 0 0,0-1-1 0 0,4 24 0 0 0,18 111 109 0 0,-25-123-83 0 0,-1 0 0 0 0,-1 0 0 0 0,-1 0 0 0 0,-5 29-1 0 0,2-27 8 0 0,-2 0-1 0 0,-1 0 1 0 0,-1-1 0 0 0,-1 0-1 0 0,-1 0 1 0 0,-1-1-1 0 0,-2 0 1 0 0,-22 33-1 0 0,26-45-138 0 0,6-7-204 0 0,0-1 0 0 0,-1 0 0 0 0,0 0 0 0 0,0 0 0 0 0,0-1 0 0 0,-1 1-1 0 0,-6 4 1 0 0,2-6-2669 0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1:26.695"/>
    </inkml:context>
    <inkml:brush xml:id="br0">
      <inkml:brushProperty name="width" value="0.1" units="cm"/>
      <inkml:brushProperty name="height" value="0.1" units="cm"/>
      <inkml:brushProperty name="color" value="#FFFFFF"/>
    </inkml:brush>
  </inkml:definitions>
  <inkml:trace contextRef="#ctx0" brushRef="#br0">1 0 3823 0 0,'0'0'1346'0'0,"1"2"-834"0"0,4 6-237 0 0,0 0 0 0 0,-1 1 0 0 0,0 0 0 0 0,-1-1 1 0 0,1 1-1 0 0,-2 1 0 0 0,4 14 0 0 0,-4-4 60 0 0,0-1 0 0 0,-2 36 0 0 0,-6 61 549 0 0,1-59-606 0 0,2 1-1 0 0,8 84 0 0 0,38 119 438 0 0,-39-240-530 0 0,-4-20-181 0 0,1-1 0 0 0,-1 0 1 0 0,0 0-1 0 0,1 1 0 0 0,-1-1 0 0 0,1 0 0 0 0,-1 0 0 0 0,1 0 0 0 0,-1 0 0 0 0,1 1 0 0 0,0-1 0 0 0,-1 0 0 0 0,1 0 0 0 0,-1 0 1 0 0,1 0-1 0 0,-1 0 0 0 0,1 0 0 0 0,-1-1 0 0 0,2 1 0 0 0,-2 0 2 0 0,8-1 19 0 0,0 0-1 0 0,0-1 0 0 0,0 0 1 0 0,0 0-1 0 0,0-1 1 0 0,-1 0-1 0 0,1 0 0 0 0,-1-1 1 0 0,0 0-1 0 0,8-6 0 0 0,-4 3 3 0 0,0 1-1 0 0,1 0 0 0 0,14-5 1 0 0,-10 7 14 0 0,28-5 0 0 0,-21 8-41 0 0,-18 2 0 0 0,13 1 19 0 0,-5 1 19 0 0,21 10-47 0 0,-20-11-167 0 0,-12-2 80 0 0,13-3-2264 0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1:27.428"/>
    </inkml:context>
    <inkml:brush xml:id="br0">
      <inkml:brushProperty name="width" value="0.1" units="cm"/>
      <inkml:brushProperty name="height" value="0.1" units="cm"/>
      <inkml:brushProperty name="color" value="#FFFFFF"/>
    </inkml:brush>
  </inkml:definitions>
  <inkml:trace contextRef="#ctx0" brushRef="#br0">420 23 2847 0 0,'-73'25'2056'0'0,"64"-22"-1562"0"0,0 0-1 0 0,1 0 0 0 0,-15 1 1 0 0,2 1-30 0 0,7-3-266 0 0,0 0-1 0 0,0 0 1 0 0,0-2 0 0 0,-19 0 0 0 0,-55-10-69 0 0,73 6-34 0 0,0 0-1 0 0,1-1 0 0 0,-16-7 1 0 0,30 12-95 0 0,-1 0 19 0 0,-1-1 0 0 0,0 0 0 0 0,0 0-1 0 0,1 1 1 0 0,-1-1 0 0 0,1 0 0 0 0,-1-1 0 0 0,0 1 0 0 0,1 0 0 0 0,0 0 0 0 0,-1-1 0 0 0,1 1 0 0 0,0 0 0 0 0,0-1 0 0 0,0 0 0 0 0,-1-1 0 0 0,2 3-9 0 0,0-1 0 0 0,0 1-1 0 0,-1-1 1 0 0,1 1 0 0 0,0 0 0 0 0,0-1-1 0 0,0 1 1 0 0,1 0 0 0 0,-1-1-1 0 0,0 1 1 0 0,0-1 0 0 0,0 1-1 0 0,0 0 1 0 0,0-1 0 0 0,0 1 0 0 0,0 0-1 0 0,1-1 1 0 0,-1 1 0 0 0,0 0-1 0 0,0-1 1 0 0,0 1 0 0 0,1 0-1 0 0,-1-1 1 0 0,0 1 0 0 0,1 0 0 0 0,-1 0-1 0 0,0-1 1 0 0,1 1 0 0 0,-1 0-1 0 0,0 0 1 0 0,1 0 0 0 0,-1 0-1 0 0,0-1 1 0 0,1 1 0 0 0,0 0 0 0 0,12-4 444 0 0,-10 3-371 0 0,0 1 0 0 0,1 0-1 0 0,-1 0 1 0 0,0 0-1 0 0,1 0 1 0 0,-1 1-1 0 0,0 0 1 0 0,0-1 0 0 0,1 1-1 0 0,-1 0 1 0 0,0 0-1 0 0,0 1 1 0 0,0-1-1 0 0,0 0 1 0 0,0 1 0 0 0,-1 0-1 0 0,1 0 1 0 0,0 0-1 0 0,3 4 1 0 0,-3-3-45 0 0,-1 1-1 0 0,1-1 1 0 0,-1 1-1 0 0,0 0 1 0 0,0-1 0 0 0,-1 1-1 0 0,1 0 1 0 0,-1 0 0 0 0,0 1-1 0 0,0-1 1 0 0,0 0-1 0 0,0 0 1 0 0,-1 0 0 0 0,0 9-1 0 0,-13 162 554 0 0,2-74-367 0 0,4-23 22 0 0,1-13-62 0 0,3 119-1 0 0,8-156 125 0 0,-4-21-296 0 0,7-2-1 0 0,-4-4-8 0 0,0 0 0 0 0,0-1 0 0 0,0 0 0 0 0,0 0 0 0 0,0 0 0 0 0,-1 0 0 0 0,1 0 0 0 0,5-2 0 0 0,32-9 19 0 0,-19 4-18 0 0,62-12-2398 0 0,-80 19 1829 0 0,0 0 1 0 0,0 0 0 0 0,0 1-1 0 0,0-1 1 0 0,0 1 0 0 0,0 0-1 0 0,0 0 1 0 0,0 0-1 0 0,0 1 1 0 0,6 3 0 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1:27.788"/>
    </inkml:context>
    <inkml:brush xml:id="br0">
      <inkml:brushProperty name="width" value="0.1" units="cm"/>
      <inkml:brushProperty name="height" value="0.1" units="cm"/>
      <inkml:brushProperty name="color" value="#FFFFFF"/>
    </inkml:brush>
  </inkml:definitions>
  <inkml:trace contextRef="#ctx0" brushRef="#br0">1 0 5439 0 0,'67'18'1908'0'0,"70"23"652"0"0,-110-33-2394 0 0,0 0 0 0 0,37 4-1 0 0,-14-2-3247 0 0,-25-5-73 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1:28.270"/>
    </inkml:context>
    <inkml:brush xml:id="br0">
      <inkml:brushProperty name="width" value="0.1" units="cm"/>
      <inkml:brushProperty name="height" value="0.1" units="cm"/>
      <inkml:brushProperty name="color" value="#FFFFFF"/>
    </inkml:brush>
  </inkml:definitions>
  <inkml:trace contextRef="#ctx0" brushRef="#br0">0 0 3079 0 0,'0'0'5254'0'0,"2"2"-4902"0"0,2 2-156 0 0,-1 1 1 0 0,1 0-1 0 0,-1 0 1 0 0,0 1-1 0 0,0-1 1 0 0,0 0-1 0 0,-1 1 1 0 0,0 0-1 0 0,0 0 1 0 0,0 0-1 0 0,-1-1 1 0 0,0 1 0 0 0,1 11-1 0 0,-1 9 287 0 0,-4 51 1 0 0,2-55-208 0 0,-14 180 420 0 0,13-171-691 0 0,-2 79 45 0 0,4-86-55 0 0,1-1-1 0 0,7 38 1 0 0,-4-44-114 0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1:28.741"/>
    </inkml:context>
    <inkml:brush xml:id="br0">
      <inkml:brushProperty name="width" value="0.1" units="cm"/>
      <inkml:brushProperty name="height" value="0.1" units="cm"/>
      <inkml:brushProperty name="color" value="#FFFFFF"/>
    </inkml:brush>
  </inkml:definitions>
  <inkml:trace contextRef="#ctx0" brushRef="#br0">0 54 2015 0 0,'0'0'1444'0'0,"3"-1"-752"0"0,58-14 83 0 0,2 2 1 0 0,0 3-1 0 0,0 2 0 0 0,1 3 0 0 0,0 4 0 0 0,125 11 0 0 0,-164-7-485 0 0,0 2 1 0 0,-1 0-1 0 0,1 1 1 0 0,-1 2-1 0 0,23 10 1 0 0,-30-10-170 0 0,-1 0 0 0 0,0 2 1 0 0,0 0-1 0 0,-1 1 1 0 0,0 0-1 0 0,-1 1 1 0 0,18 19-1 0 0,-24-21-97 0 0,0 1-1 0 0,-1-1 0 0 0,0 2 0 0 0,0-1 1 0 0,-1 1-1 0 0,0-1 0 0 0,-1 2 0 0 0,-1-1 1 0 0,5 19-1 0 0,-5-11 9 0 0,-1 1 0 0 0,0-1 0 0 0,-2 0 0 0 0,0 1 1 0 0,-3 27-1 0 0,-1-23 15 0 0,-2 0 0 0 0,0-1 0 0 0,-2 0 0 0 0,0 0 0 0 0,-2-1 0 0 0,-1 0 1 0 0,-20 35-1 0 0,8-22 7 0 0,-1-1 1 0 0,-2 0-1 0 0,-47 49 0 0 0,42-56-110 0 0,-1-1 0 0 0,0-2-1 0 0,-2-1 1 0 0,-1-2-1 0 0,-1-1 1 0 0,-48 21 0 0 0,61-31-570 0 0,-29 8-1 0 0,16-10-2658 0 0,13-6-335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1:50.663"/>
    </inkml:context>
    <inkml:brush xml:id="br0">
      <inkml:brushProperty name="width" value="0.1" units="cm"/>
      <inkml:brushProperty name="height" value="0.1" units="cm"/>
      <inkml:brushProperty name="color" value="#E71224"/>
    </inkml:brush>
  </inkml:definitions>
  <inkml:trace contextRef="#ctx0" brushRef="#br0">83 2542 3567 0 0,'-15'-37'278'0'0,"11"29"196"0"0,8-9 262 0 0,-4 16-544 0 0,6-22 1448 0 0,-6 21-1472 0 0,3-5-161 0 0,-1 3 132 0 0,-1 1 0 0 0,0 0 0 0 0,0-1-1 0 0,0 1 1 0 0,0-1 0 0 0,-1 1 0 0 0,1-1 0 0 0,-1 1 0 0 0,0-7 2588 0 0,-2-2-2535 0 0,2 9 496 0 0,1 0-604 0 0,-1-1-1 0 0,1 1 1 0 0,0-1 0 0 0,0 1-1 0 0,0 0 1 0 0,1 0-1 0 0,-1-1 1 0 0,3-2-1 0 0,-3 4 173 0 0,-1 0-233 0 0,1 1 0 0 0,0-1-1 0 0,-1 1 1 0 0,1 0-1 0 0,0-1 1 0 0,-1 1 0 0 0,1 0-1 0 0,0-1 1 0 0,0 1-1 0 0,0 0 1 0 0,2-2 0 0 0,0-1 148 0 0,2-2-147 0 0,-2 3 19 0 0,2-4-21 0 0,-4 6 278 0 0,0-4-197 0 0,0 5-96 0 0,0-1 0 0 0,-1 1 0 0 0,1-1 1 0 0,0 0-1 0 0,0 0 0 0 0,0 1 0 0 0,-1-1 0 0 0,1 0 1 0 0,-1 0-1 0 0,1 0 0 0 0,0 0 0 0 0,-1 0 0 0 0,1 0 1 0 0,-1 0-1 0 0,0 0 0 0 0,1 0 0 0 0,-1-1 0 0 0,4-10 4 0 0,-4 12-7 0 0,0-1 0 0 0,0 1 1 0 0,1 0-1 0 0,-1-1 0 0 0,0 1 1 0 0,0 0-1 0 0,0-1 0 0 0,0 1 0 0 0,0-1 1 0 0,0 1-1 0 0,0 0 0 0 0,0-1 0 0 0,0 1 1 0 0,0-1-1 0 0,0 1 0 0 0,0 0 0 0 0,0-1 1 0 0,0 1-1 0 0,0 0 0 0 0,-1-1 1 0 0,1 1-1 0 0,0-1 0 0 0,-1 0 0 0 0,-4-10 105 0 0,3 8-35 0 0,-1 0-66 0 0,3 3-7 0 0,0-1 1 0 0,0 1-1 0 0,-1 0 1 0 0,1-1-1 0 0,0 1 0 0 0,0 0 1 0 0,0 0-1 0 0,0-1 1 0 0,-1 1-1 0 0,1 0 0 0 0,0 0 1 0 0,0 0-1 0 0,-1-1 1 0 0,1 1-1 0 0,0 0 0 0 0,0 0 1 0 0,-1 0-1 0 0,1-1 1 0 0,0 1-1 0 0,-1 0 1 0 0,1 0-1 0 0,0 0 0 0 0,0 0 1 0 0,-1 0-1 0 0,1 0 1 0 0,0 0-1 0 0,-1 0 0 0 0,1 0 1 0 0,0 0-1 0 0,-1 0 1 0 0,1 0-1 0 0,0 0 0 0 0,-1 0 1 0 0,1 0-1 0 0,-1 0 1 0 0,-2 1 1 0 0,0 0 0 0 0,0 0 0 0 0,0-1 0 0 0,-1 0 0 0 0,1 1 0 0 0,-4-1 0 0 0,-1 0-3 0 0,-2 1 0 0 0,5 0-2 0 0,4 1 3 0 0,-1-1 0 0 0,1 0 0 0 0,-1 1 0 0 0,0-1 1 0 0,0 0-1 0 0,1 0 0 0 0,-1 0 0 0 0,0 0 1 0 0,0 0-1 0 0,-3 0 0 0 0,-3 4 42 0 0,1-1-33 0 0,5-3-10 0 0,-9 2-27 0 0,3-4 45 0 0,8 0 37 0 0,-3-4-29 0 0,3 4 49 0 0,0-1-62 0 0,0 0 0 0 0,1-1 1 0 0,-1 1-1 0 0,0 0 0 0 0,0 0 0 0 0,0-1 0 0 0,-1 1 1 0 0,1 0-1 0 0,-1 0 0 0 0,0-3 0 0 0,-4-2 119 0 0,4 6-120 0 0,1 0 36 0 0,2 4 305 0 0,10 11-403 0 0,-3-9 135 0 0,0-4-21 0 0,-7-1 80 0 0,-2 0-77 0 0,3 2-67 0 0,-3-2 11 0 0,4 3 55 0 0,1-1-54 0 0,-4-2 392 0 0,-3-5-468 0 0,-1-7 93 0 0,3 9 29 0 0,2 4 5 0 0,9 3-10 0 0,-10-2-10 0 0,-1 4-33 0 0,2 1-10 0 0,-1-2 0 0 0,0-6 0 0 0,-1 1 0 0 0,0 4 0 0 0,1 1 11 0 0,0-4 32 0 0,2-1-33 0 0,0-2 6 0 0,-2 2 216 0 0,0 0-172 0 0,3 1-37 0 0,-3-1 30 0 0,0 0 1 0 0,4-1-25 0 0,-4 1 248 0 0,1 0-203 0 0,5-1-49 0 0,-5 1-13 0 0,0 0 0 0 0,0-1 0 0 0,0 1 0 0 0,0 0-1 0 0,-1-1 1 0 0,1 1 0 0 0,0-1 0 0 0,0 0 0 0 0,-1 0 0 0 0,4-1 0 0 0,10-7 229 0 0,1 0-150 0 0,23-12 62 0 0,-20 10 20 0 0,35-13 73 0 0,103-30 0 0 0,-102 37-194 0 0,134-28-8 0 0,-124 32-7 0 0,97-33 0 0 0,10-11-7 0 0,-41 16 98 0 0,-70 22-40 0 0,22-8-12 0 0,55-18-6 0 0,-90 31-76 0 0,103-28 5 0 0,-39 12 14 0 0,-14 8 84 0 0,2-1-70 0 0,-89 20-27 0 0,29-9 0 0 0,1 2 0 0 0,76-10 0 0 0,-26 7 0 0 0,-31 3 0 0 0,80-18 0 0 0,18-2 0 0 0,0-1 0 0 0,-91 21 0 0 0,86-11 0 0 0,193-37 47 0 0,-168 24-30 0 0,209-39 291 0 0,-139 24-295 0 0,-58 10-14 0 0,139-34 1 0 0,-59-5 0 0 0,57-13 0 0 0,217-60 229 0 0,-516 143-234 0 0,243-55 78 0 0,70-21 62 0 0,-121 25-135 0 0,-9 4 0 0 0,-114 21 24 0 0,39-13 16 0 0,-2 2-26 0 0,8-2 36 0 0,-54 20-18 0 0,144-64 0 0 0,-65 19 132 0 0,-98 44-96 0 0,-13 7-68 0 0,16-7 0 0 0,-34 12 32 0 0,69-19 0 0 0,-5 6-32 0 0,-73 23 17 0 0,51-6-1 0 0,-50 9 0 0 0,46-11-1 0 0,-66 12-15 0 0,-1 1 0 0 0,1-1 0 0 0,-1 1 15 0 0,-1-2 60 0 0,-5 2 3 0 0,3-2-78 0 0,-3 2-64 0 0,2-1 64 0 0,-1 0 30 0 0,2-4 18 0 0,-2 2-46 0 0,3-7-4 0 0,-5 4 15 0 0,-2 6 6 0 0,30 20-7701 0 0,-10-6 2054 0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2:12.150"/>
    </inkml:context>
    <inkml:brush xml:id="br0">
      <inkml:brushProperty name="width" value="0.1" units="cm"/>
      <inkml:brushProperty name="height" value="0.1" units="cm"/>
      <inkml:brushProperty name="color" value="#FFFFFF"/>
    </inkml:brush>
  </inkml:definitions>
  <inkml:trace contextRef="#ctx0" brushRef="#br0">32 39 3247 0 0,'6'-16'251'0'0,"-7"15"-166"0"0,0 0 0 0 0,1 0 0 0 0,-1 0 1 0 0,0 0-1 0 0,1 0 0 0 0,-1 0 0 0 0,0 0 0 0 0,0 1 0 0 0,0-1 0 0 0,1 0 0 0 0,-1 1 0 0 0,0-1 1 0 0,-2-1-1 0 0,1 2 276 0 0,2-1-49 0 0,-1 0 0 0 0,0 0 0 0 0,0 0 0 0 0,0 1 0 0 0,0-1 0 0 0,0 0-1 0 0,0 1 1 0 0,-1-1 0 0 0,1 1 0 0 0,0-1 0 0 0,0 1 0 0 0,0 0 0 0 0,0-1-1 0 0,-1 1 1 0 0,1 0 0 0 0,0 0 0 0 0,0 0 0 0 0,-3 0 548 0 0,5 3-752 0 0,0 1 0 0 0,1-1 0 0 0,-1 0 1 0 0,1 1-1 0 0,-1-1 0 0 0,1 0 1 0 0,0 0-1 0 0,1 0 0 0 0,4 5 0 0 0,23 24 426 0 0,-16-18-276 0 0,-1 0 1 0 0,12 18-1 0 0,-22-28-159 0 0,-1 0 1 0 0,1 0-1 0 0,-1 1 1 0 0,0-1-1 0 0,0 1 1 0 0,0-1-1 0 0,-1 1 1 0 0,1-1-1 0 0,-1 1 1 0 0,0 0-1 0 0,-1 0 1 0 0,1-1-1 0 0,-1 8 1 0 0,0-10-69 0 0,0 0 1 0 0,0 0 0 0 0,-1 0 0 0 0,1 0-1 0 0,-1 0 1 0 0,1 0 0 0 0,-1 0 0 0 0,0 0 0 0 0,0 0-1 0 0,0 0 1 0 0,0 0 0 0 0,0-1 0 0 0,0 1-1 0 0,0 0 1 0 0,-1-1 0 0 0,1 1 0 0 0,-1-1-1 0 0,1 0 1 0 0,-1 1 0 0 0,1-1 0 0 0,-1 0 0 0 0,0 0-1 0 0,0 0 1 0 0,1 0 0 0 0,-1 0 0 0 0,0 0-1 0 0,-2 0 1 0 0,-4 1-420 0 0,-1 0 0 0 0,0 0 0 0 0,1-1 0 0 0,-1 0-1 0 0,-9-1 1 0 0,4 0-2410 0 0</inkml:trace>
</inkml:ink>
</file>

<file path=ppt/ink/ink1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2:12.573"/>
    </inkml:context>
    <inkml:brush xml:id="br0">
      <inkml:brushProperty name="width" value="0.1" units="cm"/>
      <inkml:brushProperty name="height" value="0.1" units="cm"/>
      <inkml:brushProperty name="color" value="#FFFFFF"/>
    </inkml:brush>
  </inkml:definitions>
  <inkml:trace contextRef="#ctx0" brushRef="#br0">164 7 4319 0 0,'-2'-7'4496'0'0,"-2"12"-4048"0"0,0 1-1 0 0,0-1 0 0 0,1 1 0 0 0,0-1 0 0 0,0 1 1 0 0,-3 10-1 0 0,-8 14 641 0 0,-17 19-196 0 0,25-42-839 0 0,1 0 0 0 0,-1-1 1 0 0,0 1-1 0 0,-1-1 0 0 0,0-1 0 0 0,0 1 0 0 0,-13 7 0 0 0,8-6-27 0 0,-1 1-592 0 0</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2:13.583"/>
    </inkml:context>
    <inkml:brush xml:id="br0">
      <inkml:brushProperty name="width" value="0.1" units="cm"/>
      <inkml:brushProperty name="height" value="0.1" units="cm"/>
      <inkml:brushProperty name="color" value="#FFFFFF"/>
    </inkml:brush>
  </inkml:definitions>
  <inkml:trace contextRef="#ctx0" brushRef="#br0">64 119 4055 0 0,'0'0'3726'0'0,"-19"2"-3372"0"0,16-3-302 0 0,1 1 0 0 0,-1-1-1 0 0,1-1 1 0 0,-1 1 0 0 0,1 0-1 0 0,0 0 1 0 0,-1-1-1 0 0,1 0 1 0 0,0 1 0 0 0,0-1-1 0 0,0 0 1 0 0,1 0 0 0 0,-1 0-1 0 0,0 0 1 0 0,1 0 0 0 0,-1 0-1 0 0,1-1 1 0 0,0 1-1 0 0,0 0 1 0 0,-1-1 0 0 0,2 1-1 0 0,-1-1 1 0 0,0 1 0 0 0,0-1-1 0 0,1 0 1 0 0,0 1 0 0 0,-1-1-1 0 0,1 1 1 0 0,0-1-1 0 0,0 0 1 0 0,0 1 0 0 0,1-1-1 0 0,-1 0 1 0 0,1 1 0 0 0,-1-1-1 0 0,1 1 1 0 0,0-1 0 0 0,0 1-1 0 0,0-1 1 0 0,0 1-1 0 0,1 0 1 0 0,-1-1 0 0 0,4-3-1 0 0,-3 4 11 0 0,1 0-1 0 0,-1 0 0 0 0,1 0 0 0 0,0 0 0 0 0,-1 1 0 0 0,7-3 1 0 0,3-3 80 0 0,-10 7-129 0 0,0 0 0 0 0,-1 0 0 0 0,1 0 1 0 0,-1 0-1 0 0,1 0 0 0 0,-1 0 0 0 0,1 1 0 0 0,-1-1 0 0 0,1 0 0 0 0,-1 1 0 0 0,1-1 1 0 0,-1 1-1 0 0,1 0 0 0 0,-1-1 0 0 0,0 1 0 0 0,1 0 0 0 0,0 1 0 0 0,20 13 484 0 0,-20-13-455 0 0,0 0 0 0 0,-1 0 0 0 0,1 0 0 0 0,-1 0 0 0 0,0 0 0 0 0,0 0-1 0 0,1 0 1 0 0,-1 0 0 0 0,0 1 0 0 0,-1-1 0 0 0,1 0 0 0 0,0 1 0 0 0,-1-1-1 0 0,1 1 1 0 0,-1-1 0 0 0,0 1 0 0 0,0-1 0 0 0,0 1 0 0 0,0-1 0 0 0,0 1 0 0 0,-2 4-1 0 0,0 5 165 0 0,-2 0-1 0 0,1 0 1 0 0,-8 13 0 0 0,3-4 56 0 0,6-16-240 0 0,1-1 1 0 0,-1 0-1 0 0,0 0 0 0 0,0-1 1 0 0,0 1-1 0 0,-1 0 1 0 0,0-1-1 0 0,1 1 1 0 0,-7 5-1 0 0,-9 6-4050 0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2:14.274"/>
    </inkml:context>
    <inkml:brush xml:id="br0">
      <inkml:brushProperty name="width" value="0.1" units="cm"/>
      <inkml:brushProperty name="height" value="0.1" units="cm"/>
      <inkml:brushProperty name="color" value="#FFFFFF"/>
    </inkml:brush>
  </inkml:definitions>
  <inkml:trace contextRef="#ctx0" brushRef="#br0">108 6 3335 0 0,'9'-5'4822'0'0,"-5"22"-2513"0"0,-6-9-1947 0 0,0 0 0 0 0,0 0 0 0 0,0 0 1 0 0,-1-1-1 0 0,-7 15 0 0 0,-25 35 135 0 0,21-36-459 0 0,-22 27 66 0 0,22-31-3809 0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2:15.185"/>
    </inkml:context>
    <inkml:brush xml:id="br0">
      <inkml:brushProperty name="width" value="0.1" units="cm"/>
      <inkml:brushProperty name="height" value="0.1" units="cm"/>
      <inkml:brushProperty name="color" value="#FFFFFF"/>
    </inkml:brush>
  </inkml:definitions>
  <inkml:trace contextRef="#ctx0" brushRef="#br0">692 218 5383 0 0,'0'0'416'0'0,"-1"16"107"0"0,-2-2 195 0 0,0 0-1 0 0,-1-1 1 0 0,-9 23 0 0 0,11-31-622 0 0,0-1 1 0 0,0 0-1 0 0,-1 0 1 0 0,1 0-1 0 0,-1 0 0 0 0,0 0 1 0 0,0 0-1 0 0,0-1 1 0 0,-1 0-1 0 0,1 1 0 0 0,-1-1 1 0 0,0 0-1 0 0,0-1 1 0 0,0 1-1 0 0,-5 2 0 0 0,6-4-90 0 0,0-1-1 0 0,1 1 1 0 0,-1-1-1 0 0,0 0 1 0 0,0 0-1 0 0,0 0 1 0 0,1 0-1 0 0,-1-1 0 0 0,0 1 1 0 0,0-1-1 0 0,0 1 1 0 0,1-1-1 0 0,-1 0 1 0 0,1 0-1 0 0,-1 0 1 0 0,0 0-1 0 0,1-1 1 0 0,0 1-1 0 0,-1-1 0 0 0,1 1 1 0 0,-4-4-1 0 0,5 3 13 0 0,-1 0-1 0 0,0 0 1 0 0,1-1-1 0 0,-1 1 1 0 0,1 0-1 0 0,0 0 1 0 0,0-1-1 0 0,0 1 0 0 0,0-1 1 0 0,0 1-1 0 0,0-1 1 0 0,1 1-1 0 0,-1-1 1 0 0,1 1-1 0 0,0-1 1 0 0,-1 0-1 0 0,1 1 1 0 0,1-1-1 0 0,-1 1 0 0 0,0-1 1 0 0,1-3-1 0 0,0 4 8 0 0,-1-1-1 0 0,1 1 1 0 0,-1-1-1 0 0,1 1 1 0 0,0-1 0 0 0,0 1-1 0 0,0 0 1 0 0,0-1-1 0 0,1 1 1 0 0,-1 0-1 0 0,1 0 1 0 0,-1 0-1 0 0,1 0 1 0 0,2-2-1 0 0,-4 4 54 0 0,3 7 136 0 0,-3-6-208 0 0,1-1 0 0 0,-1 1-1 0 0,0 0 1 0 0,1 0-1 0 0,-1-1 1 0 0,0 1 0 0 0,0 0-1 0 0,0 0 1 0 0,1 0 0 0 0,-1-1-1 0 0,0 1 1 0 0,0 0-1 0 0,0 1 1 0 0,-2 3 15 0 0,1 0-1 0 0,-1 0 1 0 0,1-1 0 0 0,-1 1 0 0 0,-1-1-1 0 0,1 1 1 0 0,-1-1 0 0 0,1 0 0 0 0,-1 1-1 0 0,-1-1 1 0 0,1-1 0 0 0,0 1 0 0 0,-1 0-1 0 0,0-1 1 0 0,0 0 0 0 0,0 0 0 0 0,-6 3-1 0 0,6-3-8 0 0,-1 0-1 0 0,0 0 1 0 0,0-1-1 0 0,-1 0 1 0 0,1 0-1 0 0,-1 0 1 0 0,1 0-1 0 0,-1-1 1 0 0,1 0-1 0 0,-1 0 1 0 0,0-1-1 0 0,1 0 1 0 0,-1 0-1 0 0,0 0 1 0 0,-5-1-1 0 0,8 0 23 0 0,1 0 1 0 0,-1 1-1 0 0,1-1 0 0 0,-1 0 0 0 0,1-1 0 0 0,-1 1 0 0 0,1 0 0 0 0,0-1 1 0 0,0 1-1 0 0,-1-1 0 0 0,1 0 0 0 0,0 1 0 0 0,1-1 0 0 0,-1 0 0 0 0,0 0 1 0 0,0-1-1 0 0,1 1 0 0 0,-1 0 0 0 0,1 0 0 0 0,0-1 0 0 0,-2-4 0 0 0,2 5 9 0 0,1 0-1 0 0,0 0 0 0 0,-1 1 1 0 0,1-1-1 0 0,0 0 0 0 0,0 0 0 0 0,0 0 1 0 0,0 0-1 0 0,0 0 0 0 0,1 0 0 0 0,-1 0 1 0 0,0 1-1 0 0,1-1 0 0 0,-1 0 1 0 0,1 0-1 0 0,0 1 0 0 0,0-1 0 0 0,0 0 1 0 0,0 1-1 0 0,0-1 0 0 0,0 0 1 0 0,0 1-1 0 0,0-1 0 0 0,0 1 0 0 0,1 0 1 0 0,-1 0-1 0 0,1-1 0 0 0,-1 1 0 0 0,1 0 1 0 0,-1 0-1 0 0,4-1 0 0 0,-5 1-27 0 0,1 1 0 0 0,0-1-1 0 0,0 1 1 0 0,0-1 0 0 0,0 1-1 0 0,0 0 1 0 0,0-1 0 0 0,0 1-1 0 0,0 0 1 0 0,0 0 0 0 0,0 0-1 0 0,0 0 1 0 0,0-1 0 0 0,0 1-1 0 0,0 1 1 0 0,0-1 0 0 0,0 0-1 0 0,0 0 1 0 0,0 0-1 0 0,0 0 1 0 0,0 1 0 0 0,0-1-1 0 0,0 0 1 0 0,1 2 0 0 0,-1-1 8 0 0,0 0 0 0 0,1 0 0 0 0,-1 0 0 0 0,0 0-1 0 0,0 1 1 0 0,0-1 0 0 0,-1 1 0 0 0,1-1 0 0 0,0 0 0 0 0,0 1 0 0 0,-1-1 0 0 0,1 1 0 0 0,0 2 0 0 0,0 2 18 0 0,0 0 0 0 0,0 0 0 0 0,0 1 0 0 0,-1-1 0 0 0,0 0 0 0 0,-1 0 0 0 0,0 6 0 0 0,-2-1-7 0 0,0-1-1 0 0,-1 1 0 0 0,0-1 1 0 0,-1 0-1 0 0,0 0 0 0 0,0-1 1 0 0,-1 0-1 0 0,-1 0 0 0 0,1 0 1 0 0,-1-1-1 0 0,-1 0 0 0 0,0 0 1 0 0,0 0-1 0 0,0-1 0 0 0,-1-1 1 0 0,0 1-1 0 0,-14 6 0 0 0,18-11 0 0 0,0 1 0 0 0,1-2 0 0 0,-1 1 0 0 0,0 0 0 0 0,-1-1 0 0 0,1 0 0 0 0,0 0 0 0 0,0-1 0 0 0,-9 0 0 0 0,-2 0 25 0 0,-28-5 0 0 0,34 2-59 0 0,1 1 0 0 0,0-1 1 0 0,-1 0-1 0 0,1-1 1 0 0,1 0-1 0 0,-11-6 0 0 0,-48-36 207 0 0,64 44-192 0 0,0-1 1 0 0,-1 0 0 0 0,1 0-1 0 0,0 0 1 0 0,1 0-1 0 0,-1-1 1 0 0,0 1 0 0 0,1-1-1 0 0,0 0 1 0 0,0 1-1 0 0,0-1 1 0 0,0 0 0 0 0,1 0-1 0 0,-3-7 1 0 0,3 5-14 0 0,1-1 1 0 0,-1 0 0 0 0,1 1-1 0 0,0-1 1 0 0,0 0-1 0 0,1 1 1 0 0,0-1 0 0 0,3-10-1 0 0,6-21-203 0 0,2 0-1 0 0,2 1 1 0 0,1 0-1 0 0,23-39 1 0 0,18-12-7899 0 0,-48 77 4606 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2:15.341"/>
    </inkml:context>
    <inkml:brush xml:id="br0">
      <inkml:brushProperty name="width" value="0.1" units="cm"/>
      <inkml:brushProperty name="height" value="0.1" units="cm"/>
      <inkml:brushProperty name="color" value="#FFFFFF"/>
    </inkml:brush>
  </inkml:definitions>
  <inkml:trace contextRef="#ctx0" brushRef="#br0">10 1 4287 0 0,'0'0'2028'0'0,"-6"14"1479"0"0,2 6-5343 0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2:15.927"/>
    </inkml:context>
    <inkml:brush xml:id="br0">
      <inkml:brushProperty name="width" value="0.1" units="cm"/>
      <inkml:brushProperty name="height" value="0.1" units="cm"/>
      <inkml:brushProperty name="color" value="#FFFFFF"/>
    </inkml:brush>
  </inkml:definitions>
  <inkml:trace contextRef="#ctx0" brushRef="#br0">0 1 5471 0 0,'0'0'6638'0'0,"4"5"-4518"0"0,-3-2-1851 0 0,0-1 0 0 0,-1 0 1 0 0,1 1-1 0 0,0-1 0 0 0,-1 1 1 0 0,0-1-1 0 0,1 3 0 0 0,-1-4-103 0 0,-2 4-248 0 0</inkml:trace>
</inkml:ink>
</file>

<file path=ppt/ink/ink1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2:16.212"/>
    </inkml:context>
    <inkml:brush xml:id="br0">
      <inkml:brushProperty name="width" value="0.1" units="cm"/>
      <inkml:brushProperty name="height" value="0.1" units="cm"/>
      <inkml:brushProperty name="color" value="#FFFFFF"/>
    </inkml:brush>
  </inkml:definitions>
  <inkml:trace contextRef="#ctx0" brushRef="#br0">1 12 6391 0 0,'0'0'568'0'0,"6"1"-456"0"0,2-1-112 0 0,2 0 0 0 0,0-2 944 0 0,2 0 168 0 0,-1 1 32 0 0,2 0 8 0 0,-1-1-752 0 0,0 1-144 0 0,1-1-32 0 0,1 1-3480 0 0,1 0-688 0 0</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2:18.138"/>
    </inkml:context>
    <inkml:brush xml:id="br0">
      <inkml:brushProperty name="width" value="0.1" units="cm"/>
      <inkml:brushProperty name="height" value="0.1" units="cm"/>
      <inkml:brushProperty name="color" value="#FFFFFF"/>
    </inkml:brush>
  </inkml:definitions>
  <inkml:trace contextRef="#ctx0" brushRef="#br0">126 561 2959 0 0,'-16'8'1496'0'0,"13"-8"-1330"0"0,0 0-1 0 0,0 0 0 0 0,-1 0 0 0 0,1-1 0 0 0,0 1 0 0 0,0-1 0 0 0,0 1 0 0 0,0-1 0 0 0,0 0 0 0 0,0-1 1 0 0,0 1-1 0 0,0 0 0 0 0,0-1 0 0 0,1 1 0 0 0,-1-1 0 0 0,1 0 0 0 0,-1 0 0 0 0,-2-3 0 0 0,0 1-25 0 0,1-1-1 0 0,0 0 1 0 0,0 0-1 0 0,0 0 1 0 0,1-1-1 0 0,0 1 0 0 0,0-1 1 0 0,-3-7-1 0 0,2 2 266 0 0,1 0 0 0 0,1-1 0 0 0,-1 1 0 0 0,0-22 0 0 0,3-47 296 0 0,1 12-672 0 0,-1 56 3 0 0,-1-66-21 0 0,1 68 15 0 0,1 0-1 0 0,1 0 0 0 0,-1 0 0 0 0,1 1 0 0 0,6-16 1 0 0,-4 17-13 0 0,1 0 0 0 0,0 0 0 0 0,0 1 0 0 0,1 0 0 0 0,0 0 0 0 0,0 0 1 0 0,1 0-1 0 0,0 1 0 0 0,0 0 0 0 0,0 1 0 0 0,1 0 0 0 0,10-6 0 0 0,-13 9 5 0 0,0 0-1 0 0,0 0 1 0 0,-1 1-1 0 0,1 0 0 0 0,0 0 1 0 0,0 0-1 0 0,0 1 1 0 0,1-1-1 0 0,-1 1 1 0 0,0 0-1 0 0,0 1 0 0 0,0-1 1 0 0,0 1-1 0 0,0 0 1 0 0,0 0-1 0 0,0 1 1 0 0,-1-1-1 0 0,1 1 0 0 0,0 0 1 0 0,-1 1-1 0 0,1-1 1 0 0,-1 1-1 0 0,0-1 1 0 0,0 2-1 0 0,0-1 0 0 0,0 0 1 0 0,6 7-1 0 0,2 5 17 0 0,0 0 0 0 0,-1 0 0 0 0,17 32 0 0 0,-19-31-27 0 0,-2 1-1 0 0,0 0 1 0 0,-1 0-1 0 0,0 1 1 0 0,5 36-1 0 0,-9-43 68 0 0,-1 0-1 0 0,-1 1 1 0 0,0-1 0 0 0,-1 1-1 0 0,0-1 1 0 0,-1 1 0 0 0,0-1 0 0 0,-1 0-1 0 0,0 0 1 0 0,-8 19 0 0 0,2-7 269 0 0,4-9-273 0 0,-11 20 1 0 0,14-31-53 0 0,1 0 0 0 0,-1-1 0 0 0,0 1 0 0 0,0 0 0 0 0,0-1 0 0 0,0 0 0 0 0,0 1 0 0 0,-1-1 0 0 0,1 0 0 0 0,-1 0 0 0 0,1 0 0 0 0,-6 2 0 0 0,5-3-18 0 0,0 0 0 0 0,1 0 0 0 0,-1-1 0 0 0,0 0 1 0 0,1 1-1 0 0,-1-1 0 0 0,0 0 0 0 0,0 0 0 0 0,1-1 0 0 0,-6 0 0 0 0,-15-5-4502 0 0,13 2 339 0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2:18.634"/>
    </inkml:context>
    <inkml:brush xml:id="br0">
      <inkml:brushProperty name="width" value="0.1" units="cm"/>
      <inkml:brushProperty name="height" value="0.1" units="cm"/>
      <inkml:brushProperty name="color" value="#FFFFFF"/>
    </inkml:brush>
  </inkml:definitions>
  <inkml:trace contextRef="#ctx0" brushRef="#br0">1 0 2847 0 0,'0'0'1480'0'0,"3"13"1372"0"0,-4 16-617 0 0,7 57 0 0 0,0-20-1863 0 0,-5-52-332 0 0,0-10-21 0 0,-1 1 0 0 0,0 0 0 0 0,0-1 0 0 0,0 1 0 0 0,-1 7 0 0 0,0-8-74 0 0,0 0 0 0 0,-1 0 0 0 0,1-1 0 0 0,-1 1 0 0 0,-3 6 0 0 0,4-9-570 0 0,-1 1 479 0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2:19.026"/>
    </inkml:context>
    <inkml:brush xml:id="br0">
      <inkml:brushProperty name="width" value="0.1" units="cm"/>
      <inkml:brushProperty name="height" value="0.1" units="cm"/>
      <inkml:brushProperty name="color" value="#FFFFFF"/>
    </inkml:brush>
  </inkml:definitions>
  <inkml:trace contextRef="#ctx0" brushRef="#br0">0 66 1951 0 0,'0'0'147'0'0,"1"-2"93"0"0,0 0-1 0 0,-1 0 1 0 0,1 0-1 0 0,0 0 1 0 0,0 0-1 0 0,0 0 1 0 0,0 1-1 0 0,1-1 1 0 0,-1 0-1 0 0,0 1 1 0 0,1-1-1 0 0,-1 1 1 0 0,1-1-1 0 0,0 1 1 0 0,-1 0-1 0 0,4-2 1 0 0,-2 0 36 0 0,4-2 16 0 0,0 1 0 0 0,0 0 0 0 0,0 0 1 0 0,9-4-1 0 0,-13 7-265 0 0,0 0 1 0 0,1-1-1 0 0,-1 1 1 0 0,1 1-1 0 0,0-1 1 0 0,-1 0-1 0 0,1 1 1 0 0,-1 0-1 0 0,1 0 1 0 0,0 0-1 0 0,5 1 1 0 0,4 4 116 0 0,-12-4-124 0 0,0-1 62 0 0,6 17 358 0 0,-6-13-320 0 0,-1 1 0 0 0,1-1 0 0 0,-1 0 0 0 0,0 0 0 0 0,0 0 0 0 0,0 0 0 0 0,-1 0 1 0 0,1 0-1 0 0,-1 1 0 0 0,0-1 0 0 0,0 0 0 0 0,-1-1 0 0 0,1 1 0 0 0,-1 0 0 0 0,0 0 0 0 0,-3 5 0 0 0,0-2-38 0 0,-1-1 1 0 0,1 0-1 0 0,-1 0 0 0 0,0 0 1 0 0,0-1-1 0 0,-1 0 1 0 0,-10 7-1 0 0,2-4-3396 0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2:19.555"/>
    </inkml:context>
    <inkml:brush xml:id="br0">
      <inkml:brushProperty name="width" value="0.1" units="cm"/>
      <inkml:brushProperty name="height" value="0.1" units="cm"/>
      <inkml:brushProperty name="color" value="#FFFFFF"/>
    </inkml:brush>
  </inkml:definitions>
  <inkml:trace contextRef="#ctx0" brushRef="#br0">1 121 2359 0 0,'0'0'820'0'0,"6"12"2216"0"0,-4-11-2952 0 0,0 0 0 0 0,1 0 0 0 0,-1 0-1 0 0,1 0 1 0 0,-1 0 0 0 0,1-1-1 0 0,0 1 1 0 0,-1-1 0 0 0,1 0 0 0 0,0 0-1 0 0,-1 0 1 0 0,1 0 0 0 0,0 0 0 0 0,-1-1-1 0 0,1 1 1 0 0,-1-1 0 0 0,1 0-1 0 0,0 1 1 0 0,-1-1 0 0 0,0 0 0 0 0,4-2-1 0 0,-1 0 20 0 0,0 1-1 0 0,0-1 0 0 0,-1 0 0 0 0,1-1 0 0 0,-1 1 1 0 0,0-1-1 0 0,0 1 0 0 0,0-1 0 0 0,5-8 0 0 0,-3 4 339 0 0,-3 4-308 0 0,1-1 0 0 0,-1 0 0 0 0,0 0 0 0 0,0 0 0 0 0,-1 0 0 0 0,1 0 0 0 0,-1-1 0 0 0,0 1 0 0 0,-1-1 0 0 0,2-6 0 0 0,-3 11-127 0 0,0 0-1 0 0,0 1 0 0 0,0-1 0 0 0,0 0 1 0 0,0 1-1 0 0,0-1 0 0 0,-1 0 1 0 0,1 0-1 0 0,0 1 0 0 0,0-1 0 0 0,0 0 1 0 0,-1 1-1 0 0,1-1 0 0 0,-1 0 0 0 0,1 1 1 0 0,0-1-1 0 0,-1 1 0 0 0,1-1 1 0 0,-1 0-1 0 0,1 1 0 0 0,-1-1 0 0 0,1 1 1 0 0,-1 0-1 0 0,0-1 0 0 0,-1 0-4 0 0,1 1 0 0 0,-1-1 0 0 0,1 1 0 0 0,0-1-1 0 0,-1 1 1 0 0,1 0 0 0 0,-1 0 0 0 0,1 0 0 0 0,-1 0 0 0 0,1 0 0 0 0,-3 0-1 0 0,-1 1 11 0 0,1 0-1 0 0,-1 0 0 0 0,0 1 0 0 0,1 0 0 0 0,-1-1 0 0 0,-7 6 1 0 0,8-4 44 0 0,0 0 0 0 0,1 1 0 0 0,-1 0 0 0 0,0 0 0 0 0,1 0 1 0 0,0 0-1 0 0,0 0 0 0 0,0 1 0 0 0,1-1 0 0 0,-1 1 0 0 0,1 0 1 0 0,0 0-1 0 0,1 0 0 0 0,-2 6 0 0 0,0-1 60 0 0,1 0 1 0 0,0 0-1 0 0,1 0 0 0 0,1 0 1 0 0,-1 1-1 0 0,3 15 0 0 0,-2-21-82 0 0,1 0-1 0 0,0-1 0 0 0,0 1 0 0 0,1 0 1 0 0,-1-1-1 0 0,1 1 0 0 0,0-1 0 0 0,3 5 1 0 0,-4-7-63 0 0,0 0 1 0 0,1 0-1 0 0,-1 0 1 0 0,1-1 0 0 0,-1 1-1 0 0,1-1 1 0 0,0 1 0 0 0,0-1-1 0 0,0 1 1 0 0,-1-1-1 0 0,1 0 1 0 0,1 0 0 0 0,-1 0-1 0 0,0 0 1 0 0,0 0 0 0 0,0-1-1 0 0,0 1 1 0 0,0-1-1 0 0,3 1 1 0 0,4 0-3011 0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2:20.139"/>
    </inkml:context>
    <inkml:brush xml:id="br0">
      <inkml:brushProperty name="width" value="0.1" units="cm"/>
      <inkml:brushProperty name="height" value="0.1" units="cm"/>
      <inkml:brushProperty name="color" value="#FFFFFF"/>
    </inkml:brush>
  </inkml:definitions>
  <inkml:trace contextRef="#ctx0" brushRef="#br0">1 11 2847 0 0,'2'1'5496'0'0,"9"4"-3448"0"0,-5 3-1289 0 0,-3-5-639 0 0,-1 0-1 0 0,1 0 1 0 0,-1 0-1 0 0,0 1 1 0 0,0-1-1 0 0,0 1 1 0 0,-1 0-1 0 0,1-1 1 0 0,-1 1 0 0 0,0 0-1 0 0,0 0 1 0 0,0 0-1 0 0,-1 0 1 0 0,1 5-1 0 0,-1 16 127 0 0,-1-6-107 0 0,2 0 1 0 0,2 22-1 0 0,-3-41-127 0 0,0 0 1 0 0,0 0-1 0 0,0 0 0 0 0,0 0 0 0 0,0 0 0 0 0,0 1 0 0 0,0-1 1 0 0,0 0-1 0 0,0 0 0 0 0,0 0 0 0 0,0 0 0 0 0,0 1 0 0 0,0-1 1 0 0,0 0-1 0 0,0 0 0 0 0,0 0 0 0 0,0 0 0 0 0,0 0 0 0 0,0 1 1 0 0,0-1-1 0 0,0 0 0 0 0,0 0 0 0 0,0 0 0 0 0,1 0 0 0 0,-1 0 0 0 0,0 1 1 0 0,0-1-1 0 0,0 0 0 0 0,0 0 0 0 0,0 0 0 0 0,0 0 0 0 0,0 0 1 0 0,1 0-1 0 0,-1 0 0 0 0,0 0 0 0 0,0 0 0 0 0,0 0 0 0 0,0 1 1 0 0,1-1-1 0 0,-1 0 0 0 0,0 0 0 0 0,0 0 0 0 0,0 0 0 0 0,0 0 1 0 0,0 0-1 0 0,1 0 0 0 0,-1 0 0 0 0,0 0 0 0 0,0 0 0 0 0,1-1 1 0 0,5-7 154 0 0,4-14-70 0 0,-10 22-86 0 0,11-32 123 0 0,-6 16-105 0 0,1 1 0 0 0,0 0-1 0 0,10-16 1 0 0,-13 27-33 0 0,-1 0 1 0 0,1 0-1 0 0,0 1 0 0 0,0-1 0 0 0,0 1 1 0 0,1-1-1 0 0,-1 1 0 0 0,1 0 1 0 0,0 0-1 0 0,-1 1 0 0 0,1-1 0 0 0,1 1 1 0 0,-1 0-1 0 0,0 0 0 0 0,7-2 1 0 0,-10 4 4 0 0,1-1 0 0 0,-1 1 0 0 0,1-1 0 0 0,-1 1 0 0 0,1 0 0 0 0,-1 0 0 0 0,1 0 0 0 0,-1 0 0 0 0,1 0 0 0 0,-1 0 0 0 0,1 0 0 0 0,-1 0 0 0 0,1 1 0 0 0,-1-1 0 0 0,1 0 0 0 0,-1 1 0 0 0,0-1 0 0 0,1 1 0 0 0,-1 0 0 0 0,0-1 0 0 0,1 1 0 0 0,1 2 0 0 0,-1-1 2 0 0,-1-1 0 0 0,1 1 0 0 0,-1 0-1 0 0,0 0 1 0 0,0 1 0 0 0,0-1 0 0 0,0 0 0 0 0,0 0 0 0 0,0 0 0 0 0,-1 1 0 0 0,1-1 0 0 0,-1 0-1 0 0,1 1 1 0 0,-1 2 0 0 0,1 12 26 0 0,-1-1 0 0 0,-4 32 0 0 0,1-30 7 0 0,2 36 1 0 0,1-52-99 0 0,0 0 0 0 0,0 0 0 0 0,0 0 0 0 0,1-1 0 0 0,-1 1 0 0 0,0 0 1 0 0,1 0-1 0 0,0-1 0 0 0,1 4 0 0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2:21.258"/>
    </inkml:context>
    <inkml:brush xml:id="br0">
      <inkml:brushProperty name="width" value="0.1" units="cm"/>
      <inkml:brushProperty name="height" value="0.1" units="cm"/>
      <inkml:brushProperty name="color" value="#FFFFFF"/>
    </inkml:brush>
  </inkml:definitions>
  <inkml:trace contextRef="#ctx0" brushRef="#br0">0 641 2015 0 0,'14'16'8083'0'0,"-7"-27"-6517"0"0,5-14-1179 0 0,31-146 1912 0 0,-3 13-1802 0 0,-23 97-434 0 0,-9 28 114 0 0,1 2-1 0 0,23-52 0 0 0,-17 55 120 0 0,-15 27-150 0 0,1 1-131 0 0,-1-1-1 0 0,1 1 1 0 0,-1-1-1 0 0,1 1 1 0 0,-1-1-1 0 0,1 1 1 0 0,-1-1-1 0 0,0 0 1 0 0,1 1-1 0 0,-1-1 0 0 0,0 1 1 0 0,0-1-1 0 0,1 0 1 0 0,-1 1-1 0 0,0-1 1 0 0,0 0-1 0 0,12 20 58 0 0,-9-10-72 0 0,-1 1 0 0 0,1 0 0 0 0,-2-1-1 0 0,2 15 1 0 0,4 22 12 0 0,9 13 379 0 0,25 57-1 0 0,-37-104-328 0 0,0-1 0 0 0,-1 1 0 0 0,0 0 0 0 0,0 0-1 0 0,-1 0 1 0 0,-1 0 0 0 0,0 1 0 0 0,-1-1 0 0 0,0 0-1 0 0,-4 21 1 0 0,2-17-48 0 0,2-15 314 0 0,1-2-272 0 0,2 0-49 0 0,1-1 0 0 0,-1-1 0 0 0,0 1 0 0 0,0 0 0 0 0,-1-1 0 0 0,1 0 0 0 0,0 1 0 0 0,-1-1 0 0 0,0 0 0 0 0,4-6 0 0 0,1-1-2 0 0,9-12 26 0 0,-1 0 0 0 0,-2 0 0 0 0,0-1 0 0 0,12-33-1 0 0,29-101 143 0 0,-21 57-172 0 0,-15 61 0 0 0,-8 19 52 0 0,-7 14-43 0 0,2 2-10 0 0,0 2 0 0 0,-3 3-2 0 0,0-1-1 0 0,-1 0 1 0 0,1 0-1 0 0,0 1 0 0 0,-1-1 1 0 0,1 1-1 0 0,-1 0 1 0 0,1-1-1 0 0,0 1 0 0 0,-1 0 1 0 0,0 0-1 0 0,1 0 1 0 0,-1 0-1 0 0,1 0 1 0 0,-1 0-1 0 0,0 0 0 0 0,0 1 1 0 0,0-1-1 0 0,0 0 1 0 0,0 1-1 0 0,0-1 1 0 0,0 0-1 0 0,0 1 0 0 0,0 0 1 0 0,-1-1-1 0 0,1 1 1 0 0,0 2-1 0 0,4 16 12 0 0,0 1 0 0 0,-2-1-1 0 0,0 1 1 0 0,-1 25 0 0 0,5 32 11 0 0,-2-44 32 0 0,11 97 387 0 0,-18-72-371 0 0,0-39-17 0 0,1 23 1 0 0,1-41-41 0 0,3 10-12 0 0,-2-12-172 0 0,-1 1 0 0 0,0 0 0 0 0,1-1 0 0 0,-1 1-1 0 0,0 0 1 0 0,1-1 0 0 0,-1 1 0 0 0,1-1 0 0 0,-1 1 0 0 0,1-1-1 0 0,-1 1 1 0 0,1-1 0 0 0,0 1 0 0 0,-1-1 0 0 0,1 0 0 0 0,0 1-1 0 0,-1-1 1 0 0,1 0 0 0 0,0 0 0 0 0,-1 1 0 0 0,1-1 0 0 0,0 0 0 0 0,-1 0-1 0 0,1 0 1 0 0,0 0 0 0 0,0 0 0 0 0,-1 0 0 0 0,1 0 0 0 0,0 0-1 0 0,-1 0 1 0 0,3 0 0 0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22:22.341"/>
    </inkml:context>
    <inkml:brush xml:id="br0">
      <inkml:brushProperty name="width" value="0.1" units="cm"/>
      <inkml:brushProperty name="height" value="0.1" units="cm"/>
      <inkml:brushProperty name="color" value="#FFFFFF"/>
    </inkml:brush>
  </inkml:definitions>
  <inkml:trace contextRef="#ctx0" brushRef="#br0">1 52 4143 0 0,'0'0'910'0'0,"17"-4"3246"0"0,-15 4-4002 0 0,-1 0 0 0 0,1 0 0 0 0,0 0 0 0 0,-1 0 0 0 0,1 0 0 0 0,-1 0 0 0 0,1 0 0 0 0,0 0 1 0 0,-1 1-1 0 0,1-1 0 0 0,-1 1 0 0 0,1-1 0 0 0,-1 1 0 0 0,1 0 0 0 0,-1-1 0 0 0,0 1 0 0 0,1 0 0 0 0,-1 0 0 0 0,2 1 1 0 0,-1 0-36 0 0,0 1 1 0 0,0-1-1 0 0,0 1 1 0 0,0-1 0 0 0,0 1-1 0 0,0 0 1 0 0,-1 0 0 0 0,3 6-1 0 0,-1 1 34 0 0,0 1-1 0 0,0 0 0 0 0,-1 0 0 0 0,1 17 1 0 0,-1 133 1821 0 0,-2-100-1798 0 0,1-47-17 0 0,0 1 0 0 0,2-1 0 0 0,-1 0 0 0 0,2 0 0 0 0,5 16 0 0 0,7 25 327 0 0,-15-50-405 0 0,1 3 55 0 0,-1 0 0 0 0,0 0-1 0 0,-1 1 1 0 0,0 12 0 0 0,0-20-74 0 0,1 0-38 0 0,-1-1 1 0 0,1 0 0 0 0,-1 1 0 0 0,1-1 0 0 0,-1 1 0 0 0,1-1 0 0 0,0 0 0 0 0,-1 1 0 0 0,1-1-1 0 0,0 0 1 0 0,-1 0 0 0 0,1 0 0 0 0,0 1 0 0 0,-1-1 0 0 0,1 0 0 0 0,0 0 0 0 0,0 0 0 0 0,-1 0-1 0 0,1 0 1 0 0,0-1 0 0 0,1 0-21 0 0,0-1 0 0 0,0 1-1 0 0,0-1 1 0 0,0 0 0 0 0,0 1 0 0 0,-1-1-1 0 0,1 0 1 0 0,-1 0 0 0 0,1-1 0 0 0,-1 1-1 0 0,0 0 1 0 0,0 0 0 0 0,0-1 0 0 0,1-2-1 0 0,9-40 41 0 0,-8 27 111 0 0,4-9-126 0 0,0 0 0 0 0,2 1 0 0 0,1 0 0 0 0,23-43 0 0 0,27-49 5 0 0,5-10 68 0 0,-55 112-103 0 0,1-4-6 0 0,21-27-1 0 0,-32 46-69 0 0,9 6-254 0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7:48.492"/>
    </inkml:context>
    <inkml:brush xml:id="br0">
      <inkml:brushProperty name="width" value="0.1" units="cm"/>
      <inkml:brushProperty name="height" value="0.1" units="cm"/>
      <inkml:brushProperty name="color" value="#FFFFFF"/>
    </inkml:brush>
  </inkml:definitions>
  <inkml:trace contextRef="#ctx0" brushRef="#br0">1165 1 2015 0 0,'-2'1'147'0'0,"-12"5"-130"0"0,4-2 162 0 0,0 0 0 0 0,0-1 0 0 0,-14 4 0 0 0,4-3 288 0 0,-37 14-1 0 0,14-4-231 0 0,31-10-169 0 0,-1 2-1 0 0,1 0 0 0 0,1 0 0 0 0,-1 1 0 0 0,-14 11 0 0 0,10-7 16 0 0,-21 12-1 0 0,16-12 22 0 0,0 2-1 0 0,1 0 0 0 0,-29 25 0 0 0,-46 54 262 0 0,83-80-363 0 0,-20 15 0 0 0,1-1 0 0 0,-1 1 0 0 0,-11 12 0 0 0,-39 35 0 0 0,22-23 0 0 0,-93 86 75 0 0,130-117-46 0 0,-27 17-1 0 0,-16 14-32 0 0,64-49 5 0 0,0-1 0 0 0,0 1 0 0 0,1 0 0 0 0,-1-1 0 0 0,0 0 0 0 0,0 1 0 0 0,0-1 0 0 0,0 0 0 0 0,-5 2 0 0 0,1 2-308 0 0,3-3-969 0 0,-10 0-415 0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7:48.694"/>
    </inkml:context>
    <inkml:brush xml:id="br0">
      <inkml:brushProperty name="width" value="0.1" units="cm"/>
      <inkml:brushProperty name="height" value="0.1" units="cm"/>
      <inkml:brushProperty name="color" value="#FFFFFF"/>
    </inkml:brush>
  </inkml:definitions>
  <inkml:trace contextRef="#ctx0" brushRef="#br0">0 1 1951 0 0,'0'0'368'0'0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7:49.162"/>
    </inkml:context>
    <inkml:brush xml:id="br0">
      <inkml:brushProperty name="width" value="0.1" units="cm"/>
      <inkml:brushProperty name="height" value="0.1" units="cm"/>
      <inkml:brushProperty name="color" value="#FFFFFF"/>
    </inkml:brush>
  </inkml:definitions>
  <inkml:trace contextRef="#ctx0" brushRef="#br0">281 1 3767 0 0,'0'0'291'0'0,"-2"1"-128"0"0,-5 6 174 0 0,0 1 0 0 0,0 0 0 0 0,1 0 0 0 0,0 0 0 0 0,0 1 1 0 0,1 0-1 0 0,-6 15 0 0 0,-10 13 216 0 0,-16 17-18 0 0,-2-2-1 0 0,-55 55 0 0 0,62-74 607 0 0,47-30-933 0 0,-8-2-124 0 0,0 0 0 0 0,0 0 0 0 0,13-1-1 0 0,11 1 198 0 0,11 1 57 0 0,-30-2-224 0 0,0 1 0 0 0,12 1 0 0 0,-5 1 28 0 0,-15-3-116 0 0,1 0 0 0 0,0 1 1 0 0,-1 0-1 0 0,1 0 0 0 0,-1 0 0 0 0,1 0 1 0 0,-1 1-1 0 0,0 0 0 0 0,1 0 1 0 0,-1 0-1 0 0,0 0 0 0 0,0 1 0 0 0,3 2 1 0 0,-5-3 18 0 0,2 4 26 0 0,-3 9 42 0 0,-1-15-109 0 0,0 1 1 0 0,0 0-1 0 0,-1 0 1 0 0,1-1-1 0 0,0 1 0 0 0,-1 0 1 0 0,1-1-1 0 0,0 1 0 0 0,-1 0 1 0 0,1-1-1 0 0,-1 1 1 0 0,1 0-1 0 0,-1-1 0 0 0,1 1 1 0 0,-1-1-1 0 0,1 1 0 0 0,-2 0 1 0 0,0 0 7 0 0,1 1-280 0 0,-5 5 679 0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7:50.695"/>
    </inkml:context>
    <inkml:brush xml:id="br0">
      <inkml:brushProperty name="width" value="0.1" units="cm"/>
      <inkml:brushProperty name="height" value="0.1" units="cm"/>
      <inkml:brushProperty name="color" value="#FFFFFF"/>
    </inkml:brush>
  </inkml:definitions>
  <inkml:trace contextRef="#ctx0" brushRef="#br0">13 1 4111 0 0,'0'0'1547'0'0,"1"2"-940"0"0,6 11 4 0 0,-4-6-400 0 0,1-1 0 0 0,-1 0 1 0 0,0 1-1 0 0,-1-1 1 0 0,1 1-1 0 0,1 9 0 0 0,-1 16 525 0 0,-1 1 1 0 0,-5 63-1 0 0,-18 62 546 0 0,0-9-713 0 0,19-69-238 0 0,2-69-278 0 0,0-9-311 0 0,2 16 604 0 0,8 0-8194 0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7:51.678"/>
    </inkml:context>
    <inkml:brush xml:id="br0">
      <inkml:brushProperty name="width" value="0.1" units="cm"/>
      <inkml:brushProperty name="height" value="0.1" units="cm"/>
      <inkml:brushProperty name="color" value="#FFFFFF"/>
    </inkml:brush>
  </inkml:definitions>
  <inkml:trace contextRef="#ctx0" brushRef="#br0">971 555 4951 0 0,'0'0'1426'0'0,"-1"3"-938"0"0,-6 12 160 0 0,0 0 1 0 0,-5 19-1 0 0,0 5-163 0 0,6-22-393 0 0,-16 28 116 0 0,13-23-194 0 0,4-18-12 0 0,1-2 5 0 0,-11 13 60 0 0,12-11-47 0 0,-1-1 0 0 0,0 1 1 0 0,0-1-1 0 0,0 0 0 0 0,0 1 0 0 0,-8 3 0 0 0,3-1 24 0 0,6-4-41 0 0,-1 1 1 0 0,0-1 0 0 0,1 1-1 0 0,-1-1 1 0 0,0-1 0 0 0,-7 4-1 0 0,-19 5-3 0 0,17-9 14 0 0,9-1 1 0 0,1-1 1 0 0,0 1 0 0 0,0-1-1 0 0,0 0 1 0 0,0 0 0 0 0,0 0 0 0 0,0-1-1 0 0,0 1 1 0 0,1 0 0 0 0,-1-1-1 0 0,0 0 1 0 0,1 0 0 0 0,-1 0 0 0 0,1 0-1 0 0,-1 0 1 0 0,1 0 0 0 0,-4-6-1 0 0,0-2 62 0 0,0 0 0 0 0,0-1 0 0 0,-6-17 0 0 0,7 17-59 0 0,0 0 1 0 0,-11-18 0 0 0,14 25-10 0 0,-11-16 48 0 0,11 19-56 0 0,1-1 0 0 0,0 1 0 0 0,-1 0 0 0 0,1 0 0 0 0,-1 0 1 0 0,1 0-1 0 0,-1 0 0 0 0,-1-1 0 0 0,-3-1-1 0 0,-8-4 0 0 0,8 8 0 0 0,0 0 0 0 0,0 0 0 0 0,1 0 0 0 0,-12 4 0 0 0,5-1 0 0 0,3 0 0 0 0,0 0 0 0 0,1 0 0 0 0,-1 1 0 0 0,1 0 0 0 0,1 0 0 0 0,-1 1 0 0 0,-9 9 0 0 0,-23 16 0 0 0,35-28 1 0 0,-11 9 0 0 0,1-1 8 0 0,13-9 44 0 0,3-7-34 0 0,0 0 0 0 0,0 0-1 0 0,1 0 1 0 0,-1 1-1 0 0,3-6 1 0 0,1-2-3 0 0,-5 12-16 0 0,4-12 0 0 0,0 1 0 0 0,1 0 0 0 0,0 0 0 0 0,0 0 0 0 0,10-12 0 0 0,-7 12 0 0 0,1 0 0 0 0,0 1 0 0 0,1-1 0 0 0,0 2 0 0 0,1 0 0 0 0,0 0 0 0 0,1 1 0 0 0,0 0 0 0 0,21-10 0 0 0,-32 17 0 0 0,1 0 0 0 0,0 0 0 0 0,0 1 0 0 0,0-1 0 0 0,0 1 0 0 0,1 0 0 0 0,-1-1 0 0 0,0 1 0 0 0,0 0 0 0 0,0 0 0 0 0,0 0 0 0 0,0 1 0 0 0,4 0 0 0 0,15 5 11 0 0,-18-3 12 0 0,0 0-3 0 0,4 6-10 0 0,-5-4-10 0 0,-1 0 0 0 0,0 0 0 0 0,-1 1 0 0 0,1-1 0 0 0,-1 0 0 0 0,0 1 0 0 0,0-1 0 0 0,-1 1 0 0 0,1-1 0 0 0,-1 0 0 0 0,0 0 0 0 0,-1 1 0 0 0,1-1 0 0 0,-1 0 0 0 0,0 0 0 0 0,-5 8 0 0 0,-4 5 0 0 0,0 0 0 0 0,-2 0 0 0 0,0-2 0 0 0,-1 1 0 0 0,0-2 0 0 0,-2 0 0 0 0,1 0 0 0 0,-2-2 0 0 0,-19 13 0 0 0,11-12 30 0 0,14-11 19 0 0,3-2-32 0 0,-5 0-17 0 0,11-1 2 0 0,0-1-1 0 0,0 1 1 0 0,0-1-1 0 0,0 1 0 0 0,1-1 1 0 0,-1 0-1 0 0,0 0 1 0 0,0 0-1 0 0,1 0 1 0 0,-1 0-1 0 0,0 0 0 0 0,1 0 1 0 0,-1-1-1 0 0,1 1 1 0 0,0-1-1 0 0,-1 1 0 0 0,1-1 1 0 0,0 1-1 0 0,0-1 1 0 0,0 0-1 0 0,0 1 1 0 0,0-1-1 0 0,-1-3 0 0 0,-1-4 22 0 0,0-1 0 0 0,0 0 0 0 0,-2-14 0 0 0,1 3-2 0 0,0 4 33 0 0,-2-27 1 0 0,-4-26-31 0 0,10 70-24 0 0,0 0 0 0 0,0-1 0 0 0,0 1 0 0 0,0-1 0 0 0,0 1 0 0 0,0 0 0 0 0,0-1 0 0 0,0 1 0 0 0,0-1 0 0 0,-1 1 0 0 0,1 0 0 0 0,0-1 0 0 0,0 1 0 0 0,0 0 0 0 0,0-1 0 0 0,-1 1 0 0 0,1 0 0 0 0,0-1 0 0 0,0 1 0 0 0,-1 0 0 0 0,1-1 0 0 0,0 1 0 0 0,-1 0 0 0 0,-1-1 0 0 0,-1 3 0 0 0,-11 16 0 0 0,12-17 0 0 0,-12 20 46 0 0,12-17-24 0 0,-1 1 0 0 0,0-1-1 0 0,0 0 1 0 0,-1 0 0 0 0,-4 5-1 0 0,-8 8 56 0 0,14-14-69 0 0,0 0 0 0 0,-1 0 1 0 0,1 0-1 0 0,-1 0 0 0 0,0-1 0 0 0,-4 4 0 0 0,0-1 1 0 0,5-3-9 0 0,0 0 0 0 0,0-1 0 0 0,-1 0 0 0 0,1 1 0 0 0,-1-1 1 0 0,1 0-1 0 0,-1 0 0 0 0,1 0 0 0 0,-1-1 0 0 0,0 1 0 0 0,-4 0 0 0 0,0 1 0 0 0,0-1 0 0 0,0 0 0 0 0,0-1 0 0 0,0 1 0 0 0,0-1 0 0 0,0-1 0 0 0,-1 1 0 0 0,1-1 0 0 0,0 0 0 0 0,0-1 0 0 0,1 0 0 0 0,-11-3 0 0 0,4-3 0 0 0,8 4 21 0 0,1 0 0 0 0,-1 1 1 0 0,1-2-1 0 0,0 1 0 0 0,0 0 0 0 0,0-1 0 0 0,0 0 0 0 0,1 0 0 0 0,0 0 0 0 0,0 0 0 0 0,0 0 0 0 0,1-1 0 0 0,0 1 0 0 0,-3-8 0 0 0,0-9 17 0 0,1-1 0 0 0,1 1 0 0 0,0-1 0 0 0,2 0-1 0 0,2-36 1 0 0,22-114 164 0 0,-16 130-144 0 0,-1 5 19 0 0,-2 17 16 0 0,0 0 0 0 0,-2 0 0 0 0,0-29 0 0 0,-2 25 2 0 0,0 18-47 0 0,0 1-1 0 0,0 0 1 0 0,0-1 0 0 0,-1 1-1 0 0,0 0 1 0 0,0-1 0 0 0,-1 1 0 0 0,-3-9-1 0 0,5 13 549 0 0,33 5-5638 0 0,-11 2 1200 0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7:51.852"/>
    </inkml:context>
    <inkml:brush xml:id="br0">
      <inkml:brushProperty name="width" value="0.1" units="cm"/>
      <inkml:brushProperty name="height" value="0.1" units="cm"/>
      <inkml:brushProperty name="color" value="#FFFFFF"/>
    </inkml:brush>
  </inkml:definitions>
  <inkml:trace contextRef="#ctx0" brushRef="#br0">1 6 4031 0 0,'27'10'424'0'0,"-14"-13"-424"0"0,2 3 0 0 0,5 3 528 0 0,0-1 88 0 0,0-9 24 0 0,0 4 0 0 0,-3 3-376 0 0,1 0-72 0 0,-1-5-8 0 0,1 3-2168 0 0,2 4-424 0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7:52.479"/>
    </inkml:context>
    <inkml:brush xml:id="br0">
      <inkml:brushProperty name="width" value="0.1" units="cm"/>
      <inkml:brushProperty name="height" value="0.1" units="cm"/>
      <inkml:brushProperty name="color" value="#FFFFFF"/>
    </inkml:brush>
  </inkml:definitions>
  <inkml:trace contextRef="#ctx0" brushRef="#br0">463 1 3335 0 0,'0'0'258'0'0,"2"1"-42"0"0,13 5 2216 0 0,-14-3-1592 0 0,2 11-497 0 0,0 1 0 0 0,-1 0 0 0 0,-1 0 0 0 0,0 0 1 0 0,-2 19-1 0 0,1 15 84 0 0,11 141 655 0 0,2 117 440 0 0,-14-265-1391 0 0,-1 0-1 0 0,-2 0 1 0 0,-3 0-1 0 0,-14 53 0 0 0,10-60-76 0 0,-3-1 0 0 0,0 0 0 0 0,-3-1 1 0 0,0 0-1 0 0,-2-1 0 0 0,-1-1 0 0 0,-2-1 0 0 0,-1-1 0 0 0,-1-2 0 0 0,-29 27 0 0 0,49-50-44 0 0,-1 0 0 0 0,0 0-1 0 0,1-1 1 0 0,-2 1 0 0 0,1-1 0 0 0,0 0-1 0 0,0-1 1 0 0,-1 1 0 0 0,0-1 0 0 0,1 0-1 0 0,-1 0 1 0 0,0-1 0 0 0,0 0 0 0 0,0 0 0 0 0,-8 0-1 0 0,9-1 17 0 0,0 0-1 0 0,0-1 0 0 0,0 0 0 0 0,0 0 1 0 0,0 0-1 0 0,0-1 0 0 0,0 1 0 0 0,0-1 0 0 0,0 0 1 0 0,0-1-1 0 0,1 1 0 0 0,-1-1 0 0 0,1 0 1 0 0,0 0-1 0 0,0 0 0 0 0,0-1 0 0 0,-6-6 1 0 0,4 2 45 0 0,0 0 1 0 0,1 0-1 0 0,0-1 1 0 0,0 1-1 0 0,1-1 1 0 0,0 0-1 0 0,-5-16 1 0 0,5 8 31 0 0,0 0 0 0 0,0 0 1 0 0,0-26-1 0 0,3 14-69 0 0,2 0-1 0 0,1-1 1 0 0,2 1 0 0 0,0 0-1 0 0,2 1 1 0 0,17-50 0 0 0,-5 30 23 0 0,2 1 1 0 0,52-87 0 0 0,-54 105-2179 0 0,42-49 0 0 0,-20 34-2677 0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7:53.107"/>
    </inkml:context>
    <inkml:brush xml:id="br0">
      <inkml:brushProperty name="width" value="0.1" units="cm"/>
      <inkml:brushProperty name="height" value="0.1" units="cm"/>
      <inkml:brushProperty name="color" value="#FFFFFF"/>
    </inkml:brush>
  </inkml:definitions>
  <inkml:trace contextRef="#ctx0" brushRef="#br0">531 49 2935 0 0,'3'2'214'0'0,"10"17"721"0"0,0 0 0 0 0,13 27 0 0 0,2 3 22 0 0,-19-31-676 0 0,-7-13-217 0 0,1 0 0 0 0,-1 0 0 0 0,1-1 0 0 0,0 1 0 0 0,0-1 0 0 0,1 1-1 0 0,6 5 1 0 0,-10-10-58 0 0,1 0 0 0 0,-1 0 0 0 0,0-1 0 0 0,1 1 0 0 0,-1 0-1 0 0,0 0 1 0 0,1-1 0 0 0,-1 1 0 0 0,0 0 0 0 0,1 0 0 0 0,-1-1 0 0 0,0 1-1 0 0,0 0 1 0 0,1-1 0 0 0,-1 1 0 0 0,0-1 0 0 0,0 1 0 0 0,0 0-1 0 0,1-1 1 0 0,-1 1 0 0 0,0-1 0 0 0,0 1-3 0 0,2-5 61 0 0,0-1 0 0 0,0 1 0 0 0,-1 0 0 0 0,1-1 0 0 0,-1 1 0 0 0,0-1 0 0 0,-1 1 0 0 0,1-1 0 0 0,-1 1 0 0 0,-1-1 0 0 0,1 0 0 0 0,-1 1 0 0 0,1-1 0 0 0,-2 1-1 0 0,1 0 1 0 0,-1-1 0 0 0,1 1 0 0 0,-1 0 0 0 0,-1 0 0 0 0,1 0 0 0 0,-5-6 0 0 0,-7-13 634 0 0,11 18-480 0 0,0 0 0 0 0,-1 0 0 0 0,0 0 0 0 0,0 0 0 0 0,-5-5 0 0 0,7 10-199 0 0,1 0-1 0 0,0 0 1 0 0,-1 0-1 0 0,1 0 1 0 0,-1 0-1 0 0,1 0 1 0 0,-1 0-1 0 0,0 0 1 0 0,1 1-1 0 0,-1-1 1 0 0,0 0-1 0 0,0 1 1 0 0,1 0-1 0 0,-1-1 1 0 0,0 1 0 0 0,0 0-1 0 0,0 0 1 0 0,0 0-1 0 0,1 0 1 0 0,-1 0-1 0 0,0 1 1 0 0,0-1-1 0 0,-3 1 1 0 0,1 1 18 0 0,-1 0 1 0 0,1 0-1 0 0,0 0 1 0 0,0 1 0 0 0,0-1-1 0 0,0 1 1 0 0,0 0-1 0 0,0 0 1 0 0,1 0 0 0 0,0 1-1 0 0,-5 5 1 0 0,-16 15 113 0 0,-26 24 20 0 0,36-32-79 0 0,-25 19 1 0 0,33-30-65 0 0,0-1 0 0 0,0 0 1 0 0,-1 0-1 0 0,1-1 1 0 0,-1 1-1 0 0,0-2 0 0 0,0 1 1 0 0,-8 2-1 0 0,5-3-13 0 0,6-1-8 0 0,0 0-1 0 0,-1 0 1 0 0,1 0-1 0 0,-1 0 1 0 0,1-1-1 0 0,-1 1 1 0 0,1-1-1 0 0,-1 0 1 0 0,1-1-1 0 0,-1 1 1 0 0,-6-2-1 0 0,4-1 14 0 0,0 1 0 0 0,0-1 0 0 0,1 0 0 0 0,-1 0 0 0 0,1 0 0 0 0,0-1-1 0 0,0 0 1 0 0,0 0 0 0 0,0-1 0 0 0,-5-6 0 0 0,5 4 31 0 0,1 0 0 0 0,-1 0 0 0 0,1-1 1 0 0,1 0-1 0 0,-7-15 0 0 0,-12-44 315 0 0,15 41-180 0 0,7 16-124 0 0,0 6-27 0 0,1 1-1 0 0,-1 0 1 0 0,0 0 0 0 0,0 0-1 0 0,0 0 1 0 0,0 0 0 0 0,0 0 0 0 0,-2-2-1 0 0,3 9-26 0 0,0 0 0 0 0,0 1 0 0 0,0-1 0 0 0,0 0 0 0 0,-1 1 0 0 0,-2 6 0 0 0,3-6-4 0 0,-3 11 3 0 0,-1 7 11 0 0,-1 0-1 0 0,0-1 0 0 0,-2 0 0 0 0,-13 30 1 0 0,5-19 66 0 0,-3 5-136 0 0,4-15-3832 0 0</inkml:trace>
</inkml:ink>
</file>

<file path=ppt/ink/ink1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7:53.438"/>
    </inkml:context>
    <inkml:brush xml:id="br0">
      <inkml:brushProperty name="width" value="0.1" units="cm"/>
      <inkml:brushProperty name="height" value="0.1" units="cm"/>
      <inkml:brushProperty name="color" value="#FFFFFF"/>
    </inkml:brush>
  </inkml:definitions>
  <inkml:trace contextRef="#ctx0" brushRef="#br0">0 0 5327 0 0,'0'0'410'0'0,"1"3"-268"0"0,5 32 750 0 0,-2 0 0 0 0,1 56 0 0 0,0 100 681 0 0,0-122-1110 0 0,-8 108 0 0 0,-7-87 21 0 0,0-7-3880 0 0,7-59-115 0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7:53.674"/>
    </inkml:context>
    <inkml:brush xml:id="br0">
      <inkml:brushProperty name="width" value="0.1" units="cm"/>
      <inkml:brushProperty name="height" value="0.1" units="cm"/>
      <inkml:brushProperty name="color" value="#FFFFFF"/>
    </inkml:brush>
  </inkml:definitions>
  <inkml:trace contextRef="#ctx0" brushRef="#br0">211 18 3599 0 0,'5'-3'133'0'0,"-3"1"-24"0"0,1 0 0 0 0,-1 1 0 0 0,1-1 0 0 0,0 1 0 0 0,-1-1 0 0 0,1 1 0 0 0,0 0 0 0 0,0 0 0 0 0,0 1 0 0 0,3-2 0 0 0,-5 2 9 0 0,0 0-1 0 0,0 1 0 0 0,0-1 0 0 0,-1 0 0 0 0,1 0 0 0 0,0 0 0 0 0,0 1 0 0 0,0-1 0 0 0,-1 0 1 0 0,1 1-1 0 0,0-1 0 0 0,-1 0 0 0 0,1 1 0 0 0,0-1 0 0 0,-1 1 0 0 0,1-1 0 0 0,0 1 0 0 0,-1 0 1 0 0,1-1-1 0 0,-1 1 0 0 0,1 0 0 0 0,-1-1 0 0 0,1 1 0 0 0,-1 0 0 0 0,0-1 0 0 0,1 1 0 0 0,-1 0 1 0 0,0 0-1 0 0,1 0 0 0 0,-1-1 0 0 0,0 1 0 0 0,0 0 0 0 0,0 0 0 0 0,0 0 0 0 0,0 0 0 0 0,0 5 178 0 0,0-1-1 0 0,0 0 0 0 0,0 1 0 0 0,-2 5 0 0 0,2-8-194 0 0,-5 18 149 0 0,-1-1 0 0 0,0 1-1 0 0,-2-2 1 0 0,0 1 0 0 0,-1-1 0 0 0,-1 0 0 0 0,-18 26 0 0 0,-27 26 22 0 0,12-17-364 0 0,33-40-262 0 0,-23 20 0 0 0,7-7-2815 0 0,8-4-702 0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7:54.547"/>
    </inkml:context>
    <inkml:brush xml:id="br0">
      <inkml:brushProperty name="width" value="0.1" units="cm"/>
      <inkml:brushProperty name="height" value="0.1" units="cm"/>
      <inkml:brushProperty name="color" value="#FFFFFF"/>
    </inkml:brush>
  </inkml:definitions>
  <inkml:trace contextRef="#ctx0" brushRef="#br0">1565 0 4255 0 0,'0'0'535'0'0,"-1"3"-55"0"0,-8 11 230 0 0,0-2 0 0 0,-1 1 0 0 0,-17 15 0 0 0,-19 30 1245 0 0,29-41-1260 0 0,-1 1 16 0 0,-33 27 0 0 0,-50 23 330 0 0,38-26-546 0 0,-42 17 114 0 0,61-36-443 0 0,8-6 41 0 0,-68 22 1 0 0,58-23-85 0 0,11-4-31 0 0,-1-2-1 0 0,1-2 1 0 0,-1-1-1 0 0,0-2 0 0 0,-1-1 1 0 0,-48-1-1 0 0,56-4-42 0 0,10 2 22 0 0,1-2-1 0 0,-1 0 1 0 0,1-1-1 0 0,0-1 1 0 0,-30-8-1 0 0,37 8-19 0 0,0-1 0 0 0,0 0-1 0 0,1-1 1 0 0,0 0 0 0 0,0-1-1 0 0,0 0 1 0 0,0 0 0 0 0,-15-15-1 0 0,21 18-41 0 0,0-1 1 0 0,1 0-1 0 0,-1-1 0 0 0,1 1 0 0 0,0 0 0 0 0,0-1 0 0 0,0 0 1 0 0,1 0-1 0 0,0 1 0 0 0,0-2 0 0 0,-1-4 0 0 0,2 7-6 0 0,1 0-1 0 0,-1 0 1 0 0,1 0-1 0 0,0 0 1 0 0,0 0-1 0 0,1 0 1 0 0,-1 1-1 0 0,1-1 1 0 0,-1 0-1 0 0,1 0 1 0 0,0 0 0 0 0,0 0-1 0 0,0 1 1 0 0,0-1-1 0 0,1 0 1 0 0,-1 1-1 0 0,1-1 1 0 0,0 1-1 0 0,-1 0 1 0 0,1-1-1 0 0,0 1 1 0 0,3-2-1 0 0,0-1-2 0 0,0 1 0 0 0,1-1 0 0 0,0 1 0 0 0,0 0 0 0 0,0 1 0 0 0,0-1 0 0 0,1 1 0 0 0,-1 1 0 0 0,1-1 0 0 0,0 1 0 0 0,0 0 0 0 0,7-1 0 0 0,-9 2 0 0 0,0 1 0 0 0,0-1 0 0 0,0 1 0 0 0,0 0 0 0 0,0 0 0 0 0,-1 1 0 0 0,1-1 0 0 0,0 1 0 0 0,0 0 0 0 0,0 1 0 0 0,-1-1 0 0 0,1 1 0 0 0,0 0 0 0 0,-1 0 0 0 0,0 0 0 0 0,1 1 0 0 0,-1-1 0 0 0,6 6 0 0 0,-9-6 0 0 0,1-1 0 0 0,-1 0 0 0 0,0 1 0 0 0,0-1 0 0 0,0 1 0 0 0,0 0 0 0 0,0-1 0 0 0,0 1 0 0 0,0 0 0 0 0,-1 0 0 0 0,1-1 0 0 0,-1 1 0 0 0,1 0 0 0 0,-1 0 0 0 0,0 0 0 0 0,0 0 0 0 0,1 0 0 0 0,-1-1 0 0 0,0 1 0 0 0,-1 0 0 0 0,1 0 0 0 0,0 0 0 0 0,-1 0 0 0 0,0 2 0 0 0,-2 5 0 0 0,0-1 0 0 0,-1 1 0 0 0,-8 14 0 0 0,8-14 0 0 0,-12 15 0 0 0,0-1 0 0 0,-1 0 0 0 0,-34 34 0 0 0,11-14 0 0 0,7-5-252 0 0,-45 38 0 0 0,60-61 60 0 0,0 0 1 0 0,-2-1-1 0 0,0-1 0 0 0,-35 18 1 0 0,18-18-1446 0 0,13-8-2465 0 0,12-5-41 0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7:54.796"/>
    </inkml:context>
    <inkml:brush xml:id="br0">
      <inkml:brushProperty name="width" value="0.1" units="cm"/>
      <inkml:brushProperty name="height" value="0.1" units="cm"/>
      <inkml:brushProperty name="color" value="#FFFFFF"/>
    </inkml:brush>
  </inkml:definitions>
  <inkml:trace contextRef="#ctx0" brushRef="#br0">1 280 5727 0 0,'2'0'443'0'0,"10"-2"-179"0"0,-1 0-1 0 0,0-1 1 0 0,1 0 0 0 0,-2-1-1 0 0,1 0 1 0 0,0-1 0 0 0,19-12-1 0 0,-21 11 0 0 0,22-14 584 0 0,0-1-1 0 0,-2-1 0 0 0,43-44 0 0 0,-70 64-796 0 0,1-1-1 0 0,-1 0 0 0 0,0 0 0 0 0,-1 0 0 0 0,1 0 1 0 0,0-1-1 0 0,-1 1 0 0 0,0 0 0 0 0,0-1 1 0 0,0 1-1 0 0,1-5 0 0 0,-2 6-25 0 0,0 1-1 0 0,-1-1 1 0 0,1 1 0 0 0,0 0 0 0 0,-1-1-1 0 0,1 1 1 0 0,-1-1 0 0 0,1 1 0 0 0,-1 0-1 0 0,0-1 1 0 0,1 1 0 0 0,-1 0 0 0 0,0 0-1 0 0,0 0 1 0 0,0-1 0 0 0,0 1-1 0 0,0 0 1 0 0,0 0 0 0 0,-2-1 0 0 0,-5-2 63 0 0,1 0 0 0 0,0 1 0 0 0,-1 0 1 0 0,0 0-1 0 0,1 1 0 0 0,-1 0 0 0 0,0 0 1 0 0,-16-1-1 0 0,9 1 30 0 0,1-1-26 0 0,-17-2-632 0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7:55.172"/>
    </inkml:context>
    <inkml:brush xml:id="br0">
      <inkml:brushProperty name="width" value="0.1" units="cm"/>
      <inkml:brushProperty name="height" value="0.1" units="cm"/>
      <inkml:brushProperty name="color" value="#FFFFFF"/>
    </inkml:brush>
  </inkml:definitions>
  <inkml:trace contextRef="#ctx0" brushRef="#br0">1038 268 3423 0 0,'0'0'264'0'0,"-1"2"-170"0"0,-2 6-155 0 0,1-2 344 0 0,0-1 0 0 0,-1 1 0 0 0,1-1 1 0 0,-1 1-1 0 0,0-1 0 0 0,-1 0 0 0 0,-6 8 0 0 0,-6 6 764 0 0,13-16-922 0 0,0 1 1 0 0,0 0-1 0 0,0-1 0 0 0,0 0 0 0 0,-1 0 1 0 0,1 0-1 0 0,-1 0 0 0 0,-6 3 0 0 0,-18 9 518 0 0,15-7-76 0 0,-1-2 0 0 0,-27 11 0 0 0,8-7 57 0 0,-1-2 0 0 0,-41 4 0 0 0,30-6-255 0 0,-98 9 699 0 0,110-13-779 0 0,0-2-1 0 0,-44-4 1 0 0,35-2 44 0 0,1 0 0 0 0,-48-16 1 0 0,77 19-282 0 0,-1-2 0 0 0,1 0 0 0 0,0 0 0 0 0,0-1 0 0 0,0-1 0 0 0,1 1 1 0 0,0-2-1 0 0,1 0 0 0 0,-1 0 0 0 0,1-1 0 0 0,-9-11 0 0 0,13 12-52 0 0,0-1 0 0 0,0 0 0 0 0,1 0 0 0 0,1-1 0 0 0,0 1 1 0 0,-5-15-1 0 0,2-1-47 0 0,-6-35 1 0 0,10 40-145 0 0,1 0 0 0 0,1-24 0 0 0,3-13-3882 0 0,3 10-901 0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7:55.282"/>
    </inkml:context>
    <inkml:brush xml:id="br0">
      <inkml:brushProperty name="width" value="0.1" units="cm"/>
      <inkml:brushProperty name="height" value="0.1" units="cm"/>
      <inkml:brushProperty name="color" value="#FFFFFF"/>
    </inkml:brush>
  </inkml:definitions>
  <inkml:trace contextRef="#ctx0" brushRef="#br0">1 58 2015 0 0,'60'-3'176'0'0,"-33"-2"-176"0"0,18-7 0 0 0,3 2 0 0 0,-8 7 328 0 0,5-2 32 0 0,0-5 8 0 0,0 3 0 0 0,0 4-240 0 0</inkml:trace>
</inkml:ink>
</file>

<file path=ppt/ink/ink1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7:56.250"/>
    </inkml:context>
    <inkml:brush xml:id="br0">
      <inkml:brushProperty name="width" value="0.1" units="cm"/>
      <inkml:brushProperty name="height" value="0.1" units="cm"/>
      <inkml:brushProperty name="color" value="#FFFFFF"/>
    </inkml:brush>
  </inkml:definitions>
  <inkml:trace contextRef="#ctx0" brushRef="#br0">425 0 5783 0 0,'0'0'444'0'0,"2"1"-220"0"0,34 13 1116 0 0,-36-14-1315 0 0,0 0 0 0 0,1 0 0 0 0,-1 1-1 0 0,0-1 1 0 0,1 0 0 0 0,-1 0 0 0 0,0 1-1 0 0,0-1 1 0 0,1 0 0 0 0,-1 1 0 0 0,0-1 0 0 0,0 0-1 0 0,0 1 1 0 0,1-1 0 0 0,-1 1 0 0 0,0-1-1 0 0,0 0 1 0 0,0 1 0 0 0,0-1 0 0 0,0 1-1 0 0,0-1 1 0 0,0 0 0 0 0,0 1 0 0 0,0-1-1 0 0,0 1 1 0 0,0-1 0 0 0,0 1 0 0 0,0 0 60 0 0,1 10 30 0 0,0 0 1 0 0,-1 0-1 0 0,-1 0 0 0 0,0 0 0 0 0,0 0 1 0 0,-1 0-1 0 0,0-1 0 0 0,-1 1 1 0 0,0-1-1 0 0,-1 1 0 0 0,0-1 0 0 0,0 0 1 0 0,-1-1-1 0 0,-9 14 0 0 0,-48 52 158 0 0,51-65-236 0 0,1 1 0 0 0,-2-2 0 0 0,1 0 0 0 0,-20 12 0 0 0,25-18-11 0 0,0 0 0 0 0,0-1 0 0 0,-1 0 1 0 0,1 0-1 0 0,-11 2 0 0 0,16-4-16 0 0,0-1 1 0 0,-1 1-1 0 0,1 0 0 0 0,0 0 1 0 0,0-1-1 0 0,0 1 0 0 0,-1 0 1 0 0,1-1-1 0 0,0 1 0 0 0,0-1 1 0 0,0 0-1 0 0,0 1 0 0 0,0-1 1 0 0,0 0-1 0 0,0 1 0 0 0,0-1 1 0 0,0 0-1 0 0,0 0 0 0 0,0-1 1 0 0,0 1 11 0 0,-1-1 58 0 0,2-1-39 0 0,-1 1 0 0 0,1-1-1 0 0,-1 1 1 0 0,0-1 0 0 0,0 1-1 0 0,0-1 1 0 0,-1-2 0 0 0,-3-7 139 0 0,-3-13 497 0 0,8 23-66 0 0,-2 2-481 0 0,-1 1-108 0 0,0 0 0 0 0,0 0 1 0 0,0 1-1 0 0,1-1 0 0 0,-1 1 0 0 0,0-1 0 0 0,1 1 0 0 0,-1 0 0 0 0,1 0 0 0 0,0 0 0 0 0,0 0 0 0 0,-4 5 0 0 0,-24 37 86 0 0,19-27-56 0 0,-31 35-38 0 0,17-22-15 0 0,4-11-159 0 0,4-4-3425 0 0,7-1-646 0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7:56.424"/>
    </inkml:context>
    <inkml:brush xml:id="br0">
      <inkml:brushProperty name="width" value="0.1" units="cm"/>
      <inkml:brushProperty name="height" value="0.1" units="cm"/>
      <inkml:brushProperty name="color" value="#FFFFFF"/>
    </inkml:brush>
  </inkml:definitions>
  <inkml:trace contextRef="#ctx0" brushRef="#br0">1 0 6271 0 0,'0'0'2504'0'0,"0"15"488"0"0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7:57.178"/>
    </inkml:context>
    <inkml:brush xml:id="br0">
      <inkml:brushProperty name="width" value="0.1" units="cm"/>
      <inkml:brushProperty name="height" value="0.1" units="cm"/>
      <inkml:brushProperty name="color" value="#FFFFFF"/>
    </inkml:brush>
  </inkml:definitions>
  <inkml:trace contextRef="#ctx0" brushRef="#br0">629 1 2847 0 0,'0'0'3900'0'0,"0"4"-3490"0"0,-4 14 210 0 0,-7 28-1 0 0,-1 1-221 0 0,9-36-349 0 0,-1 1 0 0 0,0 0 0 0 0,0-1 0 0 0,-1 0 0 0 0,-1 0 0 0 0,1-1 0 0 0,-2 1 0 0 0,0-1 0 0 0,0 0 0 0 0,-14 14 0 0 0,18-21 8 0 0,0 0 1 0 0,0 1-1 0 0,-1-1 0 0 0,1 0 1 0 0,-8 4-1 0 0,9-6 8 0 0,1 0-1 0 0,-1 0 0 0 0,0-1 0 0 0,0 1 1 0 0,0-1-1 0 0,1 1 0 0 0,-1-1 1 0 0,0 0-1 0 0,0 0 0 0 0,0 1 1 0 0,0-1-1 0 0,0-1 0 0 0,0 1 1 0 0,-3-1-1 0 0,3 1 365 0 0,-1-1-344 0 0,1 0 0 0 0,-1 0 0 0 0,1 0 0 0 0,0-1 0 0 0,-1 1 0 0 0,1-1 0 0 0,0 1 0 0 0,0-1 0 0 0,-2-2 0 0 0,1 2 48 0 0,0-1-26 0 0,0 0 0 0 0,0 0 0 0 0,0 0 0 0 0,1 0 0 0 0,-1 0 0 0 0,-2-5 0 0 0,-1-1 129 0 0,5 7-4 0 0,-10-7 81 0 0,9 6-271 0 0,-8-4 59 0 0,8 6-5 0 0,-1 0-16 0 0,2 0-68 0 0,-3-2-10 0 0,-11 3 54 0 0,11 1-50 0 0,1-1 0 0 0,-1 1 1 0 0,1 0-1 0 0,-1 0 0 0 0,1 0 0 0 0,0 0 1 0 0,-5 3-1 0 0,-30 11 18 0 0,36-14-13 0 0,0 0 0 0 0,0 0 0 0 0,0 0 1 0 0,0-1-1 0 0,0 1 0 0 0,-1-1 0 0 0,1 1 0 0 0,0-1 0 0 0,0 0 0 0 0,-1 0 0 0 0,-3 0 0 0 0,1-1 39 0 0,3 1 23 0 0,-19-12 10 0 0,16 10-45 0 0,1-2-23 0 0,-6-10-15 0 0,6 11 0 0 0,-7-15 16 0 0,9 15-2 0 0,1 1 1 0 0,0 0-1 0 0,0 0 1 0 0,0 0-1 0 0,1 0 1 0 0,-1 0-1 0 0,0 0 1 0 0,1-1-1 0 0,-1 1 1 0 0,1 0-1 0 0,0 0 1 0 0,0-1-1 0 0,0 1 1 0 0,0 0-1 0 0,0 0 1 0 0,0-1-1 0 0,1 1 1 0 0,-1 0-1 0 0,1 0 1 0 0,1-3-1 0 0,-2 3-14 0 0,0 0 0 0 0,0 0 0 0 0,0 1 0 0 0,1-1 0 0 0,-1 0 0 0 0,1 0 0 0 0,-1 0 0 0 0,1 1 0 0 0,0-1 0 0 0,0 0 0 0 0,0 1 0 0 0,0-1 0 0 0,2-2 0 0 0,12-15 0 0 0,-8 8 0 0 0,-1 4 0 0 0,6 7 0 0 0,-8 0 0 0 0,-3 0 0 0 0,1 1 0 0 0,-1-1 0 0 0,1 1 0 0 0,-1-1 0 0 0,0 1 0 0 0,1-1 0 0 0,-1 1 0 0 0,0 0 0 0 0,1 0 0 0 0,-1-1 0 0 0,0 1 0 0 0,0 0 0 0 0,0 0 0 0 0,2 2 0 0 0,0-2 0 0 0,1 2 0 0 0,8 17 0 0 0,-8-13 8 0 0,-1 0-1 0 0,0 1 1 0 0,0-1 0 0 0,0 1-1 0 0,-1-1 1 0 0,0 1 0 0 0,-1 0-1 0 0,0 0 1 0 0,0 0-1 0 0,-1 0 1 0 0,0 11 0 0 0,-1-8 4 0 0,0-1 0 0 0,-1 0 1 0 0,0 1-1 0 0,-1-1 0 0 0,0 0 1 0 0,-1 0-1 0 0,0-1 1 0 0,-6 13-1 0 0,-6 5 35 0 0,-1-1 0 0 0,-1 0 0 0 0,-1-1-1 0 0,-1-2 1 0 0,-27 27 0 0 0,-51 36 67 0 0,93-81-145 0 0,-1 0 1 0 0,1-1 0 0 0,-13 7 0 0 0,4-3-4047 0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7:57.390"/>
    </inkml:context>
    <inkml:brush xml:id="br0">
      <inkml:brushProperty name="width" value="0.1" units="cm"/>
      <inkml:brushProperty name="height" value="0.1" units="cm"/>
      <inkml:brushProperty name="color" value="#FFFFFF"/>
    </inkml:brush>
  </inkml:definitions>
  <inkml:trace contextRef="#ctx0" brushRef="#br0">48 1 4863 0 0,'0'0'375'0'0,"0"2"-118"0"0,-3 7 534 0 0,1 0 0 0 0,-1-1 0 0 0,0 1 0 0 0,-1-1 0 0 0,0 0-1 0 0,0 0 1 0 0,-9 11 0 0 0,12-17-296 0 0,-1-1-350 0 0,-5 4-52 0 0,6-3-171 0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7:57.858"/>
    </inkml:context>
    <inkml:brush xml:id="br0">
      <inkml:brushProperty name="width" value="0.1" units="cm"/>
      <inkml:brushProperty name="height" value="0.1" units="cm"/>
      <inkml:brushProperty name="color" value="#FFFFFF"/>
    </inkml:brush>
  </inkml:definitions>
  <inkml:trace contextRef="#ctx0" brushRef="#br0">275 0 4975 0 0,'0'0'388'0'0,"0"3"-254"0"0,-7 29 437 0 0,-1-1 0 0 0,-2 0 0 0 0,-1-1 0 0 0,-1 0 1 0 0,-1 0-1 0 0,-2-2 0 0 0,-29 44 0 0 0,30-54-312 0 0,-28 29 0 0 0,16-18-109 0 0,-29 23-2975 0 0,37-37-565 0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7:58.174"/>
    </inkml:context>
    <inkml:brush xml:id="br0">
      <inkml:brushProperty name="width" value="0.1" units="cm"/>
      <inkml:brushProperty name="height" value="0.1" units="cm"/>
      <inkml:brushProperty name="color" value="#FFFFFF"/>
    </inkml:brush>
  </inkml:definitions>
  <inkml:trace contextRef="#ctx0" brushRef="#br0">60 1 1951 0 0,'0'0'1171'0'0,"0"3"-64"0"0,2 6-754 0 0,-1 0 1 0 0,1 0 0 0 0,0-1 0 0 0,1 1-1 0 0,0-1 1 0 0,1 1 0 0 0,-1-1 0 0 0,2 0-1 0 0,5 10 1 0 0,92 109 2029 0 0,-97-121-2274 0 0,0 1 0 0 0,0-1 0 0 0,0 1-1 0 0,-1 0 1 0 0,0 0 0 0 0,-1 0 0 0 0,1 0 0 0 0,-1 1 0 0 0,-1-1 0 0 0,1 1 0 0 0,1 13 0 0 0,-3-15-52 0 0,-1 0-1 0 0,0-1 0 0 0,0 1 1 0 0,0 0-1 0 0,-1 0 1 0 0,0 0-1 0 0,0-1 0 0 0,-1 1 1 0 0,1 0-1 0 0,-1-1 1 0 0,0 1-1 0 0,-1-1 1 0 0,1 0-1 0 0,-1 0 0 0 0,0 0 1 0 0,-6 8-1 0 0,-4 1-11 0 0,-1 0 0 0 0,1-1 0 0 0,-2-1 0 0 0,0 0 0 0 0,-1-1 0 0 0,0 0 0 0 0,0-2-1 0 0,-28 13 1 0 0,16-7-3123 0 0,3 5-1104 0 0</inkml:trace>
</inkml:ink>
</file>

<file path=ppt/ink/ink1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7:58.848"/>
    </inkml:context>
    <inkml:brush xml:id="br0">
      <inkml:brushProperty name="width" value="0.1" units="cm"/>
      <inkml:brushProperty name="height" value="0.1" units="cm"/>
      <inkml:brushProperty name="color" value="#FFFFFF"/>
    </inkml:brush>
  </inkml:definitions>
  <inkml:trace contextRef="#ctx0" brushRef="#br0">70 1 4487 0 0,'0'0'4747'0'0,"0"2"-4007"0"0,-5 16 20 0 0,2-1 0 0 0,-3 22 0 0 0,0 0-63 0 0,2-12-265 0 0,0-1-1 0 0,0 46 1 0 0,4 116 180 0 0,-2-147-630 0 0,-2-1-1 0 0,-15 63 0 0 0,9-55-4158 0 0,7-25-393 0 0</inkml:trace>
</inkml:ink>
</file>

<file path=ppt/ink/ink1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7:59.852"/>
    </inkml:context>
    <inkml:brush xml:id="br0">
      <inkml:brushProperty name="width" value="0.1" units="cm"/>
      <inkml:brushProperty name="height" value="0.1" units="cm"/>
      <inkml:brushProperty name="color" value="#FFFFFF"/>
    </inkml:brush>
  </inkml:definitions>
  <inkml:trace contextRef="#ctx0" brushRef="#br0">1271 611 3311 0 0,'0'0'1576'0'0,"3"-6"-770"0"0,4-24 96 0 0,-5 21-690 0 0,-1 1 0 0 0,6-14 0 0 0,15-37 367 0 0,-17 41-488 0 0,2 0 0 0 0,0 0 0 0 0,10-17 0 0 0,-17 35-90 0 0,6-11 33 0 0,1-1 0 0 0,0 2 1 0 0,1-1-1 0 0,0 1 0 0 0,16-16 1 0 0,-22 24-16 0 0,1 0 0 0 0,0 1 0 0 0,0-1 0 0 0,1 0 0 0 0,-1 1-1 0 0,0 0 1 0 0,0 0 0 0 0,6-2 0 0 0,-7 3 77 0 0,5 10 65 0 0,-4-7-126 0 0,0 2-15 0 0,-1 0 0 0 0,0-1 0 0 0,0 1 0 0 0,0 0 0 0 0,-1 0 0 0 0,1 0 0 0 0,-1 1 0 0 0,0-1 0 0 0,-1 0 0 0 0,1 11 0 0 0,-2 6 105 0 0,-4 29-1 0 0,1-25-93 0 0,-6 35 127 0 0,9-54-134 0 0,-1-1 1 0 0,0 1 0 0 0,-1 0 0 0 0,0 0-1 0 0,0-1 1 0 0,-5 9 0 0 0,4-10-9 0 0,0 0 0 0 0,0-1-1 0 0,0 1 1 0 0,0-1 0 0 0,-1 0 0 0 0,0 0-1 0 0,0 0 1 0 0,0 0 0 0 0,0-1 0 0 0,-1 0-1 0 0,1 0 1 0 0,-1-1 0 0 0,0 1 0 0 0,0-1 0 0 0,0-1-1 0 0,0 1 1 0 0,0-1 0 0 0,0 0 0 0 0,0 0-1 0 0,-1-1 1 0 0,1 0 0 0 0,0 0 0 0 0,0 0-1 0 0,0-1 1 0 0,-1 0 0 0 0,1 0 0 0 0,0 0 0 0 0,-7-3-1 0 0,8 2 6 0 0,-1-1-1 0 0,1 1 1 0 0,1-1-1 0 0,-1 1 0 0 0,0-2 1 0 0,0 1-1 0 0,1 0 1 0 0,0-1-1 0 0,0 0 0 0 0,0 0 1 0 0,0 0-1 0 0,1 0 1 0 0,-7-10-1 0 0,5 4-3 0 0,1-1 1 0 0,0 1-1 0 0,0-1 1 0 0,1 0-1 0 0,1 1 1 0 0,0-1-1 0 0,-1-16 1 0 0,2 19 3 0 0,1 6 106 0 0,0 4-62 0 0,-3 8 12 0 0,0-1-1 0 0,-8 18 1 0 0,-4 10 66 0 0,10-25-125 0 0,0-1-1 0 0,0 0 1 0 0,-1 0-1 0 0,0 0 1 0 0,-10 13-1 0 0,4-7 2 0 0,11-15-18 0 0,0-1 0 0 0,-1 1 0 0 0,1-1-1 0 0,0 1 1 0 0,-1-1 0 0 0,1 0 0 0 0,-1 1-1 0 0,1-1 1 0 0,-1 0 0 0 0,0 0 0 0 0,1 0-1 0 0,-1 0 1 0 0,0-1 0 0 0,0 1 0 0 0,-3 1-1 0 0,-8-1 16 0 0,9-2-3 0 0,0 1-1 0 0,0-1 0 0 0,0 0 1 0 0,0 0-1 0 0,0 0 0 0 0,1 0 1 0 0,-1 0-1 0 0,0-1 0 0 0,0 0 0 0 0,1 0 1 0 0,-1 0-1 0 0,1 0 0 0 0,0-1 1 0 0,0 1-1 0 0,0-1 0 0 0,0 0 1 0 0,0 0-1 0 0,0 0 0 0 0,1 0 1 0 0,-1 0-1 0 0,-2-6 0 0 0,1 2 15 0 0,0-1 1 0 0,0 1-1 0 0,1-1 0 0 0,0 0 0 0 0,0-1 0 0 0,1 1 0 0 0,0 0 1 0 0,0-1-1 0 0,0-11 0 0 0,-1-72 324 0 0,-5-63-18 0 0,-29-130-104 0 0,37 282-154 0 0,2 5-16 0 0,2 4-58 0 0,1 1 1 0 0,-1-1 0 0 0,0 1 0 0 0,0 0 0 0 0,-1 0 0 0 0,5 14-1 0 0,8 17-3 0 0,-4-15 12 0 0,-1 0 1 0 0,-1 1-1 0 0,-1 0 0 0 0,10 49 0 0 0,-16-60-4 0 0,-2 0-1 0 0,1 0 1 0 0,-1 1-1 0 0,-1-1 1 0 0,-1 0-1 0 0,0 1 1 0 0,0-1-1 0 0,-1 0 1 0 0,-1 0 0 0 0,0 0-1 0 0,-7 17 1 0 0,3-19 10 0 0,0 1 0 0 0,0-1 0 0 0,-1 0 0 0 0,0 0 0 0 0,-1-1 0 0 0,0 0 0 0 0,0 0 0 0 0,-1-1 0 0 0,-15 10 0 0 0,-62 34 156 0 0,57-36 35 0 0,-48 36 0 0 0,75-51-173 0 0,2-1-29 0 0,0-1 1 0 0,-1 1 0 0 0,1 0-1 0 0,0-1 1 0 0,0 1-1 0 0,0 0 1 0 0,1 0-1 0 0,-1 0 1 0 0,0 0 0 0 0,0 0-1 0 0,0 0 1 0 0,1 0-1 0 0,-1 0 1 0 0,0 0-1 0 0,1 0 1 0 0,-1 0 0 0 0,1 0-1 0 0,0 0 1 0 0,-1 1-1 0 0,1-1 1 0 0,0 0-1 0 0,-1 0 1 0 0,1 0 0 0 0,0 1-1 0 0,0-1 1 0 0,0 2-1 0 0,6 7 59 0 0,26 19 27 0 0,-24-23-33 0 0,0 1-1 0 0,-1 0 0 0 0,1 1 1 0 0,8 12-1 0 0,-14-18-45 0 0,0 1-1 0 0,-1 0 1 0 0,0-1 0 0 0,1 1 0 0 0,-1 0-1 0 0,0-1 1 0 0,0 1 0 0 0,-1 0 0 0 0,1 0-1 0 0,-1 0 1 0 0,1 0 0 0 0,-1 0-1 0 0,0 0 1 0 0,0 0 0 0 0,0 0 0 0 0,0 0-1 0 0,-1 0 1 0 0,1 0 0 0 0,-1 0 0 0 0,-1 4-1 0 0,-2 3 16 0 0,-1-1 0 0 0,0 1 0 0 0,0-1-1 0 0,-10 13 1 0 0,-30 34 85 0 0,31-40-62 0 0,-20 23 184 0 0,-60 52 0 0 0,67-69-67 0 0,0 0 0 0 0,-2-3-1 0 0,-39 23 1 0 0,52-34-136 0 0,-1-1 0 0 0,1 0-1 0 0,-1-1 1 0 0,0-1 0 0 0,-22 3 0 0 0,29-6 5 0 0,0-1 1 0 0,0 0-1 0 0,0-1 1 0 0,-1 0-1 0 0,1-1 0 0 0,0 0 1 0 0,0 0-1 0 0,0-1 0 0 0,0-1 1 0 0,-14-4-1 0 0,17 3-7 0 0,-1 0-1 0 0,1 0 1 0 0,0 0-1 0 0,1-1 1 0 0,-1 0-1 0 0,1 0 0 0 0,0-1 1 0 0,1 0-1 0 0,-1 0 1 0 0,1 0-1 0 0,0-1 1 0 0,1 0-1 0 0,-6-9 1 0 0,2 0 23 0 0,0 0 0 0 0,1-1 0 0 0,1 0 1 0 0,1 0-1 0 0,-4-20 0 0 0,5 10 1 0 0,1-1 0 0 0,1 1 0 0 0,1-1 0 0 0,2 1 0 0 0,0-1 0 0 0,2 1 0 0 0,10-39 0 0 0,4-3 60 0 0,45-109 1 0 0,0 39-214 0 0,-48 113-1234 0 0,1 0-1 0 0,2 1 1 0 0,20-24 0 0 0,5 3-4072 0 0</inkml:trace>
</inkml:ink>
</file>

<file path=ppt/ink/ink1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5:30.386"/>
    </inkml:context>
    <inkml:brush xml:id="br0">
      <inkml:brushProperty name="width" value="0.1" units="cm"/>
      <inkml:brushProperty name="height" value="0.1" units="cm"/>
      <inkml:brushProperty name="color" value="#E71224"/>
    </inkml:brush>
  </inkml:definitions>
  <inkml:trace contextRef="#ctx0" brushRef="#br0">6462 1034 2071 0 0,'-24'-14'8247'0'0,"23"7"-7934"0"0,0 7-249 0 0,1-1-53 0 0,0 1-1 0 0,0 0 0 0 0,-1-1 1 0 0,1 1-1 0 0,0 0 0 0 0,0 0 1 0 0,0-1-1 0 0,0 1 0 0 0,-1 0 1 0 0,1-1-1 0 0,0 1 0 0 0,0-1 1 0 0,0 1-1 0 0,0 0 0 0 0,0-1 1 0 0,0 1-1 0 0,0 0 0 0 0,0-1 1 0 0,0 1-1 0 0,0 0 0 0 0,0-1 1 0 0,0 1-1 0 0,0 0 0 0 0,0-1 1 0 0,1 0-1 0 0,0-9 227 0 0,2 2 17 0 0,-1 0 1 0 0,0 0 0 0 0,-1-1 0 0 0,0 1 0 0 0,0-1 0 0 0,-1 1-1 0 0,-1-14 1 0 0,1 14-133 0 0,0 1-1 0 0,0 0 1 0 0,2-12-1 0 0,0-18 177 0 0,-4-81 118 0 0,1 101-365 0 0,-1 0 1 0 0,0 0-1 0 0,-5-19 0 0 0,-2-15-44 0 0,-10-56-134 0 0,-2-20 666 0 0,-3-40-749 0 0,24 109 420 0 0,0 33-310 0 0,3-36 0 0 0,-7 44 164 0 0,2 17-53 0 0,2 0 20 0 0,-1-1-271 0 0,1 1 244 0 0,0 0-1 0 0,0 0 1 0 0,-1-1-1 0 0,1 1 0 0 0,0 0 1 0 0,0 0-1 0 0,-1 0 1 0 0,1 0-1 0 0,0 0 0 0 0,0 0 1 0 0,-1 0-1 0 0,1 0 1 0 0,0 0-1 0 0,0 0 0 0 0,-1 0 1 0 0,1 0-1 0 0,0 0 1 0 0,0 0-1 0 0,-1 0 0 0 0,1 0 1 0 0,0 0-1 0 0,0 0 1 0 0,-1 0-1 0 0,1 0 0 0 0,0 0 1 0 0,0 0-1 0 0,-1 0 1 0 0,1 0-1 0 0,0 1 0 0 0,0-1 1 0 0,-1 0-1 0 0,1 0 1 0 0,0 0-1 0 0,0 0 0 0 0,0 1 1 0 0,-1-1-1 0 0,1 0 1 0 0,-10 7 80 0 0,7-4-84 0 0,-1 0 0 0 0,0 0 0 0 0,0 0-1 0 0,0-1 1 0 0,-1 1 0 0 0,1-1 0 0 0,0 0-1 0 0,-1 0 1 0 0,0-1 0 0 0,1 1 0 0 0,-10 1-1 0 0,-4-1 93 0 0,-35 1 0 0 0,10-1 97 0 0,-259 10-38 0 0,2-22 206 0 0,43 0 301 0 0,31-1-723 0 0,38 2-14 0 0,-94-6 195 0 0,-49-2 83 0 0,-83 17-142 0 0,113 2-71 0 0,-593 33 880 0 0,530-14-1123 0 0,173-10-275 0 0,-399 15 97 0 0,152-5 567 0 0,-91 2-369 0 0,314-16-186 0 0,-57 1-1097 0 0,248-8 1226 0 0,13 1-152 0 0,0-1 0 0 0,-14-1 0 0 0</inkml:trace>
</inkml:ink>
</file>

<file path=ppt/ink/ink1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5:33.948"/>
    </inkml:context>
    <inkml:brush xml:id="br0">
      <inkml:brushProperty name="width" value="0.1" units="cm"/>
      <inkml:brushProperty name="height" value="0.1" units="cm"/>
      <inkml:brushProperty name="color" value="#FFFFFF"/>
    </inkml:brush>
  </inkml:definitions>
  <inkml:trace contextRef="#ctx0" brushRef="#br0">1570 0 2159 0 0,'0'0'1208'0'0,"-4"16"784"0"0,0-11-1695 0 0,0 1-1 0 0,0-1 0 0 0,0-1 0 0 0,-1 1 0 0 0,0-1 0 0 0,0 1 0 0 0,0-2 0 0 0,0 1 0 0 0,-9 5 0 0 0,-12 8 639 0 0,-21 16 134 0 0,-2-1 0 0 0,-69 32 0 0 0,80-47-727 0 0,-1-1 1 0 0,-1-1-1 0 0,-58 12 0 0 0,95-26-335 0 0,0-1 1 0 0,-1 1-1 0 0,1 0 0 0 0,0-1 0 0 0,0 0 0 0 0,0 0 0 0 0,-1 0 0 0 0,1 0 1 0 0,0-1-1 0 0,0 1 0 0 0,0-1 0 0 0,0 1 0 0 0,-6-3 0 0 0,7 1-1 0 0,0 1 0 0 0,-1 0 0 0 0,1-1 0 0 0,0 0 0 0 0,0 0 0 0 0,0 1-1 0 0,0-1 1 0 0,1-1 0 0 0,-1 1 0 0 0,1 0 0 0 0,-1 0 0 0 0,1 0 0 0 0,-1-1 0 0 0,1 1 0 0 0,0-1-1 0 0,-1-2 1 0 0,-3-6 28 0 0,4 9-19 0 0,0 0 0 0 0,-1 0 0 0 0,1-1 0 0 0,0 1 0 0 0,1 0-1 0 0,-1-1 1 0 0,0 1 0 0 0,0-4 0 0 0,-5 19 49 0 0,-1 7-64 0 0,0-4 0 0 0,0 0 64 0 0,6-13-58 0 0,-1-1 1 0 0,0 1-1 0 0,-1-1 0 0 0,1 0 0 0 0,0 1 0 0 0,-1-1 0 0 0,1-1 0 0 0,-1 1 0 0 0,0 0 0 0 0,0-1 1 0 0,1 1-1 0 0,-1-1 0 0 0,0 0 0 0 0,0 0 0 0 0,0 0 0 0 0,-4 1 0 0 0,-1-1 15 0 0,-1 0 0 0 0,0 0 0 0 0,1 0-1 0 0,-16-2 1 0 0,21 0-17 0 0,0 1-1 0 0,0-1 0 0 0,0 0 0 0 0,0 0 1 0 0,0 0-1 0 0,1 0 0 0 0,-1-1 0 0 0,0 1 1 0 0,-4-4-1 0 0,-4-2 135 0 0,10 7-142 0 0,0-1 1 0 0,-1 1-1 0 0,1-1 0 0 0,-1 1 1 0 0,1 0-1 0 0,0 0 0 0 0,-1-1 0 0 0,1 1 1 0 0,-1 0-1 0 0,1 0 0 0 0,-1 1 1 0 0,1-1-1 0 0,0 0 0 0 0,-3 1 1 0 0,-21 7 38 0 0,16-5-83 0 0,-5 2 87 0 0,-1-1 0 0 0,0-1 0 0 0,0 0 0 0 0,0-1 0 0 0,0 0 0 0 0,-22-1 0 0 0,16 0-18 0 0,0 1 0 0 0,0 1-1 0 0,-27 8 1 0 0,26-5 34 0 0,-1-2 0 0 0,-33 3 0 0 0,16-4-11 0 0,24-1-3 0 0,-1-2 0 0 0,1 1 0 0 0,-27-4 0 0 0,31 1 45 0 0,1 0-1 0 0,0-1 1 0 0,0-1 0 0 0,-18-7-1 0 0,25 9-52 0 0,1 0 0 0 0,-1 0-1 0 0,1 0 1 0 0,0 0 0 0 0,0-1-1 0 0,0 1 1 0 0,1-1 0 0 0,-4-3 0 0 0,5 4-26 0 0,0 1 1 0 0,0-1 0 0 0,0 0 0 0 0,0 1 0 0 0,0-1 0 0 0,0 0 0 0 0,1 0-1 0 0,-1 0 1 0 0,1 0 0 0 0,-1 0 0 0 0,1 0 0 0 0,0 0 0 0 0,0 0 0 0 0,-1 0 0 0 0,1 0-1 0 0,1-2 1 0 0,-1 1-5 0 0,1 1-1 0 0,-1-1 0 0 0,1 1 0 0 0,0 0 0 0 0,0-1 1 0 0,0 1-1 0 0,0 0 0 0 0,0 0 0 0 0,0 0 1 0 0,1-1-1 0 0,-1 1 0 0 0,1 1 0 0 0,-1-1 1 0 0,1 0-1 0 0,0 0 0 0 0,0 1 0 0 0,0-1 1 0 0,0 1-1 0 0,0-1 0 0 0,0 1 0 0 0,0 0 1 0 0,0 0-1 0 0,1 0 0 0 0,-1 0 0 0 0,0 0 1 0 0,1 0-1 0 0,-1 1 0 0 0,1-1 0 0 0,-1 1 1 0 0,4 0-1 0 0,-4-1-2 0 0,1 1 0 0 0,-1 0-1 0 0,1 0 1 0 0,-1 0 0 0 0,0 1 0 0 0,1-1 0 0 0,-1 0-1 0 0,1 1 1 0 0,-1 0 0 0 0,0 0 0 0 0,1-1 0 0 0,-1 1 0 0 0,0 0-1 0 0,0 1 1 0 0,0-1 0 0 0,0 0 0 0 0,0 1 0 0 0,0-1-1 0 0,0 1 1 0 0,0 0 0 0 0,-1-1 0 0 0,1 1 0 0 0,0 0 0 0 0,-1 0-1 0 0,0 0 1 0 0,1 0 0 0 0,-1 0 0 0 0,0 0 0 0 0,0 1-1 0 0,1 3 1 0 0,-1-1 1 0 0,0 1 1 0 0,0 0-1 0 0,0-1 0 0 0,-1 1 0 0 0,0 0 0 0 0,0-1 0 0 0,-1 1 0 0 0,0 0 0 0 0,0-1 1 0 0,0 1-1 0 0,0-1 0 0 0,-1 1 0 0 0,0-1 0 0 0,0 1 0 0 0,0-1 0 0 0,-1 0 0 0 0,0 0 1 0 0,0 0-1 0 0,0-1 0 0 0,-5 6 0 0 0,-7 7 26 0 0,-1 0 1 0 0,-1-1 0 0 0,-32 23-1 0 0,9-8 127 0 0,27-20-633 0 0,0 0-1 0 0,-1-1 1 0 0,-1-1-1 0 0,-24 12 1 0 0</inkml:trace>
</inkml:ink>
</file>

<file path=ppt/ink/ink1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5:34.214"/>
    </inkml:context>
    <inkml:brush xml:id="br0">
      <inkml:brushProperty name="width" value="0.1" units="cm"/>
      <inkml:brushProperty name="height" value="0.1" units="cm"/>
      <inkml:brushProperty name="color" value="#FFFFFF"/>
    </inkml:brush>
  </inkml:definitions>
  <inkml:trace contextRef="#ctx0" brushRef="#br0">16 0 4895 0 0,'-8'8'5216'0'0,"5"-4"-4744"0"0,0 1 96 0 0,2 0-568 0 0</inkml:trace>
</inkml:ink>
</file>

<file path=ppt/ink/ink1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5:34.992"/>
    </inkml:context>
    <inkml:brush xml:id="br0">
      <inkml:brushProperty name="width" value="0.1" units="cm"/>
      <inkml:brushProperty name="height" value="0.1" units="cm"/>
      <inkml:brushProperty name="color" value="#FFFFFF"/>
    </inkml:brush>
  </inkml:definitions>
  <inkml:trace contextRef="#ctx0" brushRef="#br0">252 1 2847 0 0,'-2'3'704'0'0,"1"-1"0"0"0,-1 1-1 0 0,0 0 1 0 0,1 0-1 0 0,-1 0 1 0 0,-1 6-1 0 0,2-7-177 0 0,-66 159 4185 0 0,55-134-4574 0 0,-2 0 1 0 0,0-1 0 0 0,-2 0-1 0 0,-1-1 1 0 0,-1-1 0 0 0,-23 24 0 0 0,19-28-557 0 0,5-11-4245 0 0</inkml:trace>
</inkml:ink>
</file>

<file path=ppt/ink/ink1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5:35.787"/>
    </inkml:context>
    <inkml:brush xml:id="br0">
      <inkml:brushProperty name="width" value="0.1" units="cm"/>
      <inkml:brushProperty name="height" value="0.1" units="cm"/>
      <inkml:brushProperty name="color" value="#FFFFFF"/>
    </inkml:brush>
  </inkml:definitions>
  <inkml:trace contextRef="#ctx0" brushRef="#br0">269 306 2991 0 0,'4'6'519'0'0,"-2"-4"-411"0"0,0 0 1 0 0,0 0-1 0 0,0 0 0 0 0,0-1 0 0 0,0 1 1 0 0,0 0-1 0 0,1-1 0 0 0,-1 1 0 0 0,1-1 1 0 0,-1 0-1 0 0,5 2 0 0 0,34 9 1057 0 0,-17-6-492 0 0,-12-2-371 0 0,1 0 159 0 0,1 0-1 0 0,-1 1 1 0 0,0 1-1 0 0,0 0 1 0 0,14 9 0 0 0,-25-14-429 0 0,-1 1 1 0 0,0-1 0 0 0,1 0-1 0 0,-1 0 1 0 0,0 1-1 0 0,0-1 1 0 0,0 1 0 0 0,0-1-1 0 0,0 1 1 0 0,0-1 0 0 0,0 1-1 0 0,-1 0 1 0 0,1-1 0 0 0,0 1-1 0 0,-1 0 1 0 0,1 0-1 0 0,-1-1 1 0 0,0 1 0 0 0,0 0-1 0 0,0 0 1 0 0,1 0 0 0 0,-2-1-1 0 0,1 1 1 0 0,0 0-1 0 0,0 0 1 0 0,-1 0 0 0 0,1-1-1 0 0,-1 1 1 0 0,1 0 0 0 0,-1 0-1 0 0,0-1 1 0 0,1 1 0 0 0,-3 2-1 0 0,1 0 3 0 0,-1 1 1 0 0,0-1-1 0 0,-1 1 0 0 0,1-1 0 0 0,-1 0 1 0 0,0 0-1 0 0,0-1 0 0 0,0 1 0 0 0,0-1 1 0 0,-6 3-1 0 0,-8 4-30 0 0,0-2 1 0 0,0 0-1 0 0,-1-1 0 0 0,0-1 1 0 0,0-1-1 0 0,0 0 0 0 0,-1-2 1 0 0,0 0-1 0 0,-37 0 0 0 0,51-3 23 0 0,-1-1 0 0 0,0 1 0 0 0,1-1 1 0 0,-1-1-1 0 0,0 1 0 0 0,1-1 0 0 0,-1 0 0 0 0,-7-4 0 0 0,12 5-19 0 0,0 0 0 0 0,0-1 0 0 0,0 1 0 0 0,0-1 0 0 0,0 1 0 0 0,0-1 0 0 0,0 0 1 0 0,0 0-1 0 0,0 0 0 0 0,1 0 0 0 0,-1 0 0 0 0,1 0 0 0 0,0 0 0 0 0,-1 0 0 0 0,1-1 0 0 0,0 1 0 0 0,0-1 1 0 0,1 1-1 0 0,-1 0 0 0 0,0-1 0 0 0,1 1 0 0 0,-1-1 0 0 0,1 0 0 0 0,0-3 0 0 0,1-4-23 0 0,0-1-1 0 0,1 1 0 0 0,0 0 1 0 0,0 0-1 0 0,1 0 0 0 0,1 0 1 0 0,-1 0-1 0 0,2 1 0 0 0,-1 0 1 0 0,1 0-1 0 0,1 0 0 0 0,0 0 1 0 0,0 1-1 0 0,0 0 0 0 0,1 0 1 0 0,0 1-1 0 0,16-14 0 0 0,-21 20 4 0 0,-1 0 0 0 0,0 0 0 0 0,0 0 0 0 0,1 1 0 0 0,-1-1 0 0 0,1 0 0 0 0,-1 0-1 0 0,0 1 1 0 0,1-1 0 0 0,0 1 0 0 0,-1-1 0 0 0,1 1 0 0 0,-1 0 0 0 0,1 0 0 0 0,-1-1-1 0 0,1 1 1 0 0,0 0 0 0 0,-1 1 0 0 0,1-1 0 0 0,-1 0 0 0 0,1 0 0 0 0,-1 1 0 0 0,1-1 0 0 0,0 0-1 0 0,-1 1 1 0 0,1 0 0 0 0,-1-1 0 0 0,0 1 0 0 0,3 2 0 0 0,-2-2 12 0 0,0 1 0 0 0,0 0 0 0 0,-1 0 0 0 0,1 0 0 0 0,-1 0 0 0 0,1 1 0 0 0,-1-1 0 0 0,0 0 0 0 0,0 1 0 0 0,0-1 0 0 0,0 0 0 0 0,0 1 0 0 0,0-1 0 0 0,-1 1 1 0 0,0 0-1 0 0,1-1 0 0 0,-1 4 0 0 0,0 3 8 0 0,-1 0 1 0 0,0 0 0 0 0,0 0 0 0 0,-1 0 0 0 0,0 0-1 0 0,-1 0 1 0 0,0-1 0 0 0,0 1 0 0 0,-1-1 0 0 0,-5 9-1 0 0,6-11 21 0 0,-1 1-1 0 0,-1-1 0 0 0,1 0 0 0 0,-1 0 0 0 0,0-1 0 0 0,0 1 0 0 0,0-1 1 0 0,-1 0-1 0 0,0 0 0 0 0,0-1 0 0 0,0 0 0 0 0,-11 5 0 0 0,14-7-24 0 0,-1-1 0 0 0,1 0 0 0 0,0 0 0 0 0,-1 0 1 0 0,1 0-1 0 0,0-1 0 0 0,-1 1 0 0 0,1-1 0 0 0,-1 0 0 0 0,1 0 0 0 0,-1 0 0 0 0,1-1 0 0 0,0 1 0 0 0,-1-1 0 0 0,1 0 0 0 0,-6-2 0 0 0,4 1 10 0 0,1 0 0 0 0,0-1 0 0 0,0 1 0 0 0,-1-1 0 0 0,2-1 0 0 0,-1 1 0 0 0,0 0 0 0 0,1-1 0 0 0,-1 0 0 0 0,-3-6 0 0 0,0-1 14 0 0,0 0 1 0 0,1-1-1 0 0,0 0 0 0 0,1-1 0 0 0,0 1 0 0 0,1-1 0 0 0,-4-23 0 0 0,4 10-17 0 0,2-1 0 0 0,1 0 0 0 0,1 0 0 0 0,1 0 0 0 0,8-49 0 0 0,-5 56-12 0 0,-2 0 0 0 0,0-1 0 0 0,-2 1 0 0 0,0-1 0 0 0,-4-26 0 0 0,4 46-240 0 0,0 1-1 0 0,0-1 0 0 0,0 0 0 0 0,0 0 1 0 0,-1 0-1 0 0,1 0 0 0 0,0 0 0 0 0,-1 0 0 0 0,1 0 1 0 0,-1 1-1 0 0,1-1 0 0 0,-1 0 0 0 0,0-1 1 0 0</inkml:trace>
</inkml:ink>
</file>

<file path=ppt/ink/ink1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5:36.320"/>
    </inkml:context>
    <inkml:brush xml:id="br0">
      <inkml:brushProperty name="width" value="0.1" units="cm"/>
      <inkml:brushProperty name="height" value="0.1" units="cm"/>
      <inkml:brushProperty name="color" value="#FFFFFF"/>
    </inkml:brush>
  </inkml:definitions>
  <inkml:trace contextRef="#ctx0" brushRef="#br0">515 0 3599 0 0,'0'0'278'0'0,"-5"13"-100"0"0,3-9 66 0 0,-1 0 0 0 0,0 1 0 0 0,0-1 0 0 0,0-1 0 0 0,0 1-1 0 0,-1 0 1 0 0,-5 4 0 0 0,-15 16 572 0 0,10-6-404 0 0,0 2-1 0 0,1-1 1 0 0,-17 37-1 0 0,28-50-353 0 0,-1 0 0 0 0,1 0 1 0 0,0 0-1 0 0,1 0 0 0 0,-1 0 0 0 0,1 1 0 0 0,0-1 0 0 0,1 1 0 0 0,0-1 0 0 0,0 1 1 0 0,0-1-1 0 0,1 1 0 0 0,0-1 0 0 0,0 0 0 0 0,0 1 0 0 0,1-1 0 0 0,0 0 1 0 0,4 9-1 0 0,1-2 327 0 0,0 1 1 0 0,-1 1 0 0 0,0-1-1 0 0,3 18 1 0 0,-8-27-238 0 0,0 0 1 0 0,0 0-1 0 0,-1 0 0 0 0,0 0 1 0 0,0 0-1 0 0,-1 0 1 0 0,1 0-1 0 0,-1 0 0 0 0,0 0 1 0 0,0 0-1 0 0,-1 0 0 0 0,1 0 1 0 0,-1-1-1 0 0,0 1 1 0 0,-1-1-1 0 0,-4 9 0 0 0,-1-2-34 0 0,-1-1-1 0 0,1 0 0 0 0,-1-1 1 0 0,-1 0-1 0 0,0 0 0 0 0,0-1 1 0 0,-1-1-1 0 0,0 1 0 0 0,0-2 1 0 0,-1 1-1 0 0,1-2 0 0 0,-1 0 1 0 0,-1 0-1 0 0,1-1 0 0 0,-1 0 1 0 0,1-1-1 0 0,-1-1 0 0 0,0 0 1 0 0,0-1-1 0 0,0 0 0 0 0,-1-1 1 0 0,1 0-1 0 0,-13-3 0 0 0,20 2-63 0 0,1 0 0 0 0,-1-1 1 0 0,1 0-1 0 0,0 0 0 0 0,0 0 0 0 0,-1-1 0 0 0,1 1 0 0 0,1-1 0 0 0,-1 0 0 0 0,0-1 0 0 0,1 1 1 0 0,0-1-1 0 0,0 0 0 0 0,0 0 0 0 0,0-1 0 0 0,0 1 0 0 0,1-1 0 0 0,0 1 0 0 0,0-1 0 0 0,0 0 0 0 0,1 0 1 0 0,-4-11-1 0 0,2 6-6 0 0,2 0 0 0 0,-1 1 1 0 0,1-1-1 0 0,1 0 1 0 0,0-1-1 0 0,0 1 0 0 0,1 0 1 0 0,0 0-1 0 0,1 0 0 0 0,0 0 1 0 0,1 0-1 0 0,3-12 1 0 0,3-3-246 0 0,1 0 1 0 0,1 0 0 0 0,27-44 0 0 0,-19 40-3181 0 0,24-28 0 0 0,-24 35-1338 0 0</inkml:trace>
</inkml:ink>
</file>

<file path=ppt/ink/ink1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5:37.537"/>
    </inkml:context>
    <inkml:brush xml:id="br0">
      <inkml:brushProperty name="width" value="0.1" units="cm"/>
      <inkml:brushProperty name="height" value="0.1" units="cm"/>
      <inkml:brushProperty name="color" value="#FFFFFF"/>
    </inkml:brush>
  </inkml:definitions>
  <inkml:trace contextRef="#ctx0" brushRef="#br0">857 1 3599 0 0,'0'0'2735'0'0,"-2"14"-1620"0"0,13 112 1932 0 0,-6-86-2055 0 0,1 63-1 0 0,-7-97-928 0 0,1 0 0 0 0,-1 0-1 0 0,0 0 1 0 0,0 0-1 0 0,-1 0 1 0 0,1 0 0 0 0,-1 0-1 0 0,-1-1 1 0 0,1 1 0 0 0,-1-1-1 0 0,0 1 1 0 0,0-1-1 0 0,-5 5 1 0 0,3-4-26 0 0,0 0-1 0 0,-1-1 1 0 0,0 0 0 0 0,1 0-1 0 0,-2-1 1 0 0,1 1 0 0 0,-1-1-1 0 0,1-1 1 0 0,-1 1 0 0 0,-8 2-1 0 0,-1 0-9 0 0,-1 0 0 0 0,0-1 0 0 0,-1-1 0 0 0,1-1 0 0 0,-1 0 0 0 0,1-1 0 0 0,-1-1 0 0 0,-34-2 0 0 0,44 0-19 0 0,0 0 1 0 0,1-1-1 0 0,-1 0 0 0 0,0 0 0 0 0,1 0 1 0 0,-1-1-1 0 0,1-1 0 0 0,0 1 0 0 0,0-1 1 0 0,-9-6-1 0 0,14 8-5 0 0,-1 0 0 0 0,1 0 0 0 0,0 0 0 0 0,-1-1 0 0 0,1 1 0 0 0,0 0 0 0 0,0-1 0 0 0,1 1 0 0 0,-1-1 0 0 0,0 0 0 0 0,1 0 0 0 0,0 0 0 0 0,-1 0 0 0 0,1 0 0 0 0,0 0 0 0 0,1 0 0 0 0,-1 0 0 0 0,0 0 0 0 0,1 0-1 0 0,0 0 1 0 0,0 0 0 0 0,0-1 0 0 0,0 1 0 0 0,0 0 0 0 0,1 0 0 0 0,-1 0 0 0 0,1 0 0 0 0,1-5 0 0 0,0 3-30 0 0,0 0 1 0 0,1 0-1 0 0,-1 0 0 0 0,1 0 0 0 0,0 0 0 0 0,0 1 1 0 0,0-1-1 0 0,1 1 0 0 0,0 0 0 0 0,5-5 0 0 0,-8 8 21 0 0,1 0-1 0 0,-1 0 1 0 0,0 0-1 0 0,1 0 0 0 0,0 0 1 0 0,-1 0-1 0 0,1 1 1 0 0,-1-1-1 0 0,1 1 0 0 0,0-1 1 0 0,0 1-1 0 0,-1-1 1 0 0,1 1-1 0 0,0 0 1 0 0,0 0-1 0 0,-1 0 0 0 0,1 0 1 0 0,0 0-1 0 0,0 0 1 0 0,-1 0-1 0 0,1 1 0 0 0,0-1 1 0 0,0 1-1 0 0,-1-1 1 0 0,1 1-1 0 0,0 0 1 0 0,-1-1-1 0 0,1 1 0 0 0,-1 0 1 0 0,1 0-1 0 0,-1 0 1 0 0,1 0-1 0 0,-1 0 0 0 0,0 1 1 0 0,2 1-1 0 0,-1-1 2 0 0,0 0 0 0 0,1 1-1 0 0,-1-1 1 0 0,-1 1 0 0 0,1-1-1 0 0,0 1 1 0 0,-1 0 0 0 0,1-1-1 0 0,-1 1 1 0 0,0 0 0 0 0,0 0-1 0 0,0 0 1 0 0,0 0 0 0 0,0 0-1 0 0,-1 0 1 0 0,1 0 0 0 0,-1 1-1 0 0,0-1 1 0 0,0 0 0 0 0,0 0-1 0 0,-1 0 1 0 0,1 0 0 0 0,-1 0-1 0 0,1 0 1 0 0,-1 1 0 0 0,0-1-1 0 0,-2 4 1 0 0,-2 1 79 0 0,0 1 0 0 0,-1-1 0 0 0,0 0 1 0 0,0-1-1 0 0,-1 0 0 0 0,0 1 0 0 0,0-2 0 0 0,-1 1 0 0 0,1-1 1 0 0,-1-1-1 0 0,-1 1 0 0 0,1-1 0 0 0,-1-1 0 0 0,0 0 0 0 0,-18 7 1 0 0,14-10-5 0 0,1 1 1 0 0,0-2-1 0 0,-1 1 1 0 0,1-2 0 0 0,-23-2-1 0 0,22 1 21 0 0,-13-1 70 0 0,0 0-1 0 0,1-2 0 0 0,-35-11 0 0 0,49 12-120 0 0,-1-1 0 0 0,1 0 0 0 0,0-1 0 0 0,0 0 0 0 0,1-1 0 0 0,-1 0 0 0 0,1 0-1 0 0,1-1 1 0 0,-11-11 0 0 0,11 8-22 0 0,1 0 0 0 0,0 0-1 0 0,0-1 1 0 0,1 0-1 0 0,1 0 1 0 0,0 0 0 0 0,0-1-1 0 0,2 0 1 0 0,-1 0 0 0 0,2 0-1 0 0,0-1 1 0 0,0 1-1 0 0,1-1 1 0 0,1 0 0 0 0,0 0-1 0 0,1 0 1 0 0,2-17 0 0 0,-1 26 7 0 0,0 1 1 0 0,-1-1 0 0 0,2 1 0 0 0,-1 0 0 0 0,0 0 0 0 0,1-1 0 0 0,3-5-1 0 0,9-7-3138 0 0</inkml:trace>
</inkml:ink>
</file>

<file path=ppt/ink/ink1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5:37.788"/>
    </inkml:context>
    <inkml:brush xml:id="br0">
      <inkml:brushProperty name="width" value="0.1" units="cm"/>
      <inkml:brushProperty name="height" value="0.1" units="cm"/>
      <inkml:brushProperty name="color" value="#FFFFFF"/>
    </inkml:brush>
  </inkml:definitions>
  <inkml:trace contextRef="#ctx0" brushRef="#br0">39 21 5695 0 0,'-6'-17'443'0'0,"5"13"760"0"0,0 5-591 0 0,-1-1 0 0 0,0 1 1 0 0,0 0-1 0 0,0-1 0 0 0,1 1 1 0 0,-1 0-1 0 0,0 0 0 0 0,-2 2 1 0 0,-9 4 830 0 0,13-7-1325 0 0</inkml:trace>
</inkml:ink>
</file>

<file path=ppt/ink/ink1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5:38.272"/>
    </inkml:context>
    <inkml:brush xml:id="br0">
      <inkml:brushProperty name="width" value="0.1" units="cm"/>
      <inkml:brushProperty name="height" value="0.1" units="cm"/>
      <inkml:brushProperty name="color" value="#FFFFFF"/>
    </inkml:brush>
  </inkml:definitions>
  <inkml:trace contextRef="#ctx0" brushRef="#br0">843 1 4519 0 0,'0'0'347'0'0,"-4"7"-214"0"0,-13 16 420 0 0,0 0 0 0 0,-2-1 0 0 0,-42 40 0 0 0,-74 47 3306 0 0,32-28-2390 0 0,44-31-1112 0 0,-238 183 1026 0 0,212-170-3245 0 0,69-51-185 0 0,-13 10-2396 0 0</inkml:trace>
</inkml:ink>
</file>

<file path=ppt/ink/ink1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5:40.708"/>
    </inkml:context>
    <inkml:brush xml:id="br0">
      <inkml:brushProperty name="width" value="0.1" units="cm"/>
      <inkml:brushProperty name="height" value="0.1" units="cm"/>
      <inkml:brushProperty name="color" value="#FFFFFF"/>
    </inkml:brush>
  </inkml:definitions>
  <inkml:trace contextRef="#ctx0" brushRef="#br0">314 1 2879 0 0,'0'0'264'0'0,"-3"3"352"0"0,1-3-455 0 0,0 0 0 0 0,0 1-1 0 0,0-1 1 0 0,0 1-1 0 0,0 0 1 0 0,1 0-1 0 0,-1 0 1 0 0,0 0 0 0 0,1 0-1 0 0,-1 0 1 0 0,0 0-1 0 0,1 0 1 0 0,-2 2-1 0 0,-14 13 856 0 0,9-9-674 0 0,0 1 0 0 0,1 0 0 0 0,-7 9 0 0 0,9-12-221 0 0,1 0-1 0 0,-1-1 0 0 0,0 0 0 0 0,0 0 1 0 0,0-1-1 0 0,-7 4 0 0 0,-6 5 270 0 0,-9 8 410 0 0,9-8-216 0 0,1 1 0 0 0,0 1 0 0 0,-16 16 0 0 0,0 4 104 0 0,32-32-654 0 0,0-1-1 0 0,0 0 1 0 0,-1 1-1 0 0,1-1 0 0 0,0 0 1 0 0,-1 0-1 0 0,1 0 1 0 0,-1 0-1 0 0,0 0 1 0 0,1 0-1 0 0,-1 0 0 0 0,0-1 1 0 0,-3 2-1 0 0,5-3-27 0 0,0 1 0 0 0,-1 0 0 0 0,1-1 0 0 0,0 1-1 0 0,0 0 1 0 0,-1-1 0 0 0,1 1 0 0 0,0 0 0 0 0,0-1 0 0 0,0 1 0 0 0,0 0-1 0 0,0-1 1 0 0,0 1 0 0 0,0-1 0 0 0,-1 1 0 0 0,1 0 0 0 0,0-1-1 0 0,0 1 1 0 0,0-1 0 0 0,1 1 0 0 0,-1 0 0 0 0,0-1 0 0 0,0 1-1 0 0,0 0 1 0 0,0-1 0 0 0,0 1 0 0 0,0-1 0 0 0,0 1 0 0 0,1-1-1 0 0,6-10-1840 0 0</inkml:trace>
</inkml:ink>
</file>

<file path=ppt/ink/ink1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5:47.798"/>
    </inkml:context>
    <inkml:brush xml:id="br0">
      <inkml:brushProperty name="width" value="0.1" units="cm"/>
      <inkml:brushProperty name="height" value="0.1" units="cm"/>
      <inkml:brushProperty name="color" value="#E71224"/>
    </inkml:brush>
  </inkml:definitions>
  <inkml:trace contextRef="#ctx0" brushRef="#br0">4019 20 3223 0 0,'-12'-20'3907'0'0,"11"20"-3850"0"0,2 11 987 0 0,1-7-790 0 0,-1 0 0 0 0,1 1 0 0 0,-1-1 0 0 0,0 1 0 0 0,0-1 0 0 0,0 1 0 0 0,-1-1 0 0 0,1 1 0 0 0,-1 0 0 0 0,0-1 0 0 0,-1 6-1 0 0,-2 7-68 0 0,-8 28-1 0 0,3-10 290 0 0,4-8-225 0 0,-1 32 1 0 0,0 1 129 0 0,-15 70-7 0 0,-3 21-263 0 0,20-123-83 0 0,2 0 0 0 0,1 0 0 0 0,4 39-1 0 0,-3-61 23 0 0,0 0 0 0 0,-1 0 0 0 0,0-1 0 0 0,0 1 0 0 0,0 0 0 0 0,-1 0 0 0 0,-2 9 0 0 0,3-14-33 0 0,0 1 0 0 0,0-1-1 0 0,-1 1 1 0 0,1-1 0 0 0,0 1-1 0 0,-1-1 1 0 0,0 1 0 0 0,1-1-1 0 0,-1 1 1 0 0,0-1 0 0 0,0 0 0 0 0,0 1-1 0 0,0-1 1 0 0,0 0 0 0 0,0 0-1 0 0,0 1 1 0 0,-1 0 0 0 0,-8 7 91 0 0,8-5-100 0 0,-1-2 0 0 0,0 1 0 0 0,1 0-1 0 0,-1 0 1 0 0,0-1 0 0 0,-1 1 0 0 0,1-1 0 0 0,0 0 0 0 0,-1 0-1 0 0,1-1 1 0 0,-1 1 0 0 0,1 0 0 0 0,-1-1 0 0 0,0 0 0 0 0,0 0 0 0 0,0 0-1 0 0,1-1 1 0 0,-1 1 0 0 0,0-1 0 0 0,0 0 0 0 0,0 0 0 0 0,-5-1 0 0 0,-256-57 1400 0 0,189 48-1380 0 0,31 5 118 0 0,-237-24 190 0 0,-296-11-14 0 0,57-1-260 0 0,424 35-56 0 0,23 2-87 0 0,-1 3 0 0 0,-80 10 0 0 0,24 5-36 0 0,23 9 114 0 0,79-14 38 0 0,-1-3 0 0 0,-55 6 0 0 0,64-10 26 0 0,12-1-27 0 0,0-1-1 0 0,-1 0 1 0 0,1 0 0 0 0,-17-3 0 0 0,-27-5-6 0 0,-16-5 12 0 0,51 10-38 0 0,0 0 0 0 0,-18 0 0 0 0,12 1 0 0 0,-2 1 80 0 0,-37 3 0 0 0,43-1-64 0 0,-60 1-16 0 0,-41 3 0 0 0,95-4 0 0 0,-43-2 0 0 0,-90-19 208 0 0,144 19-192 0 0,1 0 0 0 0,-1 1 0 0 0,-26 3 0 0 0,-27 3-16 0 0,15-2 0 0 0,36-2 0 0 0,1 2 0 0 0,-16 6 0 0 0,15-5 0 0 0,-24 4 0 0 0,36-8 0 0 0,0 0 0 0 0,0-1 0 0 0,0 1 0 0 0,1-1 0 0 0,-1 0 0 0 0,0-1 0 0 0,0 1 0 0 0,0-1 0 0 0,0 0 0 0 0,0 0 0 0 0,-6-2 0 0 0,-6-3-4954 0 0</inkml:trace>
</inkml:ink>
</file>

<file path=ppt/ink/ink1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5:50.176"/>
    </inkml:context>
    <inkml:brush xml:id="br0">
      <inkml:brushProperty name="width" value="0.1" units="cm"/>
      <inkml:brushProperty name="height" value="0.1" units="cm"/>
      <inkml:brushProperty name="color" value="#FFFFFF"/>
    </inkml:brush>
  </inkml:definitions>
  <inkml:trace contextRef="#ctx0" brushRef="#br0">72 2 2415 0 0,'0'-1'854'0'0,"-1"15"1243"0"0,-6 117 1908 0 0,1-87-3530 0 0,-2 1 0 0 0,-19 58-1 0 0,24-93-465 0 0,-2 3-184 0 0,1-1 0 0 0,1 1 0 0 0,0 0-1 0 0,1 0 1 0 0,-1 15 0 0 0,4-22-2259 0 0</inkml:trace>
</inkml:ink>
</file>

<file path=ppt/ink/ink1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5:50.627"/>
    </inkml:context>
    <inkml:brush xml:id="br0">
      <inkml:brushProperty name="width" value="0.1" units="cm"/>
      <inkml:brushProperty name="height" value="0.1" units="cm"/>
      <inkml:brushProperty name="color" value="#FFFFFF"/>
    </inkml:brush>
  </inkml:definitions>
  <inkml:trace contextRef="#ctx0" brushRef="#br0">1 56 4063 0 0,'1'-1'146'0'0,"0"0"1"0"0,0-1-1 0 0,0 1 0 0 0,0 0 0 0 0,0 0 0 0 0,0 0 0 0 0,0 0 0 0 0,1 0 0 0 0,-1 0 0 0 0,0 1 0 0 0,1-1 0 0 0,-1 0 0 0 0,1 1 0 0 0,1-1 0 0 0,0-1 51 0 0,17-6 143 0 0,1 1-1 0 0,-1 1 0 0 0,1 0 1 0 0,1 2-1 0 0,21-3 0 0 0,-32 6-232 0 0,0 1-1 0 0,0-1 0 0 0,0 2 0 0 0,0-1 1 0 0,0 2-1 0 0,0-1 0 0 0,0 1 0 0 0,0 1 1 0 0,-1 0-1 0 0,1 1 0 0 0,15 7 0 0 0,-21-9-65 0 0,0 1-1 0 0,-1 0 0 0 0,1 0 0 0 0,-1 0 0 0 0,1 1 0 0 0,-1-1 0 0 0,0 1 0 0 0,0 0 0 0 0,-1 0 0 0 0,1 0 0 0 0,-1 1 1 0 0,0-1-1 0 0,0 1 0 0 0,0 0 0 0 0,-1 0 0 0 0,0 0 0 0 0,0 0 0 0 0,0 0 0 0 0,0 1 0 0 0,-1-1 0 0 0,0 0 0 0 0,0 1 0 0 0,0-1 1 0 0,-1 12-1 0 0,-1-10-24 0 0,0 1 0 0 0,0-1 0 0 0,-1 0 0 0 0,0 1 0 0 0,0-1 0 0 0,-1 0 0 0 0,1 0 0 0 0,-2 0 0 0 0,1-1 0 0 0,-1 1 0 0 0,0-1 0 0 0,0 0 0 0 0,-1 0 0 0 0,0 0 0 0 0,0 0 0 0 0,0-1 0 0 0,-1 0 0 0 0,-11 8 0 0 0,1-2 59 0 0,1-1-1 0 0,-2-1 1 0 0,1-1 0 0 0,-1 0-1 0 0,0-1 1 0 0,-31 7-1 0 0,40-11-222 0 0,-1-1-1 0 0,0 0 0 0 0,0-1 0 0 0,-1 1 1 0 0,1-2-1 0 0,-14 0 0 0 0</inkml:trace>
</inkml:ink>
</file>

<file path=ppt/ink/ink1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5:51.082"/>
    </inkml:context>
    <inkml:brush xml:id="br0">
      <inkml:brushProperty name="width" value="0.1" units="cm"/>
      <inkml:brushProperty name="height" value="0.1" units="cm"/>
      <inkml:brushProperty name="color" value="#FFFFFF"/>
    </inkml:brush>
  </inkml:definitions>
  <inkml:trace contextRef="#ctx0" brushRef="#br0">1 1 5383 0 0,'0'0'1371'0'0,"1"13"-252"0"0,2 15-461 0 0,3 9 599 0 0,-3 1 0 0 0,-1 49 0 0 0,-7 3-56 0 0,5-86-1227 0 0,-1-3-120 0 0</inkml:trace>
</inkml:ink>
</file>

<file path=ppt/ink/ink1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5:51.473"/>
    </inkml:context>
    <inkml:brush xml:id="br0">
      <inkml:brushProperty name="width" value="0.1" units="cm"/>
      <inkml:brushProperty name="height" value="0.1" units="cm"/>
      <inkml:brushProperty name="color" value="#FFFFFF"/>
    </inkml:brush>
  </inkml:definitions>
  <inkml:trace contextRef="#ctx0" brushRef="#br0">229 124 2303 0 0,'-6'9'282'0'0,"-1"-3"174"0"0,1 0 1 0 0,-1-1-1 0 0,1-1 1 0 0,-1 1-1 0 0,-1-1 1 0 0,1 0-1 0 0,-12 5 1 0 0,13-7-387 0 0,0 0 0 0 0,-1 0 0 0 0,1-1 0 0 0,0 0 0 0 0,0 0 0 0 0,-1 0 0 0 0,1-1 0 0 0,0 0 0 0 0,-1 0 0 0 0,-9-2 0 0 0,12 1 5 0 0,0 0 0 0 0,0-1 0 0 0,0 1 0 0 0,0-1 0 0 0,0 0 0 0 0,0-1 0 0 0,1 1 0 0 0,-1 0 0 0 0,1-1 0 0 0,0 0 0 0 0,-1 0 0 0 0,1 0 0 0 0,0 0-1 0 0,1-1 1 0 0,-1 1 0 0 0,0-1 0 0 0,1 1 0 0 0,0-1 0 0 0,0 0 0 0 0,0 0 0 0 0,1 0 0 0 0,-1 0 0 0 0,-1-7 0 0 0,2 7-36 0 0,0 0 0 0 0,1 1 0 0 0,-1-1-1 0 0,1 0 1 0 0,-1 0 0 0 0,1 1 0 0 0,1-1 0 0 0,-1 0 0 0 0,0 0 0 0 0,1 1 0 0 0,0-1 0 0 0,0 0 0 0 0,0 1 0 0 0,0-1-1 0 0,0 1 1 0 0,1-1 0 0 0,0 1 0 0 0,-1 0 0 0 0,1 0 0 0 0,1 0 0 0 0,-1 0 0 0 0,0 0 0 0 0,1 0 0 0 0,-1 0 0 0 0,1 1 0 0 0,0-1-1 0 0,6-3 1 0 0,-8 5-38 0 0,1 0-1 0 0,0 0 1 0 0,0 0 0 0 0,0 0-1 0 0,0 0 1 0 0,1 0-1 0 0,-1 1 1 0 0,0-1-1 0 0,0 1 1 0 0,0-1-1 0 0,1 1 1 0 0,-1 0-1 0 0,0 0 1 0 0,0 0 0 0 0,1 0-1 0 0,-1 0 1 0 0,0 1-1 0 0,3 0 1 0 0,-2 0 28 0 0,-1 0 1 0 0,1 1 0 0 0,0-1 0 0 0,-1 1-1 0 0,1-1 1 0 0,-1 1 0 0 0,1 0-1 0 0,-1 0 1 0 0,0 0 0 0 0,0 0-1 0 0,0 1 1 0 0,2 2 0 0 0,0 2-373 0 0,1 0 1 0 0,-1 1 0 0 0,0 0-1 0 0,-1 0 1 0 0,0 0-1 0 0,0 0 1 0 0,-1 0-1 0 0,3 12 1 0 0,-3 0-2765 0 0</inkml:trace>
</inkml:ink>
</file>

<file path=ppt/ink/ink2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5:52.065"/>
    </inkml:context>
    <inkml:brush xml:id="br0">
      <inkml:brushProperty name="width" value="0.1" units="cm"/>
      <inkml:brushProperty name="height" value="0.1" units="cm"/>
      <inkml:brushProperty name="color" value="#FFFFFF"/>
    </inkml:brush>
  </inkml:definitions>
  <inkml:trace contextRef="#ctx0" brushRef="#br0">1 58 2503 0 0,'0'0'187'0'0,"6"-2"36"0"0,-1-1 0 0 0,-1 0 0 0 0,1 0 0 0 0,0 0-1 0 0,-1 0 1 0 0,1-1 0 0 0,3-4 0 0 0,-4 4 53 0 0,1 0 1 0 0,0 0-1 0 0,8-5 0 0 0,-12 8-225 0 0,1 0 1 0 0,-1 0-1 0 0,1 0 1 0 0,0 1-1 0 0,0-1 0 0 0,-1 0 1 0 0,1 1-1 0 0,0 0 0 0 0,0-1 1 0 0,0 1-1 0 0,0 0 0 0 0,0 0 1 0 0,-1 0-1 0 0,1 0 0 0 0,0 0 1 0 0,0 0-1 0 0,0 0 1 0 0,0 1-1 0 0,0-1 0 0 0,-1 1 1 0 0,1-1-1 0 0,2 2 0 0 0,-1 0 71 0 0,0 0 0 0 0,0 0 1 0 0,0 1-1 0 0,0-1 0 0 0,-1 1 0 0 0,1 0 0 0 0,-1 0 0 0 0,0 0 0 0 0,1 0 0 0 0,1 4 0 0 0,9 18 592 0 0,-1 0 0 0 0,-2 0 1 0 0,15 54-1 0 0,-16-47-104 0 0,2-1 1 0 0,18 40-1 0 0,-27-67-553 0 0,0 0 1 0 0,0-1-1 0 0,1 1 1 0 0,-1-1-1 0 0,1 0 0 0 0,-1 0 1 0 0,1 0-1 0 0,0 0 0 0 0,0 0 1 0 0,0-1-1 0 0,7 5 1 0 0,-8-6-42 0 0,0 0 0 0 0,0-1 1 0 0,0 1-1 0 0,0 0 1 0 0,1-1-1 0 0,-1 1 0 0 0,0-1 1 0 0,0 0-1 0 0,0 0 0 0 0,1 0 1 0 0,-1 0-1 0 0,0 0 1 0 0,0 0-1 0 0,1 0 0 0 0,-1-1 1 0 0,0 1-1 0 0,0-1 0 0 0,0 0 1 0 0,0 1-1 0 0,0-1 1 0 0,0 0-1 0 0,4-3 0 0 0,0 0-371 0 0,0 0 0 0 0,0 0 0 0 0,7-7 0 0 0,5-9-4087 0 0,-11 11 976 0 0</inkml:trace>
</inkml:ink>
</file>

<file path=ppt/ink/ink2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5:52.366"/>
    </inkml:context>
    <inkml:brush xml:id="br0">
      <inkml:brushProperty name="width" value="0.1" units="cm"/>
      <inkml:brushProperty name="height" value="0.1" units="cm"/>
      <inkml:brushProperty name="color" value="#FFFFFF"/>
    </inkml:brush>
  </inkml:definitions>
  <inkml:trace contextRef="#ctx0" brushRef="#br0">390 1 4831 0 0,'-6'4'506'0'0,"-28"21"479"0"0,2 0-1 0 0,0 2 1 0 0,-48 54 0 0 0,-69 106 874 0 0,135-167-1850 0 0,1 1 0 0 0,-17 32 0 0 0</inkml:trace>
</inkml:ink>
</file>

<file path=ppt/ink/ink2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5:53.253"/>
    </inkml:context>
    <inkml:brush xml:id="br0">
      <inkml:brushProperty name="width" value="0.1" units="cm"/>
      <inkml:brushProperty name="height" value="0.1" units="cm"/>
      <inkml:brushProperty name="color" value="#FFFFFF"/>
    </inkml:brush>
  </inkml:definitions>
  <inkml:trace contextRef="#ctx0" brushRef="#br0">107 1 2935 0 0,'0'0'214'0'0,"-4"4"-19"0"0,1 1-1 0 0,0-1 1 0 0,0 1 0 0 0,0 0 0 0 0,0 0 0 0 0,1 0 0 0 0,0 0-1 0 0,0 0 1 0 0,0 0 0 0 0,1 1 0 0 0,0-1 0 0 0,0 0 0 0 0,0 1-1 0 0,1-1 1 0 0,-1 1 0 0 0,1-1 0 0 0,2 10 0 0 0,-1-1-11 0 0,1-2 0 0 0,1 1 0 0 0,0 0-1 0 0,0 0 1 0 0,2-1 0 0 0,6 16 0 0 0,-9-25-133 0 0,-1 0 0 0 0,0 0 0 0 0,1 0 0 0 0,0 0 1 0 0,0 0-1 0 0,0-1 0 0 0,0 1 0 0 0,0-1 0 0 0,0 1 0 0 0,1-1 0 0 0,-1 0 0 0 0,1 0 0 0 0,-1 0 0 0 0,1 0 0 0 0,0 0 0 0 0,0-1 0 0 0,0 1 0 0 0,0-1 0 0 0,0 0 0 0 0,0 0 0 0 0,0 0 0 0 0,0 0 0 0 0,1-1 0 0 0,-1 1 0 0 0,0-1 0 0 0,0 0 0 0 0,1 0 0 0 0,-1 0 0 0 0,0 0 0 0 0,1 0 0 0 0,-1-1 0 0 0,0 1 0 0 0,0-1 0 0 0,1 0 0 0 0,-1 0 0 0 0,0-1 0 0 0,0 1 1 0 0,0 0-1 0 0,0-1 0 0 0,-1 0 0 0 0,1 0 0 0 0,0 0 0 0 0,3-3 0 0 0,3-4 218 0 0,1 0 0 0 0,-1-1-1 0 0,-1 0 1 0 0,0 0 0 0 0,11-21 0 0 0,-2 5 28 0 0,-11 17-240 0 0,-1-1-1 0 0,7-16 0 0 0,-9 17-23 0 0,1 1 0 0 0,0 0 0 0 0,0 0-1 0 0,0 0 1 0 0,1 1 0 0 0,1 0-1 0 0,7-9 1 0 0,-12 17-18 0 0,0 1 0 0 0,0 0 1 0 0,0 0-1 0 0,0-1 0 0 0,0 1 1 0 0,0 0-1 0 0,0 0 0 0 0,0 2 0 0 0,8 22 108 0 0,-2 1 0 0 0,-1 1 0 0 0,0-1 0 0 0,-3 1 0 0 0,0 0-1 0 0,-2 38 1 0 0,-4-7-44 0 0,-2-1 0 0 0,-4 1 0 0 0,-15 58 0 0 0,12-73-31 0 0,-2 0-1 0 0,-2-2 1 0 0,-1 0-1 0 0,-3 0 0 0 0,-1-2 1 0 0,-38 54-1 0 0,55-87-22 0 0,-7 8 60 0 0,-1 1 0 0 0,-16 16 0 0 0,24-28-67 0 0,1 0 0 0 0,-1-1 0 0 0,0 0 0 0 0,0 0 1 0 0,-1 0-1 0 0,1 0 0 0 0,-1-1 0 0 0,0 1 0 0 0,1-1 0 0 0,-1 0 0 0 0,0-1 0 0 0,0 1 1 0 0,-7 0-1 0 0,9-2-11 0 0,0 0 0 0 0,0 0 1 0 0,0-1-1 0 0,0 1 1 0 0,0-1-1 0 0,1 0 0 0 0,-1 0 1 0 0,0 0-1 0 0,0 0 0 0 0,1 0 1 0 0,-1-1-1 0 0,1 1 1 0 0,-1-1-1 0 0,1 0 0 0 0,0 0 1 0 0,0 1-1 0 0,0-1 1 0 0,-1-1-1 0 0,2 1 0 0 0,-4-4 1 0 0,1 1 1 0 0,0-1 1 0 0,0 1-1 0 0,1-1 0 0 0,0 0 1 0 0,0 0-1 0 0,0 0 1 0 0,1-1-1 0 0,-2-7 1 0 0,1-1 39 0 0,1 1 0 0 0,0-1-1 0 0,1 0 1 0 0,1 1 0 0 0,0-1 0 0 0,4-22 0 0 0,1 8-6 0 0,2 0 0 0 0,1 0 0 0 0,2 1 0 0 0,1 0 0 0 0,0 1-1 0 0,31-49 1 0 0,-32 60-36 0 0,2 0 1 0 0,0 1-1 0 0,1 0 0 0 0,0 1 0 0 0,1 0 0 0 0,1 1 1 0 0,30-20-1 0 0,-33 26 5 0 0,1 0 0 0 0,0 0 0 0 0,1 1 0 0 0,-1 1 0 0 0,1 0 0 0 0,1 1 0 0 0,-1 0 1 0 0,0 2-1 0 0,1-1 0 0 0,-1 2 0 0 0,16-1 0 0 0,84 9-624 0 0,-84-4-3172 0 0</inkml:trace>
</inkml:ink>
</file>

<file path=ppt/ink/ink2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6:06.934"/>
    </inkml:context>
    <inkml:brush xml:id="br0">
      <inkml:brushProperty name="width" value="0.1" units="cm"/>
      <inkml:brushProperty name="height" value="0.1" units="cm"/>
      <inkml:brushProperty name="color" value="#E71224"/>
    </inkml:brush>
  </inkml:definitions>
  <inkml:trace contextRef="#ctx0" brushRef="#br0">1545 0 2815 0 0,'0'0'776'0'0,"-8"19"1679"0"0,4-1-1363 0 0,0-1 0 0 0,-1 34 1 0 0,3-18-586 0 0,0-10 45 0 0,4 46 1 0 0,0 0-294 0 0,-10 17 141 0 0,-8 278 144 0 0,19-152-485 0 0,-1 21-75 0 0,-3-45-268 0 0,1-109 170 0 0,15 133-195 0 0,-8-139-64 0 0,-5-20 562 0 0,-4 63 1 0 0,1-90-132 0 0,-9 61 67 0 0,10-86-121 0 0,-1 0 0 0 0,1 0 0 0 0,0 0-1 0 0,0 0 1 0 0,-1 0 0 0 0,1 0 0 0 0,0 0-1 0 0,-1 0 1 0 0,1 0 0 0 0,-1 0 0 0 0,1 0-1 0 0,-1 0 1 0 0,0-1 0 0 0,1 1 0 0 0,-1 0-1 0 0,0 0 1 0 0,0-1 0 0 0,1 1 0 0 0,-1 0-1 0 0,0-1 1 0 0,0 1 0 0 0,0-1 0 0 0,0 1-1 0 0,0-1 1 0 0,0 1 0 0 0,0-1 0 0 0,0 0-1 0 0,0 1 1 0 0,0-1 0 0 0,0 0 0 0 0,0 0-1 0 0,0 0 1 0 0,0 0 0 0 0,0 0 0 0 0,-2 0-1 0 0,-6 1 162 0 0,-40 11-89 0 0,0-3 0 0 0,-78 5 0 0 0,-110 0 371 0 0,17-2-32 0 0,54-8-225 0 0,-12 1 94 0 0,115 1-14 0 0,-136 16 444 0 0,175-18-720 0 0,0-2-1 0 0,0 0 1 0 0,0-1 0 0 0,-37-5-1 0 0,59 5 7 0 0,-4-4 0 0 0,0 1 0 0 0,5 1-99 0 0,-1 0 0 0 0,1 0 0 0 0,-1 0 0 0 0,1 0 0 0 0,0 0 0 0 0,-1 0 0 0 0,1 0-1 0 0,0 0 1 0 0,0-1 0 0 0,0 1 0 0 0,0-1 0 0 0,0 1 0 0 0,0 0 0 0 0,0-3 0 0 0</inkml:trace>
</inkml:ink>
</file>

<file path=ppt/ink/ink2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6:09.456"/>
    </inkml:context>
    <inkml:brush xml:id="br0">
      <inkml:brushProperty name="width" value="0.1" units="cm"/>
      <inkml:brushProperty name="height" value="0.1" units="cm"/>
      <inkml:brushProperty name="color" value="#FFFFFF"/>
    </inkml:brush>
  </inkml:definitions>
  <inkml:trace contextRef="#ctx0" brushRef="#br0">168 29 1951 0 0,'-2'-27'147'0'0,"2"27"-144"0"0,0 0 0 0 0,0 0-1 0 0,0 0 1 0 0,0 0 0 0 0,0 0-1 0 0,0 0 1 0 0,0 0 0 0 0,0 0-1 0 0,0-1 1 0 0,0 1 0 0 0,0 0-1 0 0,0 0 1 0 0,0 0 0 0 0,0 0 0 0 0,0 0-1 0 0,0 0 1 0 0,0 0 0 0 0,0 0-1 0 0,0 0 1 0 0,0 0 0 0 0,0 0-1 0 0,0 0 1 0 0,0 0 0 0 0,0 0-1 0 0,0 0 1 0 0,0 0 0 0 0,0-1-1 0 0,0 1 1 0 0,0 0 0 0 0,0 0 0 0 0,0 0-1 0 0,1 0 1 0 0,-1 0 0 0 0,0 0-1 0 0,0 0 1 0 0,0 0 0 0 0,0 0-1 0 0,0 0 1 0 0,0 0 0 0 0,0 0-1 0 0,0 0 1 0 0,0 0 0 0 0,0 0 0 0 0,0 0-1 0 0,0 0 1 0 0,0 0 0 0 0,0 0-1 0 0,0 0 1 0 0,0 0 0 0 0,1 0-1 0 0,-1 0 1 0 0,0 0 0 0 0,0 0-1 0 0,0 0 1 0 0,0 0 0 0 0,0 0 0 0 0,0 0-1 0 0,0 0 1 0 0,0 0 0 0 0,0 0-1 0 0,0 0 1 0 0,0 0 0 0 0,0 0-1 0 0,0 0 1 0 0,0 0 0 0 0,0 1-1 0 0,5 4 1149 0 0,3 9 1062 0 0,-6-10-1891 0 0,-1 1-1 0 0,-1-1 1 0 0,1 1-1 0 0,0 0 1 0 0,-1-1-1 0 0,0 1 1 0 0,0 0-1 0 0,-1-1 1 0 0,1 1-1 0 0,-1 0 1 0 0,0-1-1 0 0,-3 8 0 0 0,-2 5 404 0 0,-16 31 0 0 0,18-40-465 0 0,-5 9 61 0 0,-1 0 0 0 0,-1 0 0 0 0,-16 20 0 0 0,19-27-539 0 0,-1-1 1 0 0,-11 9-1 0 0,13-12-804 0 0,-1 0-1 0 0,1-1 1 0 0,-14 6 0 0 0,12-7-2468 0 0</inkml:trace>
</inkml:ink>
</file>

<file path=ppt/ink/ink2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6:10.070"/>
    </inkml:context>
    <inkml:brush xml:id="br0">
      <inkml:brushProperty name="width" value="0.1" units="cm"/>
      <inkml:brushProperty name="height" value="0.1" units="cm"/>
      <inkml:brushProperty name="color" value="#FFFFFF"/>
    </inkml:brush>
  </inkml:definitions>
  <inkml:trace contextRef="#ctx0" brushRef="#br0">309 0 5351 0 0,'16'35'2855'0'0,"-6"-4"-2403"0"0,13 62 0 0 0,-21-78-340 0 0,0 0 0 0 0,-1 0 0 0 0,-1 1 1 0 0,0-1-1 0 0,-1 0 0 0 0,-4 21 0 0 0,4-29-94 0 0,-1 0 0 0 0,-1 0-1 0 0,1 0 1 0 0,-1-1 0 0 0,0 1-1 0 0,-1-1 1 0 0,0 1 0 0 0,0-1 0 0 0,0 0-1 0 0,0-1 1 0 0,-1 1 0 0 0,0-1-1 0 0,-1 0 1 0 0,1 0 0 0 0,-1 0-1 0 0,0-1 1 0 0,0 0 0 0 0,-11 6-1 0 0,10-6 3 0 0,-1-1 0 0 0,0 0 0 0 0,1-1-1 0 0,-1 1 1 0 0,0-1 0 0 0,0-1 0 0 0,0 0-1 0 0,0 0 1 0 0,-1 0 0 0 0,1-1 0 0 0,0 0 0 0 0,0-1-1 0 0,0 0 1 0 0,0 0 0 0 0,0-1 0 0 0,-13-4-1 0 0,18 5-16 0 0,0 0 0 0 0,0-1 0 0 0,1 1 0 0 0,-1-1 0 0 0,0 0 0 0 0,0 0 0 0 0,1 0-1 0 0,-1 0 1 0 0,1 0 0 0 0,0-1 0 0 0,0 1 0 0 0,0-1 0 0 0,0 1 0 0 0,0-1 0 0 0,0 0 0 0 0,1 0 0 0 0,-1 0-1 0 0,1 0 1 0 0,0 0 0 0 0,0 0 0 0 0,0 0 0 0 0,0 0 0 0 0,0-5 0 0 0,1 4-3 0 0,-1 1-1 0 0,1-1 1 0 0,0 1 0 0 0,0-1 0 0 0,1 1-1 0 0,-1-1 1 0 0,1 1 0 0 0,0-1 0 0 0,0 1-1 0 0,0-1 1 0 0,0 1 0 0 0,0 0 0 0 0,1 0-1 0 0,-1-1 1 0 0,1 1 0 0 0,0 0 0 0 0,0 1-1 0 0,0-1 1 0 0,1 0 0 0 0,-1 0 0 0 0,5-3-1 0 0,-6 5 0 0 0,0 0 0 0 0,1 0 1 0 0,-1 0-1 0 0,1 0 0 0 0,-1 0 0 0 0,0 0 0 0 0,1 0 0 0 0,0 1 0 0 0,-1-1 0 0 0,1 1 0 0 0,-1-1 0 0 0,1 1 0 0 0,0-1 0 0 0,-1 1 0 0 0,1 0 1 0 0,0 0-1 0 0,-1 0 0 0 0,1 0 0 0 0,0 0 0 0 0,0 0 0 0 0,-1 0 0 0 0,1 1 0 0 0,0-1 0 0 0,-1 1 0 0 0,1-1 0 0 0,-1 1 0 0 0,1 0 1 0 0,-1-1-1 0 0,1 1 0 0 0,-1 0 0 0 0,1 0 0 0 0,-1 0 0 0 0,0 0 0 0 0,1 0 0 0 0,-1 0 0 0 0,0 1 0 0 0,0-1 0 0 0,1 2 0 0 0,1 0-1 0 0,-1 0 0 0 0,0 1 0 0 0,0-1-1 0 0,0 1 1 0 0,0 0 0 0 0,-1-1 0 0 0,1 1-1 0 0,-1 0 1 0 0,0 0 0 0 0,0 0 0 0 0,-1 0-1 0 0,1 0 1 0 0,-1 0 0 0 0,0 0 0 0 0,0 4-1 0 0,-2 2 28 0 0,0 0-1 0 0,-1-1 1 0 0,0 0-1 0 0,0 1 0 0 0,-1-1 1 0 0,0-1-1 0 0,-1 1 1 0 0,0 0-1 0 0,-8 10 0 0 0,3-6 17 0 0,0-2 0 0 0,0 1-1 0 0,-1-2 1 0 0,0 1 0 0 0,-17 11-1 0 0,23-19-78 0 0,-4 3-972 0 0,0 0 0 0 0,-14 7 0 0 0,14-10-2426 0 0</inkml:trace>
</inkml:ink>
</file>

<file path=ppt/ink/ink2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6:10.395"/>
    </inkml:context>
    <inkml:brush xml:id="br0">
      <inkml:brushProperty name="width" value="0.1" units="cm"/>
      <inkml:brushProperty name="height" value="0.1" units="cm"/>
      <inkml:brushProperty name="color" value="#FFFFFF"/>
    </inkml:brush>
  </inkml:definitions>
  <inkml:trace contextRef="#ctx0" brushRef="#br0">571 1 6127 0 0,'-147'108'3380'0'0,"13"-11"-1456"0"0,-53 34-1048 0 0,102-85-4205 0 0,67-38-522 0 0</inkml:trace>
</inkml:ink>
</file>

<file path=ppt/ink/ink2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6:10.693"/>
    </inkml:context>
    <inkml:brush xml:id="br0">
      <inkml:brushProperty name="width" value="0.1" units="cm"/>
      <inkml:brushProperty name="height" value="0.1" units="cm"/>
      <inkml:brushProperty name="color" value="#FFFFFF"/>
    </inkml:brush>
  </inkml:definitions>
  <inkml:trace contextRef="#ctx0" brushRef="#br0">193 1 4111 0 0,'0'0'319'0'0,"-11"13"934"0"0,-25 19 471 0 0,-58 41-1 0 0,54-45-4187 0 0,29-22-395 0 0</inkml:trace>
</inkml:ink>
</file>

<file path=ppt/ink/ink2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6:11.463"/>
    </inkml:context>
    <inkml:brush xml:id="br0">
      <inkml:brushProperty name="width" value="0.1" units="cm"/>
      <inkml:brushProperty name="height" value="0.1" units="cm"/>
      <inkml:brushProperty name="color" value="#FFFFFF"/>
    </inkml:brush>
  </inkml:definitions>
  <inkml:trace contextRef="#ctx0" brushRef="#br0">175 0 4255 0 0,'0'0'332'0'0,"-5"13"-126"0"0,2-5 247 0 0,0 0 0 0 0,1 0 0 0 0,0 0-1 0 0,0 1 1 0 0,1-1 0 0 0,0 0 0 0 0,1 12 0 0 0,7 61 400 0 0,-1-14-492 0 0,-6-47-379 0 0,-3 35-1 0 0,3-49 71 0 0,-1-1 0 0 0,0 0 0 0 0,0 0-1 0 0,-1 1 1 0 0,1-1 0 0 0,-1 0-1 0 0,0 0 1 0 0,-1-1 0 0 0,1 1 0 0 0,-1 0-1 0 0,-6 8 1 0 0,7-11-3 0 0,-1 0-1 0 0,1 0 1 0 0,-1 0-1 0 0,1 0 1 0 0,-1-1-1 0 0,1 1 1 0 0,-1 0-1 0 0,0-1 1 0 0,0 0-1 0 0,0 0 1 0 0,0 0 0 0 0,0 0-1 0 0,0 0 1 0 0,0-1-1 0 0,0 1 1 0 0,0-1-1 0 0,0 0 1 0 0,0 0-1 0 0,0 0 1 0 0,-1 0-1 0 0,1 0 1 0 0,0-1 0 0 0,0 0-1 0 0,0 1 1 0 0,0-1-1 0 0,-4-2 1 0 0,4 2 57 0 0,-1-1 0 0 0,1 0 1 0 0,0 1-1 0 0,0-1 1 0 0,-1-1-1 0 0,1 1 0 0 0,0 0 1 0 0,1-1-1 0 0,-1 0 0 0 0,0 1 1 0 0,1-1-1 0 0,0 0 0 0 0,-1 0 1 0 0,1-1-1 0 0,0 1 0 0 0,1 0 1 0 0,-1-1-1 0 0,1 1 1 0 0,-1-1-1 0 0,1 1 0 0 0,-1-5 1 0 0,1-13 255 0 0,0 1 1 0 0,1-1 0 0 0,1 0 0 0 0,1 1 0 0 0,5-24 0 0 0,-3 19-147 0 0,4-17-103 0 0,-4 25-735 0 0,-1 0 0 0 0,2-29 0 0 0</inkml:trace>
</inkml:ink>
</file>

<file path=ppt/ink/ink2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6:12.040"/>
    </inkml:context>
    <inkml:brush xml:id="br0">
      <inkml:brushProperty name="width" value="0.1" units="cm"/>
      <inkml:brushProperty name="height" value="0.1" units="cm"/>
      <inkml:brushProperty name="color" value="#FFFFFF"/>
    </inkml:brush>
  </inkml:definitions>
  <inkml:trace contextRef="#ctx0" brushRef="#br0">512 2 3367 0 0,'0'0'26'0'0,"0"0"-1"0"0,-1 0 1 0 0,1 0-1 0 0,0-1 1 0 0,0 1-1 0 0,0 0 0 0 0,0 0 1 0 0,-1 0-1 0 0,1 0 1 0 0,0 0-1 0 0,0 0 0 0 0,0 0 1 0 0,0 0-1 0 0,-1 0 1 0 0,1-1-1 0 0,0 1 1 0 0,0 0-1 0 0,0 0 0 0 0,-1 0 1 0 0,1 0-1 0 0,0 0 1 0 0,0 0-1 0 0,0 0 0 0 0,-1 0 1 0 0,1 0-1 0 0,0 1 1 0 0,0-1-1 0 0,0 0 1 0 0,0 0-1 0 0,-1 0 0 0 0,1 0 1 0 0,0 0-1 0 0,0 0 1 0 0,0 0-1 0 0,0 0 1 0 0,-1 0-1 0 0,1 1 0 0 0,0-1 1 0 0,0 0-1 0 0,0 0 1 0 0,0 0-1 0 0,0 0 0 0 0,0 0 1 0 0,-1 1-1 0 0,1-1 1 0 0,0 0-1 0 0,-5 7 916 0 0,3-3-803 0 0,1 0 0 0 0,0-1-1 0 0,0 1 1 0 0,0 0 0 0 0,0 0-1 0 0,1 0 1 0 0,-1 0-1 0 0,1 0 1 0 0,0 0 0 0 0,0 0-1 0 0,1 0 1 0 0,-1 0 0 0 0,1 0-1 0 0,1 6 1 0 0,2 26 549 0 0,-4-32-657 0 0,-1 1-1 0 0,0-1 0 0 0,0 1 0 0 0,-1-1 1 0 0,1 0-1 0 0,-1 0 0 0 0,0 1 0 0 0,0-1 0 0 0,-1 0 1 0 0,1-1-1 0 0,-1 1 0 0 0,1 0 0 0 0,-1-1 1 0 0,0 1-1 0 0,-1-1 0 0 0,1 0 0 0 0,-1 0 1 0 0,1 0-1 0 0,-1-1 0 0 0,0 1 0 0 0,0-1 0 0 0,0 0 1 0 0,-6 3-1 0 0,6-4 12 0 0,0 1 1 0 0,0-1-1 0 0,0 1 0 0 0,-1-1 1 0 0,1 0-1 0 0,0 0 0 0 0,0-1 0 0 0,-1 0 1 0 0,1 1-1 0 0,0-1 0 0 0,-1-1 1 0 0,1 1-1 0 0,0 0 0 0 0,0-1 1 0 0,0 0-1 0 0,-1 0 0 0 0,1-1 1 0 0,0 1-1 0 0,0-1 0 0 0,0 1 1 0 0,1-1-1 0 0,-1-1 0 0 0,0 1 1 0 0,1 0-1 0 0,-5-4 0 0 0,6 3-8 0 0,1 1-1 0 0,-1 0 0 0 0,0-1 0 0 0,1 1 0 0 0,-1-1 0 0 0,1 0 0 0 0,0 1 1 0 0,0-1-1 0 0,0 0 0 0 0,0 0 0 0 0,0 0 0 0 0,1 0 0 0 0,-1 0 0 0 0,1 0 1 0 0,0 0-1 0 0,0 0 0 0 0,0 0 0 0 0,0 0 0 0 0,1 0 0 0 0,-1 0 0 0 0,2-4 1 0 0,-1 2-24 0 0,0 1 1 0 0,1 0 0 0 0,-1 0 0 0 0,1 0 0 0 0,0 0 0 0 0,0 0 0 0 0,1 0 0 0 0,-1 0-1 0 0,1 1 1 0 0,0-1 0 0 0,0 1 0 0 0,0 0 0 0 0,7-6 0 0 0,-10 9 5 0 0,1-1 0 0 0,-1 1 0 0 0,0 0 0 0 0,1 0 0 0 0,-1-1 0 0 0,1 1 0 0 0,-1 0 0 0 0,1 0 0 0 0,-1 0 0 0 0,1-1 0 0 0,-1 1 0 0 0,1 0 0 0 0,-1 0 0 0 0,0 0 0 0 0,1 0 0 0 0,-1 0 0 0 0,1 0 0 0 0,-1 0 0 0 0,1 0 0 0 0,-1 0 0 0 0,1 0 0 0 0,-1 0 0 0 0,1 1 0 0 0,-1-1 0 0 0,1 0 0 0 0,-1 0 0 0 0,1 0 0 0 0,0 1 0 0 0,0 0 14 0 0,-1 0 0 0 0,1-1 0 0 0,0 1 0 0 0,0 0 0 0 0,0 0 1 0 0,-1 0-1 0 0,1 0 0 0 0,-1 0 0 0 0,1 0 0 0 0,-1 1 0 0 0,1 0 0 0 0,1 3 30 0 0,-1-1 0 0 0,0 1 0 0 0,0 0 0 0 0,-1-1 0 0 0,1 7 0 0 0,-2-1 39 0 0,-1 0 0 0 0,0 0 1 0 0,0 0-1 0 0,-1 0 0 0 0,0 0 0 0 0,-1 0 0 0 0,0-1 0 0 0,0 0 0 0 0,-1 0 0 0 0,0 0 0 0 0,-1 0 0 0 0,0-1 0 0 0,-1 0 0 0 0,1 0 1 0 0,-13 11-1 0 0,9-10-42 0 0,-1 0 1 0 0,0 0-1 0 0,0-1 1 0 0,-1 0-1 0 0,0-1 1 0 0,0-1 0 0 0,-1 0-1 0 0,0 0 1 0 0,0-1-1 0 0,0-1 1 0 0,-15 3-1 0 0,19-5-14 0 0,1-1 1 0 0,-1-1-1 0 0,0 0 0 0 0,0 0 0 0 0,0 0 0 0 0,-9-2 0 0 0,14 1-123 0 0,0 0-1 0 0,0 0 0 0 0,0 0 1 0 0,1 0-1 0 0,-1-1 0 0 0,0 1 0 0 0,0-1 1 0 0,1 0-1 0 0,-1 0 0 0 0,1-1 1 0 0,-1 1-1 0 0,1-1 0 0 0,0 0 0 0 0,-5-5 1 0 0,4 0-3194 0 0</inkml:trace>
</inkml:ink>
</file>

<file path=ppt/ink/ink2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6:12.258"/>
    </inkml:context>
    <inkml:brush xml:id="br0">
      <inkml:brushProperty name="width" value="0.1" units="cm"/>
      <inkml:brushProperty name="height" value="0.1" units="cm"/>
      <inkml:brushProperty name="color" value="#FFFFFF"/>
    </inkml:brush>
  </inkml:definitions>
  <inkml:trace contextRef="#ctx0" brushRef="#br0">1 10 5351 0 0,'6'1'480'0'0,"2"-2"-384"0"0,1-2-96 0 0,-1 2 0 0 0,2-1 536 0 0,0 1 88 0 0,0-1 16 0 0,-2 1 8 0 0,1 2-392 0 0,-1 0-88 0 0,-2-1-8 0 0</inkml:trace>
</inkml:ink>
</file>

<file path=ppt/ink/ink2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6:12.585"/>
    </inkml:context>
    <inkml:brush xml:id="br0">
      <inkml:brushProperty name="width" value="0.1" units="cm"/>
      <inkml:brushProperty name="height" value="0.1" units="cm"/>
      <inkml:brushProperty name="color" value="#FFFFFF"/>
    </inkml:brush>
  </inkml:definitions>
  <inkml:trace contextRef="#ctx0" brushRef="#br0">174 1 5351 0 0,'0'0'416'0'0,"2"17"272"0"0,-5-2-376 0 0,-1 0-1 0 0,-1 0 0 0 0,-1 0 0 0 0,0 0 0 0 0,0-1 1 0 0,-2 0-1 0 0,0 0 0 0 0,0 0 0 0 0,-18 20 0 0 0,-31 24-34 0 0,30-35-2956 0 0,16-14-399 0 0</inkml:trace>
</inkml:ink>
</file>

<file path=ppt/ink/ink2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6:13.923"/>
    </inkml:context>
    <inkml:brush xml:id="br0">
      <inkml:brushProperty name="width" value="0.1" units="cm"/>
      <inkml:brushProperty name="height" value="0.1" units="cm"/>
      <inkml:brushProperty name="color" value="#FFFFFF"/>
    </inkml:brush>
  </inkml:definitions>
  <inkml:trace contextRef="#ctx0" brushRef="#br0">37 80 2935 0 0,'-2'0'219'0'0,"-1"-1"-1"0"0,1 0 0 0 0,0 0 0 0 0,0 0 0 0 0,0 0 0 0 0,0 0 0 0 0,0 0 1 0 0,0 0-1 0 0,0-1 0 0 0,0 1 0 0 0,0-1 0 0 0,1 1 0 0 0,-1-1 0 0 0,1 0 1 0 0,-1 0-1 0 0,1 0 0 0 0,-2-2 0 0 0,3 3-161 0 0,-1 0 0 0 0,1 0 0 0 0,0 0 0 0 0,0 0-1 0 0,0 0 1 0 0,0 0 0 0 0,0 0 0 0 0,0 1 0 0 0,0-1 0 0 0,0 0 0 0 0,0 0 0 0 0,0 0-1 0 0,0 0 1 0 0,0 0 0 0 0,1 0 0 0 0,-1 0 0 0 0,0 1 0 0 0,1-1 0 0 0,-1 0 0 0 0,1 0-1 0 0,-1 0 1 0 0,1 1 0 0 0,-1-1 0 0 0,1 0 0 0 0,0 0 0 0 0,0 0 0 0 0,1-1 2 0 0,0 0 1 0 0,0 0 0 0 0,0 0-1 0 0,0 0 1 0 0,0 1 0 0 0,5-4-1 0 0,2 2-3 0 0,-1 1-1 0 0,1-1 1 0 0,0 1-1 0 0,0 1 1 0 0,-1 0 0 0 0,1 0-1 0 0,0 1 1 0 0,0 0-1 0 0,0 0 1 0 0,0 1-1 0 0,9 2 1 0 0,-1 0 102 0 0,0 1 0 0 0,-1 1-1 0 0,0 0 1 0 0,30 15 0 0 0,-40-17-107 0 0,-1 0-1 0 0,1 1 1 0 0,-1-1 0 0 0,0 1-1 0 0,0 0 1 0 0,7 8-1 0 0,-11-11-33 0 0,0 0 1 0 0,0 0-1 0 0,0 1 0 0 0,0-1 1 0 0,0 0-1 0 0,0 1 0 0 0,0-1 0 0 0,-1 1 1 0 0,1-1-1 0 0,-1 0 0 0 0,1 1 0 0 0,-1 0 1 0 0,0-1-1 0 0,1 1 0 0 0,-1-1 1 0 0,0 1-1 0 0,0-1 0 0 0,0 1 0 0 0,0-1 1 0 0,0 1-1 0 0,0 0 0 0 0,-1-1 1 0 0,1 1-1 0 0,0-1 0 0 0,-1 1 0 0 0,1-1 1 0 0,-1 1-1 0 0,0-1 0 0 0,0 0 0 0 0,1 1 1 0 0,-1-1-1 0 0,-2 3 0 0 0,-5 5 55 0 0,0-1 1 0 0,0 0-1 0 0,-1 0 0 0 0,-15 11 0 0 0,-43 22 66 0 0,23-14-201 0 0,44-27 43 0 0,0 0-1 0 0,0 0 0 0 0,0 0 0 0 0,0 0 0 0 0,-1 0 1 0 0,1 0-1 0 0,0 0 0 0 0,0 0 0 0 0,0 1 1 0 0,0-1-1 0 0,0 0 0 0 0,-1 0 0 0 0,1 0 0 0 0,0 0 1 0 0,0 0-1 0 0,0 1 0 0 0,0-1 0 0 0,0 0 1 0 0,0 0-1 0 0,0 0 0 0 0,0 0 0 0 0,0 1 1 0 0,0-1-1 0 0,0 0 0 0 0,0 0 0 0 0,0 0 0 0 0,0 0 1 0 0,0 1-1 0 0,0-1 0 0 0,0 0 0 0 0,0 0 1 0 0,0 0-1 0 0,0 1 0 0 0,0-1 0 0 0,0 0 0 0 0,0 0 1 0 0,0 0-1 0 0,0 0 0 0 0,0 1 0 0 0,9 5-377 0 0,15 5 102 0 0,-20-10 165 0 0,32 13-36 0 0,-17-8 238 0 0,19 9-1 0 0,-33-12-26 0 0,0 0-1 0 0,1 0 0 0 0,-1 1 0 0 0,0-1 1 0 0,0 1-1 0 0,-1 0 0 0 0,8 8 0 0 0,-11-11-13 0 0,0 1-1 0 0,0 0 1 0 0,0-1-1 0 0,1 1 1 0 0,-1 0-1 0 0,-1-1 1 0 0,1 1-1 0 0,0 0 1 0 0,0 0-1 0 0,-1 0 1 0 0,1 0-1 0 0,-1 0 1 0 0,0 0-1 0 0,1 0 1 0 0,-1 0-1 0 0,0 0 1 0 0,0 0-1 0 0,0 0 1 0 0,-1 3-1 0 0,0-2 19 0 0,0 0 0 0 0,0 0 0 0 0,0 0-1 0 0,-1 0 1 0 0,1 0 0 0 0,-1 0 0 0 0,0 0 0 0 0,1-1 0 0 0,-2 1-1 0 0,-3 4 1 0 0,-1 0 16 0 0,0-1 1 0 0,-1 0-1 0 0,0 0 0 0 0,0-1 0 0 0,-1 0 0 0 0,1 0 0 0 0,-11 3 1 0 0,1-1 18 0 0,-36 8-1 0 0,47-13-82 0 0,1-1-1 0 0,-1 0 0 0 0,0-1 0 0 0,1 0 0 0 0,-1 0 0 0 0,0 0 1 0 0,1-1-1 0 0,-1 0 0 0 0,-7-2 0 0 0,3-2-281 0 0</inkml:trace>
</inkml:ink>
</file>

<file path=ppt/ink/ink2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6:14.362"/>
    </inkml:context>
    <inkml:brush xml:id="br0">
      <inkml:brushProperty name="width" value="0.1" units="cm"/>
      <inkml:brushProperty name="height" value="0.1" units="cm"/>
      <inkml:brushProperty name="color" value="#FFFFFF"/>
    </inkml:brush>
  </inkml:definitions>
  <inkml:trace contextRef="#ctx0" brushRef="#br0">38 29 2039 0 0,'0'0'5343'0'0,"-18"-9"-3951"0"0,13 7-1426 0 0,-8-8 1284 0 0,13 10-1232 0 0,0 0-1 0 0,-1 0 1 0 0,1 0 0 0 0,0 0-1 0 0,0 0 1 0 0,0 0-1 0 0,0 0 1 0 0,0-1 0 0 0,0 1-1 0 0,0 0 1 0 0,0 0 0 0 0,0 0-1 0 0,0 0 1 0 0,0 0-1 0 0,0 0 1 0 0,0 0 0 0 0,0-1-1 0 0,0 1 1 0 0,0 0-1 0 0,0 0 1 0 0,0 0 0 0 0,0 0-1 0 0,0 0 1 0 0,0 0-1 0 0,0-1 1 0 0,0 1 0 0 0,0 0-1 0 0,0 0 1 0 0,0 0-1 0 0,0 0 1 0 0,1 0 0 0 0,-1 0-1 0 0,0 0 1 0 0,0 0-1 0 0,0-1 1 0 0,0 1 0 0 0,0 0-1 0 0,0 0 1 0 0,11-3 194 0 0,-9 3-148 0 0,0 0 0 0 0,0-1 0 0 0,0 1 0 0 0,0 1 0 0 0,0-1 0 0 0,0 0 0 0 0,0 0 0 0 0,0 1 0 0 0,0-1 0 0 0,0 1 0 0 0,0 0 0 0 0,0 0 0 0 0,-1-1 0 0 0,1 1 0 0 0,0 0 0 0 0,-1 0 0 0 0,1 1 0 0 0,2 1 0 0 0,-3-2-167 0 0,0 0 0 0 0,0 0 0 0 0,0 0-1 0 0,-1 0 1 0 0,1 0 0 0 0,0 1 0 0 0,-1-1 0 0 0,1 0 0 0 0,-1 0-1 0 0,1 1 1 0 0,-1-1 0 0 0,1 0 0 0 0,-1 1 0 0 0,0-1-1 0 0,0 0 1 0 0,0 1 0 0 0,1-1 0 0 0,-1 0 0 0 0,-1 1-1 0 0,1-1 1 0 0,0 1 0 0 0,0-1 0 0 0,0 0 0 0 0,-1 1-1 0 0,1-1 1 0 0,-1 0 0 0 0,1 0 0 0 0,-2 2 0 0 0</inkml:trace>
</inkml:ink>
</file>

<file path=ppt/ink/ink2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6:15.039"/>
    </inkml:context>
    <inkml:brush xml:id="br0">
      <inkml:brushProperty name="width" value="0.1" units="cm"/>
      <inkml:brushProperty name="height" value="0.1" units="cm"/>
      <inkml:brushProperty name="color" value="#FFFFFF"/>
    </inkml:brush>
  </inkml:definitions>
  <inkml:trace contextRef="#ctx0" brushRef="#br0">75 122 3223 0 0,'-3'0'282'0'0,"1"1"0"0"0,-1-1 0 0 0,1 1 0 0 0,-1-1 0 0 0,0 0 0 0 0,1 0 0 0 0,-1 0 0 0 0,1 0 0 0 0,-1 0 0 0 0,1-1 0 0 0,-5 0 0 0 0,4 0-94 0 0,1 1-1 0 0,-1-1 0 0 0,0 0 0 0 0,1 0 0 0 0,-1-1 0 0 0,1 1 0 0 0,-1 0 1 0 0,1-1-1 0 0,0 0 0 0 0,-5-3 0 0 0,7 4-124 0 0,-1 0 0 0 0,0 0 0 0 0,0 0 0 0 0,0 0 0 0 0,1 0 0 0 0,-1 0 0 0 0,1-1 0 0 0,-1 1 0 0 0,1 0 0 0 0,-1 0 0 0 0,1-1 0 0 0,0 1 0 0 0,0 0 0 0 0,-1 0 0 0 0,1-1 0 0 0,0 1 0 0 0,0 0 0 0 0,0 0 0 0 0,0-1 0 0 0,1 1-1 0 0,-1 0 1 0 0,0-1 0 0 0,0 1 0 0 0,1 0 0 0 0,0-2 0 0 0,1-1 30 0 0,1 0-1 0 0,-1 0 0 0 0,1 0 1 0 0,0 0-1 0 0,0 0 0 0 0,0 1 1 0 0,0-1-1 0 0,1 1 0 0 0,-1 0 1 0 0,1 0-1 0 0,0 0 1 0 0,0 1-1 0 0,0 0 0 0 0,5-3 1 0 0,-2 2-42 0 0,1-1 1 0 0,-1 2 0 0 0,1-1 0 0 0,0 1 0 0 0,0 0 0 0 0,0 0-1 0 0,12 0 1 0 0,-15 2 7 0 0,0 1-1 0 0,0-1 1 0 0,0 1-1 0 0,-1 0 0 0 0,1 0 1 0 0,0 0-1 0 0,-1 1 1 0 0,1 0-1 0 0,-1-1 0 0 0,1 2 1 0 0,-1-1-1 0 0,0 0 1 0 0,0 1-1 0 0,0 0 0 0 0,6 5 1 0 0,-9-6-43 0 0,1-1 1 0 0,0 1-1 0 0,-1 0 1 0 0,1 0-1 0 0,-1 0 1 0 0,0 0-1 0 0,1 0 1 0 0,-1 0-1 0 0,0 0 1 0 0,0 0 0 0 0,-1 0-1 0 0,1 0 1 0 0,0 1-1 0 0,-1-1 1 0 0,1 0-1 0 0,-1 1 1 0 0,0-1-1 0 0,0 0 1 0 0,0 1-1 0 0,0-1 1 0 0,0 0-1 0 0,0 1 1 0 0,-1-1-1 0 0,1 0 1 0 0,-1 1-1 0 0,1-1 1 0 0,-1 0-1 0 0,0 0 1 0 0,0 0-1 0 0,0 0 1 0 0,0 0-1 0 0,0 0 1 0 0,-3 4-1 0 0,-2 0 25 0 0,0 0 0 0 0,0 0-1 0 0,-9 8 1 0 0,10-10-107 0 0,0 0 1 0 0,0 1-1 0 0,0-1 0 0 0,1 1 0 0 0,-1 0 1 0 0,-5 10-1 0 0,10-14 33 0 0,-1 1 1 0 0,1-1-1 0 0,0 0 1 0 0,0 1-1 0 0,0-1 1 0 0,0 1-1 0 0,0-1 1 0 0,0 0-1 0 0,0 1 1 0 0,0-1-1 0 0,1 1 0 0 0,-1-1 1 0 0,1 0-1 0 0,-1 1 1 0 0,1-1-1 0 0,-1 0 1 0 0,1 1-1 0 0,0-1 1 0 0,-1 0-1 0 0,2 2 1 0 0,19 24-46 0 0,-20-26 72 0 0,29 30-24 0 0,-15-14 359 0 0,23 28 1 0 0,-34-40-255 0 0,0 1 0 0 0,-1 0 0 0 0,0 0 0 0 0,0 0 0 0 0,0 0 0 0 0,-1 0 0 0 0,0 1 0 0 0,0-1 0 0 0,1 12 0 0 0,-2-15-71 0 0,-1 0 0 0 0,0 0-1 0 0,0-1 1 0 0,0 1 0 0 0,0 0 0 0 0,-1-1-1 0 0,1 1 1 0 0,-1 0 0 0 0,0-1 0 0 0,0 1 0 0 0,0-1-1 0 0,0 1 1 0 0,0-1 0 0 0,0 1 0 0 0,0-1-1 0 0,-3 3 1 0 0,1-2 9 0 0,0 0-1 0 0,0 0 1 0 0,0 0-1 0 0,0-1 1 0 0,0 1-1 0 0,-1-1 1 0 0,0 0-1 0 0,1 0 1 0 0,-8 3-1 0 0,-5 0 29 0 0,0-1 0 0 0,0 0 0 0 0,0-2 0 0 0,-21 2-1 0 0,26-3-36 0 0,11-1-4 0 0,-9 2-923 0 0,0-2 0 0 0,0 1 0 0 0,1-1 1 0 0,-14-2-1 0 0</inkml:trace>
</inkml:ink>
</file>

<file path=ppt/ink/ink2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16:15.614"/>
    </inkml:context>
    <inkml:brush xml:id="br0">
      <inkml:brushProperty name="width" value="0.1" units="cm"/>
      <inkml:brushProperty name="height" value="0.1" units="cm"/>
      <inkml:brushProperty name="color" value="#FFFFFF"/>
    </inkml:brush>
  </inkml:definitions>
  <inkml:trace contextRef="#ctx0" brushRef="#br0">0 1 6335 0 0,'1'5'477'0'0,"0"0"-1"0"0,0 0 0 0 0,1 0 0 0 0,-1 0 0 0 0,5 9 0 0 0,-2-7-281 0 0,-1 1 0 0 0,4 15 0 0 0,-1 43 1034 0 0,-6-50-986 0 0,2 0 1 0 0,0 0-1 0 0,0 0 1 0 0,10 30-1 0 0,-12-45-220 0 0,0-1-1 0 0,0 1 1 0 0,0-1-1 0 0,1 1 1 0 0,-1-1-1 0 0,0 1 1 0 0,0-1-1 0 0,1 1 1 0 0,-1-1 0 0 0,0 1-1 0 0,1-1 1 0 0,-1 0-1 0 0,1 1 1 0 0,-1-1-1 0 0,1 1 1 0 0,-1-1-1 0 0,1 0 1 0 0,-1 0-1 0 0,1 1 1 0 0,-1-1-1 0 0,1 0 1 0 0,-1 0-1 0 0,1 1 1 0 0,-1-1-1 0 0,1 0 1 0 0,-1 0-1 0 0,1 0 1 0 0,-1 0-1 0 0,1 0 1 0 0,1 0-1 0 0,-1 0 30 0 0,1-1 0 0 0,0 1-1 0 0,-1-1 1 0 0,1 1-1 0 0,-1-1 1 0 0,1 0-1 0 0,0 0 1 0 0,-1 0-1 0 0,1 0 1 0 0,1-1 0 0 0,3-4 129 0 0,1 0 0 0 0,-1 0 1 0 0,7-10-1 0 0,5-10 412 0 0,21-41 0 0 0,2-3 38 0 0,-39 67-610 0 0,0 1-1 0 0,-1 0 0 0 0,1 0 1 0 0,0 0-1 0 0,0 0 0 0 0,0 0 1 0 0,0 0-1 0 0,0 0 1 0 0,0 0-1 0 0,4-1 0 0 0,0 1-8 0 0,-5 2-6 0 0,-1 0 0 0 0,1 0-1 0 0,0 0 1 0 0,-1 0 0 0 0,1 0-1 0 0,0 0 1 0 0,-1 1 0 0 0,1-1-1 0 0,0 0 1 0 0,-1 0 0 0 0,1 1 0 0 0,-1-1-1 0 0,1 0 1 0 0,0 1 0 0 0,-1-1-1 0 0,1 0 1 0 0,-1 1 0 0 0,1-1-1 0 0,-1 1 1 0 0,1-1 0 0 0,-1 1-1 0 0,0-1 1 0 0,1 1 0 0 0,-1-1-1 0 0,0 1 1 0 0,1 0 0 0 0,-1-1 0 0 0,1 2-1 0 0,-1-1 64 0 0,3 4-51 0 0,0 0 0 0 0,0 0 1 0 0,6 7-1 0 0,3-3-4727 0 0</inkml:trace>
</inkml:ink>
</file>

<file path=ppt/ink/ink2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4:38.913"/>
    </inkml:context>
    <inkml:brush xml:id="br0">
      <inkml:brushProperty name="width" value="0.1" units="cm"/>
      <inkml:brushProperty name="height" value="0.1" units="cm"/>
      <inkml:brushProperty name="color" value="#FFFFFF"/>
    </inkml:brush>
  </inkml:definitions>
  <inkml:trace contextRef="#ctx0" brushRef="#br0">155 299 2935 0 0,'7'-28'8237'0'0,"-7"38"-6946"0"0,0 11-1000 0 0,-2 45 134 0 0,2-59-394 0 0,-1 0 0 0 0,0 0 0 0 0,-1 0 0 0 0,0 0 0 0 0,0 0 1 0 0,-6 12-1 0 0,7-17-22 0 0,-1 1 0 0 0,1 0 0 0 0,-1-1 1 0 0,0 1-1 0 0,0-1 0 0 0,0 0 0 0 0,0 0 1 0 0,-1 0-1 0 0,1 0 0 0 0,-1 0 0 0 0,1 0 1 0 0,-1-1-1 0 0,-4 3 0 0 0,5-3 4 0 0,1-1 0 0 0,-1 1 0 0 0,1-1 0 0 0,-1 0 0 0 0,1 1 0 0 0,-1-1 0 0 0,0 0 0 0 0,1 0 0 0 0,-1 0 0 0 0,1 0 0 0 0,-1 0 0 0 0,1-1 0 0 0,-1 1 0 0 0,0 0 0 0 0,1-1 0 0 0,-1 1 0 0 0,1-1 0 0 0,0 1 0 0 0,-1-1 0 0 0,1 0 0 0 0,-1 0 0 0 0,1 0 0 0 0,0 0 0 0 0,0 0 0 0 0,-1 0 0 0 0,1 0 0 0 0,0 0 0 0 0,-2-2 0 0 0,-1-3 17 0 0,0-1 0 0 0,0 1 0 0 0,0-1 0 0 0,1 0 0 0 0,0 0 0 0 0,0 0 0 0 0,1 0 0 0 0,-3-11 1 0 0,-7-61 284 0 0,2-60 444 0 0,-2-19 288 0 0,14 162-644 0 0,6 17-596 0 0,0-7-4182 0 0</inkml:trace>
</inkml:ink>
</file>

<file path=ppt/ink/ink2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4:39.164"/>
    </inkml:context>
    <inkml:brush xml:id="br0">
      <inkml:brushProperty name="width" value="0.1" units="cm"/>
      <inkml:brushProperty name="height" value="0.1" units="cm"/>
      <inkml:brushProperty name="color" value="#FFFFFF"/>
    </inkml:brush>
  </inkml:definitions>
  <inkml:trace contextRef="#ctx0" brushRef="#br0">520 1 6127 0 0,'0'0'472'0'0,"-1"2"-306"0"0,-50 77 1318 0 0,24-34-353 0 0,-2-1 0 0 0,-2-2 1 0 0,-43 46-1 0 0,-96 59 92 0 0,38-36-1441 0 0,130-109 34 0 0,0 1-199 0 0</inkml:trace>
</inkml:ink>
</file>

<file path=ppt/ink/ink2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4:40.396"/>
    </inkml:context>
    <inkml:brush xml:id="br0">
      <inkml:brushProperty name="width" value="0.1" units="cm"/>
      <inkml:brushProperty name="height" value="0.1" units="cm"/>
      <inkml:brushProperty name="color" value="#FFFFFF"/>
    </inkml:brush>
  </inkml:definitions>
  <inkml:trace contextRef="#ctx0" brushRef="#br0">744 241 4199 0 0,'0'0'966'0'0,"-3"13"779"0"0,3 36-158 0 0,0-37-1373 0 0,1 0 1 0 0,-2 0 0 0 0,0 0-1 0 0,-4 20 1 0 0,5-29-195 0 0,-2 1-1 0 0,1-1 1 0 0,0 0 0 0 0,-1 1 0 0 0,1-1 0 0 0,-1 0 0 0 0,0 0 0 0 0,0 0 0 0 0,0 0 0 0 0,-1-1-1 0 0,1 1 1 0 0,-1 0 0 0 0,1-1 0 0 0,-1 0 0 0 0,0 1 0 0 0,0-1 0 0 0,0 0 0 0 0,0-1 0 0 0,0 1-1 0 0,-4 1 1 0 0,5-2 0 0 0,1-1-1 0 0,-1 1 0 0 0,0 0 0 0 0,1-1 0 0 0,-1 0 0 0 0,0 1 0 0 0,1-1 1 0 0,-1 0-1 0 0,0 0 0 0 0,0 0 0 0 0,1 0 0 0 0,-1 0 0 0 0,0 0 1 0 0,0 0-1 0 0,1-1 0 0 0,-1 1 0 0 0,0-1 0 0 0,1 1 0 0 0,-4-2 1 0 0,3 0-6 0 0,-1 0 0 0 0,1 0 0 0 0,0 1 0 0 0,0-1 1 0 0,0 0-1 0 0,0-1 0 0 0,1 1 0 0 0,-1 0 1 0 0,0 0-1 0 0,1-1 0 0 0,-2-3 0 0 0,-2-5 81 0 0,1-1 0 0 0,0 0 0 0 0,1 0 1 0 0,-2-16-1 0 0,4 27-73 0 0,-34-158 906 0 0,13 60-606 0 0,9 47 176 0 0,9 29 53 0 0,4 22-147 0 0,0 1-359 0 0,0 16 98 0 0,1-11-122 0 0,2 13-21 0 0,0 0 0 0 0,12 32 0 0 0,-9-32 0 0 0,0 1 0 0 0,3 27 0 0 0,-7-27 7 0 0,-1 0-1 0 0,-1 0 1 0 0,0 0-1 0 0,-2 0 1 0 0,0 0 0 0 0,-1-1-1 0 0,-1 1 1 0 0,-1-1-1 0 0,0 0 1 0 0,-11 23-1 0 0,14-36 6 0 0,-1 0 0 0 0,0 0 0 0 0,0 0 0 0 0,0-1 0 0 0,-1 1 0 0 0,1-1 0 0 0,-1 0 0 0 0,0 0 0 0 0,0 0 0 0 0,0-1 0 0 0,-8 6 0 0 0,9-8-6 0 0,1 0-1 0 0,0 1 0 0 0,0-1 1 0 0,-1 0-1 0 0,1 0 0 0 0,0 0 1 0 0,-1-1-1 0 0,1 1 0 0 0,-1-1 1 0 0,1 1-1 0 0,-1-1 0 0 0,0 0 1 0 0,1 0-1 0 0,-1 0 0 0 0,1 0 1 0 0,-1 0-1 0 0,1-1 0 0 0,-1 1 1 0 0,1-1-1 0 0,-1 0 0 0 0,1 1 1 0 0,-1-1-1 0 0,1 0 0 0 0,0 0 1 0 0,0-1-1 0 0,-5-2 0 0 0,1-1 6 0 0,0 0-1 0 0,1-1 1 0 0,-1 0-1 0 0,1 0 1 0 0,0 0-1 0 0,0-1 0 0 0,1 1 1 0 0,0-1-1 0 0,0 0 1 0 0,0-1-1 0 0,1 1 1 0 0,1 0-1 0 0,-1-1 0 0 0,1 0 1 0 0,0 0-1 0 0,1 1 1 0 0,-2-14-1 0 0,3 20-9 0 0,0 0 0 0 0,0 1-1 0 0,0-1 1 0 0,-1 0-1 0 0,1 1 1 0 0,0-1 0 0 0,0 0-1 0 0,0 1 1 0 0,0-1-1 0 0,0 0 1 0 0,0 0 0 0 0,1 1-1 0 0,-1-1 1 0 0,0 0-1 0 0,0 1 1 0 0,0-1 0 0 0,1 0-1 0 0,-1 0 1 0 0,2-1-1 0 0,0-5 0 0 0,1 7 0 0 0,-2 2 0 0 0,1 1 0 0 0,-1-1 0 0 0,0 0 0 0 0,1 1 0 0 0,-1-1 0 0 0,-1 1 0 0 0,1-1 0 0 0,0 1 0 0 0,-1-1 0 0 0,1 1 0 0 0,-1 0 0 0 0,0-1 0 0 0,1 1 0 0 0,-1 0 0 0 0,-1-1 0 0 0,1 1 0 0 0,0-1 0 0 0,-2 5 0 0 0,1 0 0 0 0,-1 0 0 0 0,0 0 0 0 0,0 0 0 0 0,0 0 0 0 0,-7 12 0 0 0,6-14 0 0 0,0 0 0 0 0,0-1 0 0 0,0 1 0 0 0,-1-1 0 0 0,0 1 0 0 0,1-1 0 0 0,-2 0 0 0 0,1-1 0 0 0,0 1 0 0 0,-1-1 0 0 0,1 1 0 0 0,-1-1 0 0 0,0-1 0 0 0,-6 3 0 0 0,-1-1 34 0 0,0-1 0 0 0,0-1 0 0 0,-1 0 0 0 0,1 0 0 0 0,-1-1 0 0 0,-15-1 0 0 0,24 0-29 0 0,0-1 1 0 0,0 1-1 0 0,0-1 0 0 0,0 0 1 0 0,0 0-1 0 0,0 0 1 0 0,0 0-1 0 0,1-1 1 0 0,-1 1-1 0 0,0-1 1 0 0,1 0-1 0 0,0 0 0 0 0,-1-1 1 0 0,1 1-1 0 0,0-1 1 0 0,0 1-1 0 0,0-1 1 0 0,1 0-1 0 0,-1 0 1 0 0,1 0-1 0 0,-1-1 0 0 0,1 1 1 0 0,-3-7-1 0 0,3 6 6 0 0,2 1-1 0 0,-1-1 1 0 0,0 1-1 0 0,1-1 1 0 0,0 0-1 0 0,-1 1 1 0 0,1-1-1 0 0,1 1 1 0 0,-1-1 0 0 0,0 0-1 0 0,1 1 1 0 0,0-1-1 0 0,0 1 1 0 0,0 0-1 0 0,0-1 1 0 0,1 1-1 0 0,-1 0 1 0 0,4-6-1 0 0,-3 5 4 0 0,1 0-1 0 0,-1 1 0 0 0,1-1 1 0 0,0 1-1 0 0,0-1 0 0 0,0 1 1 0 0,0 0-1 0 0,0 0 0 0 0,1 0 1 0 0,-1 1-1 0 0,1-1 0 0 0,0 1 1 0 0,-1 0-1 0 0,9-3 0 0 0,-10 5-13 0 0,-1 0 0 0 0,1-1 0 0 0,-1 2 0 0 0,1-1 0 0 0,-1 0 0 0 0,1 0 0 0 0,-1 0 0 0 0,1 1 0 0 0,-1-1 0 0 0,0 1 0 0 0,1-1 0 0 0,-1 1 0 0 0,1-1 0 0 0,-1 1 0 0 0,0 0 0 0 0,0 0 0 0 0,1 0 0 0 0,-1 0 0 0 0,0 0 0 0 0,0 0 0 0 0,0 0 0 0 0,0 0 0 0 0,0 0 0 0 0,0 0 0 0 0,-1 0 0 0 0,1 1 0 0 0,0-1 0 0 0,0 0 0 0 0,0 2 0 0 0,2 3 0 0 0,-1 0 0 0 0,1 0 0 0 0,-1 0 0 0 0,0 0 0 0 0,2 9 0 0 0,-3-4 8 0 0,1 0 0 0 0,-1-1 0 0 0,-1 1 0 0 0,0 0 0 0 0,-1-1 0 0 0,0 1 0 0 0,-3 13 0 0 0,2-17-2 0 0,0 0-1 0 0,-1 0 0 0 0,1 0 1 0 0,-1-1-1 0 0,-1 1 0 0 0,1-1 1 0 0,-1 0-1 0 0,0 0 0 0 0,-1 0 1 0 0,1 0-1 0 0,-11 8 0 0 0,5-5 27 0 0,-1 0-1 0 0,0-1 0 0 0,0-1 0 0 0,-1 0 1 0 0,0 0-1 0 0,0-2 0 0 0,-1 1 0 0 0,1-1 1 0 0,-1-1-1 0 0,-15 3 0 0 0,26-7-94 0 0,1 0 0 0 0,0 1 0 0 0,0-1 0 0 0,0 0 0 0 0,0-1 0 0 0,-1 1 0 0 0,1 0 0 0 0,0 0 0 0 0,0 0 0 0 0,-2-1 0 0 0</inkml:trace>
</inkml:ink>
</file>

<file path=ppt/ink/ink2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4:40.567"/>
    </inkml:context>
    <inkml:brush xml:id="br0">
      <inkml:brushProperty name="width" value="0.1" units="cm"/>
      <inkml:brushProperty name="height" value="0.1" units="cm"/>
      <inkml:brushProperty name="color" value="#FFFFFF"/>
    </inkml:brush>
  </inkml:definitions>
  <inkml:trace contextRef="#ctx0" brushRef="#br0">0 20 5383 0 0,'8'0'480'0'0,"1"-1"-384"0"0,2-2-96 0 0,2 1 0 0 0,4-1 320 0 0,-2 1 56 0 0,0-4 8 0 0,-1 4-2208 0 0,-1 2-448 0 0</inkml:trace>
</inkml:ink>
</file>

<file path=ppt/ink/ink2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4:40.879"/>
    </inkml:context>
    <inkml:brush xml:id="br0">
      <inkml:brushProperty name="width" value="0.1" units="cm"/>
      <inkml:brushProperty name="height" value="0.1" units="cm"/>
      <inkml:brushProperty name="color" value="#FFFFFF"/>
    </inkml:brush>
  </inkml:definitions>
  <inkml:trace contextRef="#ctx0" brushRef="#br0">34 1 2847 0 0,'0'0'256'0'0,"-6"1"-256"0"0,-22 10 9760 0 0</inkml:trace>
</inkml:ink>
</file>

<file path=ppt/ink/ink2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4:41.336"/>
    </inkml:context>
    <inkml:brush xml:id="br0">
      <inkml:brushProperty name="width" value="0.1" units="cm"/>
      <inkml:brushProperty name="height" value="0.1" units="cm"/>
      <inkml:brushProperty name="color" value="#FFFFFF"/>
    </inkml:brush>
  </inkml:definitions>
  <inkml:trace contextRef="#ctx0" brushRef="#br0">803 1 5119 0 0,'0'0'396'0'0,"-1"1"-256"0"0,-10 13 466 0 0,0-1 0 0 0,-25 22 0 0 0,7-10 130 0 0,-46 36 414 0 0,16-15-511 0 0,-24 18 2 0 0,-1-5-69 0 0,-106 69 604 0 0,77-52-633 0 0,32-20-1514 0 0,64-44-1966 0 0,4-2-950 0 0</inkml:trace>
</inkml:ink>
</file>

<file path=ppt/ink/ink2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4:41.878"/>
    </inkml:context>
    <inkml:brush xml:id="br0">
      <inkml:brushProperty name="width" value="0.1" units="cm"/>
      <inkml:brushProperty name="height" value="0.1" units="cm"/>
      <inkml:brushProperty name="color" value="#FFFFFF"/>
    </inkml:brush>
  </inkml:definitions>
  <inkml:trace contextRef="#ctx0" brushRef="#br0">112 0 2015 0 0,'0'0'1263'0'0,"3"7"1220"0"0,-1-2-2118 0 0,-1-1 1 0 0,0 1-1 0 0,-1-1 1 0 0,1 1-1 0 0,-1-1 1 0 0,0 1-1 0 0,0-1 1 0 0,0 1-1 0 0,-1-1 1 0 0,1 1-1 0 0,-3 8 1 0 0,-2 4 479 0 0,-11 27 0 0 0,7-25-527 0 0,0 1 1 0 0,-1-1 0 0 0,0-1-1 0 0,-22 28 1 0 0,8-16-134 0 0</inkml:trace>
</inkml:ink>
</file>

<file path=ppt/ink/ink2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39.936"/>
    </inkml:context>
    <inkml:brush xml:id="br0">
      <inkml:brushProperty name="width" value="0.1" units="cm"/>
      <inkml:brushProperty name="height" value="0.1" units="cm"/>
      <inkml:brushProperty name="color" value="#FFFFFF"/>
    </inkml:brush>
  </inkml:definitions>
  <inkml:trace contextRef="#ctx0" brushRef="#br0">306 322 1951 0 0,'-2'1'1868'0'0,"-2"2"-1446"0"0,1 0-1 0 0,-1 1 0 0 0,1-1 0 0 0,0 1 0 0 0,0-1 1 0 0,0 1-1 0 0,1 0 0 0 0,-1 0 0 0 0,1 1 1 0 0,0-1-1 0 0,-2 6 0 0 0,3-8-363 0 0,0-1 0 0 0,1 1-1 0 0,-1-1 1 0 0,1 1 0 0 0,-1 0 0 0 0,1-1 0 0 0,0 1 0 0 0,0 0-1 0 0,0-1 1 0 0,0 1 0 0 0,0 0 0 0 0,0 0 0 0 0,0-1 0 0 0,0 1 0 0 0,1 0-1 0 0,-1-1 1 0 0,0 1 0 0 0,1-1 0 0 0,0 1 0 0 0,-1 0 0 0 0,1-1-1 0 0,0 0 1 0 0,0 1 0 0 0,0-1 0 0 0,0 1 0 0 0,0-1 0 0 0,0 0-1 0 0,0 0 1 0 0,0 1 0 0 0,1-1 0 0 0,-1 0 0 0 0,0 0 0 0 0,1 0-1 0 0,-1 0 1 0 0,1-1 0 0 0,2 2 0 0 0,-2-1-29 0 0,0 0 1 0 0,-1 0-1 0 0,1-1 0 0 0,0 1 1 0 0,0-1-1 0 0,0 1 0 0 0,0-1 1 0 0,0 0-1 0 0,0 0 0 0 0,0 0 0 0 0,0 0 1 0 0,0 0-1 0 0,0 0 0 0 0,0 0 1 0 0,0-1-1 0 0,0 1 0 0 0,0-1 1 0 0,0 0-1 0 0,0 1 0 0 0,0-1 1 0 0,0 0-1 0 0,0 0 0 0 0,-1 0 1 0 0,1 0-1 0 0,0 0 0 0 0,-1-1 1 0 0,3-1-1 0 0,-2 0 16 0 0,-1 1 1 0 0,1 0-1 0 0,-1 0 0 0 0,0-1 1 0 0,0 1-1 0 0,0 0 0 0 0,0-1 1 0 0,0 1-1 0 0,-1-1 0 0 0,1 1 1 0 0,-1-1-1 0 0,1 0 0 0 0,-1 1 1 0 0,0-1-1 0 0,0 1 0 0 0,0-1 1 0 0,-1 0-1 0 0,1 1 1 0 0,0-1-1 0 0,-1 1 0 0 0,-1-4 1 0 0,1 3 50 0 0,0-1 0 0 0,-1 1 0 0 0,1 0 0 0 0,-1-1 1 0 0,0 1-1 0 0,0 0 0 0 0,0 0 0 0 0,0 0 1 0 0,-1 0-1 0 0,1 1 0 0 0,-1-1 0 0 0,1 1 0 0 0,-1-1 1 0 0,0 1-1 0 0,0 0 0 0 0,0 0 0 0 0,-1 0 0 0 0,1 1 1 0 0,0-1-1 0 0,-1 1 0 0 0,-6-2 0 0 0,4 1-8 0 0,0 1 1 0 0,0 0-1 0 0,0 1 0 0 0,0 0 0 0 0,0 0 0 0 0,0 0 0 0 0,0 0 0 0 0,0 1 1 0 0,0 0-1 0 0,0 0 0 0 0,0 1 0 0 0,-8 3 0 0 0,1 1 4 0 0,1 0-1 0 0,0 1 0 0 0,0 0 1 0 0,-13 11-1 0 0,-41 39 447 0 0,62-54-521 0 0,-9 10 61 0 0,12-13-70 0 0,1 1 0 0 0,-1-1 0 0 0,0 1 0 0 0,0-1 0 0 0,1 0 0 0 0,-1 1 0 0 0,0-1 1 0 0,0 0-1 0 0,0 1 0 0 0,1-1 0 0 0,-1 0 0 0 0,0 0 0 0 0,0 0 0 0 0,0 0 0 0 0,0 0 0 0 0,0 0 1 0 0,1 0-1 0 0,-1 0 0 0 0,0 0 0 0 0,0 0 0 0 0,0-1 0 0 0,0 1 0 0 0,1 0 0 0 0,-1 0 0 0 0,0-1 1 0 0,0 1-1 0 0,1-1 0 0 0,-1 1 0 0 0,0-1 0 0 0,0 1 0 0 0,1-1 0 0 0,-1 1 0 0 0,1-1 1 0 0,-1 1-1 0 0,0-1 0 0 0,1 0 0 0 0,-1 1 0 0 0,1-1 0 0 0,-1 0 0 0 0,1 0 0 0 0,-1-1 0 0 0,1 2 2 0 0,-3-5 8 0 0,1 1 0 0 0,0-1 1 0 0,0 1-1 0 0,0-1 0 0 0,1 0 0 0 0,-1 0 0 0 0,1 0 0 0 0,0 1 0 0 0,1-1 0 0 0,-1-7 0 0 0,1-9 91 0 0,2-23 0 0 0,-1 29-86 0 0,4-30 282 0 0,12-49 0 0 0,2-16 181 0 0,-19 80-640 0 0</inkml:trace>
</inkml:ink>
</file>

<file path=ppt/ink/ink2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40.821"/>
    </inkml:context>
    <inkml:brush xml:id="br0">
      <inkml:brushProperty name="width" value="0.1" units="cm"/>
      <inkml:brushProperty name="height" value="0.1" units="cm"/>
      <inkml:brushProperty name="color" value="#FFFFFF"/>
    </inkml:brush>
  </inkml:definitions>
  <inkml:trace contextRef="#ctx0" brushRef="#br0">1936 0 2071 0 0,'0'0'7934'0'0,"-6"5"-6660"0"0,-3 1-730 0 0,1 1 0 0 0,-1 1 0 0 0,1-1-1 0 0,-9 12 1 0 0,-10 8 191 0 0,-13 10 12 0 0,0-3 1 0 0,-73 47-1 0 0,87-64-598 0 0,12-7 53 0 0,-23 10-1 0 0,13-8-60 0 0,0-2 0 0 0,-1-1 0 0 0,0-2 0 0 0,0 0 0 0 0,-1-1 0 0 0,-36 3 0 0 0,42-7-122 0 0,1-2 1 0 0,-1 0-1 0 0,-29-3 0 0 0,37 1-17 0 0,0 0 7 0 0,0 1 0 0 0,0-2 0 0 0,0 0 0 0 0,1 0-1 0 0,-1-1 1 0 0,-14-8 0 0 0,22 11 5 0 0,0-2 0 0 0,1 1 0 0 0,-1 0 0 0 0,1-1-1 0 0,0 1 1 0 0,-1-1 0 0 0,1 0 0 0 0,1 0 0 0 0,-1-1 0 0 0,0 1 0 0 0,1 0-1 0 0,-4-7 1 0 0,5 8-6 0 0,0 0-1 0 0,1-1 1 0 0,-1 1-1 0 0,0 0 1 0 0,1-1-1 0 0,0 1 1 0 0,0-1-1 0 0,-1 1 1 0 0,2-1-1 0 0,-1 1 1 0 0,0-1-1 0 0,0 1 1 0 0,1 0-1 0 0,-1-1 1 0 0,1 1-1 0 0,0 0 1 0 0,-1-1-1 0 0,1 1 1 0 0,0 0-1 0 0,1 0 1 0 0,-1 0-1 0 0,0 0 1 0 0,2-3-1 0 0,1 1-7 0 0,-1-1 0 0 0,1 1 0 0 0,0 0 0 0 0,1 0 0 0 0,-1 1 0 0 0,0-1 0 0 0,10-4 0 0 0,-11 6 0 0 0,1 0 0 0 0,-1 0 0 0 0,1 1 0 0 0,0-1 0 0 0,-1 1 0 0 0,1 0 0 0 0,0 0 0 0 0,0 0 0 0 0,0 1 0 0 0,0 0 0 0 0,0-1 0 0 0,4 1 0 0 0,-6 1-2 0 0,0-1 0 0 0,0 1 1 0 0,0-1-1 0 0,0 1 0 0 0,0-1 0 0 0,0 1 0 0 0,0 0 0 0 0,0 0 0 0 0,0 0 0 0 0,-1 0 1 0 0,1 1-1 0 0,0-1 0 0 0,-1 0 0 0 0,1 1 0 0 0,-1-1 0 0 0,1 1 0 0 0,-1-1 0 0 0,1 1 1 0 0,-1 0-1 0 0,0 0 0 0 0,0-1 0 0 0,0 1 0 0 0,0 0 0 0 0,0 0 0 0 0,-1 0 1 0 0,1 0-1 0 0,-1 0 0 0 0,1 0 0 0 0,-1 0 0 0 0,1 4 0 0 0,-1-1-6 0 0,1-1-1 0 0,-1 1 1 0 0,-1-1-1 0 0,1 0 1 0 0,0 1-1 0 0,-1-1 1 0 0,0 0-1 0 0,0 1 0 0 0,-1-1 1 0 0,1 0-1 0 0,-1 0 1 0 0,1 0-1 0 0,-6 7 1 0 0,-2 0 29 0 0,-1 0 1 0 0,0-1-1 0 0,-1 0 1 0 0,0-1-1 0 0,-1 0 1 0 0,1-1-1 0 0,-2 0 1 0 0,-25 11-1 0 0,7-9-21 0 0,13-5 0 0 0,14-4 0 0 0,-1 0 0 0 0,0 0 0 0 0,0-1 0 0 0,0 1 0 0 0,1-1 0 0 0,-1 0 0 0 0,0 0 0 0 0,0-1 0 0 0,0 1 0 0 0,0-1 0 0 0,1 0 0 0 0,-1-1 0 0 0,0 1 0 0 0,1-1 0 0 0,-1 0 0 0 0,1 0 0 0 0,0 0 0 0 0,-1 0 0 0 0,-4-5 0 0 0,6 4 4 0 0,0 0-1 0 0,0 0 0 0 0,0 0 1 0 0,1 0-1 0 0,0-1 0 0 0,0 1 1 0 0,-1-1-1 0 0,2 1 1 0 0,-1-1-1 0 0,0 0 0 0 0,1 1 1 0 0,0-1-1 0 0,0 0 0 0 0,0 0 1 0 0,0 0-1 0 0,1 0 0 0 0,-1 0 1 0 0,1-7-1 0 0,-1 1 24 0 0,-4 16 8 0 0,2-2-33 0 0,-7 13-2 0 0,-4 4 0 0 0,4-11 2 0 0,-1-1-1 0 0,0 0 1 0 0,0-1 0 0 0,-1 0-1 0 0,0 0 1 0 0,0-1-1 0 0,-1-1 1 0 0,0 0 0 0 0,-15 5-1 0 0,5-3 87 0 0,1-1 0 0 0,-1 0 0 0 0,0-2 0 0 0,0-1 0 0 0,0 0 0 0 0,-29 0 0 0 0,15-4-12 0 0,2 1-23 0 0,-34-5 0 0 0,24 0-2 0 0,5 0-6 0 0,-46-10 0 0 0,62 8 16 0 0,-4 0 6 0 0,0-1 1 0 0,1-1-1 0 0,-38-17 0 0 0,59 22-55 0 0,-1-1 0 0 0,1 1-1 0 0,0-1 1 0 0,0 0 0 0 0,0 0 0 0 0,1-1-1 0 0,0 1 1 0 0,-1-1 0 0 0,1-1 0 0 0,1 1-1 0 0,-1-1 1 0 0,1 0 0 0 0,0 0 0 0 0,1 0-1 0 0,-1 0 1 0 0,1 0 0 0 0,0-1 0 0 0,1 0-1 0 0,-3-7 1 0 0,5 10 4 0 0,-1-1-1 0 0,0 0 1 0 0,1 1-1 0 0,0-1 1 0 0,0 0 0 0 0,1 0-1 0 0,-1 1 1 0 0,1-1-1 0 0,0 0 1 0 0,0 1-1 0 0,1-1 1 0 0,-1 1 0 0 0,5-8-1 0 0,-3 5-333 0 0,1 1 0 0 0,0-1 0 0 0,5-5 1 0 0,17-15-4744 0 0,-2 7-1201 0 0</inkml:trace>
</inkml:ink>
</file>

<file path=ppt/ink/ink2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41.027"/>
    </inkml:context>
    <inkml:brush xml:id="br0">
      <inkml:brushProperty name="width" value="0.1" units="cm"/>
      <inkml:brushProperty name="height" value="0.1" units="cm"/>
      <inkml:brushProperty name="color" value="#FFFFFF"/>
    </inkml:brush>
  </inkml:definitions>
  <inkml:trace contextRef="#ctx0" brushRef="#br0">0 51 4319 0 0,'15'-3'456'0'0,"34"-4"3882"0"0,22-6 892 0 0,26-2-2815 0 0,-38 8-1819 0 0,-18 3-1256 0 0,-23 3-3353 0 0,-2 1-1429 0 0</inkml:trace>
</inkml:ink>
</file>

<file path=ppt/ink/ink2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41.195"/>
    </inkml:context>
    <inkml:brush xml:id="br0">
      <inkml:brushProperty name="width" value="0.1" units="cm"/>
      <inkml:brushProperty name="height" value="0.1" units="cm"/>
      <inkml:brushProperty name="color" value="#FFFFFF"/>
    </inkml:brush>
  </inkml:definitions>
  <inkml:trace contextRef="#ctx0" brushRef="#br0">1 0 7599 0 0,'0'0'8000'0'0</inkml:trace>
</inkml:ink>
</file>

<file path=ppt/ink/ink2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42.194"/>
    </inkml:context>
    <inkml:brush xml:id="br0">
      <inkml:brushProperty name="width" value="0.1" units="cm"/>
      <inkml:brushProperty name="height" value="0.1" units="cm"/>
      <inkml:brushProperty name="color" value="#FFFFFF"/>
    </inkml:brush>
  </inkml:definitions>
  <inkml:trace contextRef="#ctx0" brushRef="#br0">45 1 3367 0 0,'-1'0'16'0'0,"1"1"0"0"0,-1-1 0 0 0,1 0 0 0 0,-1 1 0 0 0,1-1 0 0 0,-1 0 0 0 0,0 1 0 0 0,1-1 0 0 0,-1 0 0 0 0,1 0 0 0 0,-1 0-1 0 0,0 0 1 0 0,1 0 0 0 0,-1 0 0 0 0,1 0 0 0 0,-1 0 0 0 0,0 0 0 0 0,1 0 0 0 0,-2 0 0 0 0,1 0 69 0 0,0 0 0 0 0,0 0-1 0 0,1 0 1 0 0,-1 0 0 0 0,0 0 0 0 0,0 0 0 0 0,0 0 0 0 0,1 0 0 0 0,-1 0 0 0 0,0 1-1 0 0,0-1 1 0 0,1 0 0 0 0,-2 1 0 0 0,0 0 264 0 0,0 0 0 0 0,1 1-1 0 0,0-1 1 0 0,-1 1 0 0 0,1-1 0 0 0,0 1-1 0 0,-1-1 1 0 0,1 1 0 0 0,0 0-1 0 0,0-1 1 0 0,1 1 0 0 0,-1 0 0 0 0,0 0-1 0 0,0 0 1 0 0,1 0 0 0 0,-1 0 0 0 0,1 0-1 0 0,0 0 1 0 0,0 0 0 0 0,-1 0 0 0 0,1 0-1 0 0,1 3 1 0 0,0 6 96 0 0,0 0 0 0 0,1 0 0 0 0,3 11 0 0 0,0-1 122 0 0,1 17-72 0 0,-3 1 1 0 0,-1-1-1 0 0,-5 58 0 0 0,1-57-327 0 0,2 3-344 0 0,2-37-315 0 0</inkml:trace>
</inkml:ink>
</file>

<file path=ppt/ink/ink2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42.445"/>
    </inkml:context>
    <inkml:brush xml:id="br0">
      <inkml:brushProperty name="width" value="0.1" units="cm"/>
      <inkml:brushProperty name="height" value="0.1" units="cm"/>
      <inkml:brushProperty name="color" value="#FFFFFF"/>
    </inkml:brush>
  </inkml:definitions>
  <inkml:trace contextRef="#ctx0" brushRef="#br0">1 82 6391 0 0,'0'0'492'0'0,"7"-4"-304"0"0,13-5 1122 0 0,1 0 0 0 0,26-7 0 0 0,0 1-41 0 0,-28 8-1118 0 0,1 1 0 0 0,-1 2 0 0 0,1 0 0 0 0,0 0 0 0 0,1 2 0 0 0,-1 1 0 0 0,0 0 0 0 0,1 2 0 0 0,-1 0 0 0 0,0 1 0 0 0,27 7 0 0 0,-26-3-3536 0 0,-2 2-1209 0 0</inkml:trace>
</inkml:ink>
</file>

<file path=ppt/ink/ink2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42.744"/>
    </inkml:context>
    <inkml:brush xml:id="br0">
      <inkml:brushProperty name="width" value="0.1" units="cm"/>
      <inkml:brushProperty name="height" value="0.1" units="cm"/>
      <inkml:brushProperty name="color" value="#FFFFFF"/>
    </inkml:brush>
  </inkml:definitions>
  <inkml:trace contextRef="#ctx0" brushRef="#br0">1 3 2039 0 0,'15'-1'1451'0'0,"36"2"5131"0"0,1-1-3273 0 0,-21-2-2188 0 0,60 5 0 0 0,-11 9-6350 0 0,-65-8 746 0 0</inkml:trace>
</inkml:ink>
</file>

<file path=ppt/ink/ink2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43.102"/>
    </inkml:context>
    <inkml:brush xml:id="br0">
      <inkml:brushProperty name="width" value="0.1" units="cm"/>
      <inkml:brushProperty name="height" value="0.1" units="cm"/>
      <inkml:brushProperty name="color" value="#FFFFFF"/>
    </inkml:brush>
  </inkml:definitions>
  <inkml:trace contextRef="#ctx0" brushRef="#br0">6 0 3079 0 0,'8'15'3794'0'0,"-1"6"-2051"0"0,0 0 1 0 0,-2 0 0 0 0,3 30-1 0 0,-4-18-618 0 0,-3 54 0 0 0,-6-13-681 0 0,-18 89 0 0 0,6-92-1176 0 0,16-69 37 0 0</inkml:trace>
</inkml:ink>
</file>

<file path=ppt/ink/ink2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43.554"/>
    </inkml:context>
    <inkml:brush xml:id="br0">
      <inkml:brushProperty name="width" value="0.1" units="cm"/>
      <inkml:brushProperty name="height" value="0.1" units="cm"/>
      <inkml:brushProperty name="color" value="#FFFFFF"/>
    </inkml:brush>
  </inkml:definitions>
  <inkml:trace contextRef="#ctx0" brushRef="#br0">1 114 4255 0 0,'0'0'332'0'0,"3"-14"483"0"0,0 8-454 0 0,1 0-1 0 0,1 0 1 0 0,-1 0 0 0 0,1 1-1 0 0,0 0 1 0 0,0 0 0 0 0,0 0-1 0 0,1 0 1 0 0,-1 1-1 0 0,1 0 1 0 0,10-5 0 0 0,-5 3-114 0 0,1 1 1 0 0,0 0 0 0 0,0 1-1 0 0,0 0 1 0 0,20-3-1 0 0,-23 6-119 0 0,-1 0 1 0 0,1 1-1 0 0,-1 0 0 0 0,1 0 0 0 0,-1 1 0 0 0,0 0 0 0 0,1 1 0 0 0,-1 0 0 0 0,0 0 1 0 0,0 1-1 0 0,0-1 0 0 0,0 2 0 0 0,-1-1 0 0 0,1 1 0 0 0,-1 1 0 0 0,8 5 0 0 0,-9-6-47 0 0,-1 0-1 0 0,0 1 0 0 0,-1-1 1 0 0,1 1-1 0 0,-1 0 0 0 0,0 0 0 0 0,0 1 1 0 0,0-1-1 0 0,-1 1 0 0 0,0 0 0 0 0,0 0 1 0 0,0 0-1 0 0,-1 0 0 0 0,0 0 0 0 0,0 1 1 0 0,-1-1-1 0 0,0 1 0 0 0,0-1 0 0 0,0 1 1 0 0,-1-1-1 0 0,0 9 0 0 0,-1-8-38 0 0,0 1 0 0 0,-1 0 0 0 0,1-1 0 0 0,-2 0 0 0 0,1 1 0 0 0,-1-1 0 0 0,0 0 0 0 0,-1 0 0 0 0,1-1 0 0 0,-1 1 0 0 0,-1-1 0 0 0,1 0 0 0 0,-1 0 0 0 0,0 0 0 0 0,0 0 0 0 0,-1-1 0 0 0,-11 8 0 0 0,-4 2 165 0 0,0-2 0 0 0,-2 0 0 0 0,-45 18 0 0 0,67-30-197 0 0,0-1 0 0 0,0 0-1 0 0,0 1 1 0 0,0-1 0 0 0,0 0-1 0 0,0 1 1 0 0,0-1 0 0 0,0 0-1 0 0,0 0 1 0 0,0 0 0 0 0,0 0-1 0 0,0 0 1 0 0,0 0 0 0 0,0 0-1 0 0,0 0 1 0 0,0-1 0 0 0,0 1 0 0 0,0 0-1 0 0,0 0 1 0 0,0-1 0 0 0,0 1-1 0 0,0-1 1 0 0,0 1 0 0 0,0-1-1 0 0,-16-6 179 0 0,28 11-184 0 0,-1 1 1 0 0,0 0-1 0 0,-1 0 1 0 0,1 1-1 0 0,-1 1 1 0 0,0 0-1 0 0,-1 0 1 0 0,1 0-1 0 0,13 17 1 0 0,4 8 10 0 0,27 45-1 0 0,-51-74-14 0 0,10 14 0 0 0,-1 2 0 0 0,16 34 0 0 0,-26-50-574 0 0,0 0 0 0 0,0 0 0 0 0,0-1-1 0 0,1 1 1 0 0,-1-1 0 0 0,1 1 0 0 0,0-1 0 0 0,4 5-1 0 0</inkml:trace>
</inkml:ink>
</file>

<file path=ppt/ink/ink2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44.072"/>
    </inkml:context>
    <inkml:brush xml:id="br0">
      <inkml:brushProperty name="width" value="0.1" units="cm"/>
      <inkml:brushProperty name="height" value="0.1" units="cm"/>
      <inkml:brushProperty name="color" value="#FFFFFF"/>
    </inkml:brush>
  </inkml:definitions>
  <inkml:trace contextRef="#ctx0" brushRef="#br0">410 0 5815 0 0,'0'0'444'0'0,"-7"4"-145"0"0,-14 6 896 0 0,-1-2 0 0 0,1-1-1 0 0,-1-1 1 0 0,-29 5 0 0 0,30-6-741 0 0,3-2 151 0 0,-31 1-1 0 0,10-2-62 0 0,20 0-209 0 0,1-2 1 0 0,-1-1 0 0 0,-36-5-1 0 0,52 6-282 0 0,0-1 0 0 0,0 0 0 0 0,0 0 0 0 0,0 0 0 0 0,0-1 0 0 0,0 1 0 0 0,-3-3 0 0 0,5 4 61 0 0,4-15 224 0 0,-2 14-315 0 0,1 0 0 0 0,-1 0 0 0 0,0 0 0 0 0,0 0 0 0 0,1 0 0 0 0,-1 0 0 0 0,1 0 0 0 0,-1 0 0 0 0,1 1 0 0 0,-1-1 0 0 0,1 1 0 0 0,0-1 0 0 0,-1 1 0 0 0,1-1 0 0 0,-1 1 0 0 0,1 0 0 0 0,0 0 0 0 0,-1 0 0 0 0,1 0 0 0 0,0 0 0 0 0,0 0 0 0 0,-1 0 0 0 0,1 0 0 0 0,-1 1 0 0 0,1-1 0 0 0,2 2 0 0 0,1-1 4 0 0,0 1-1 0 0,-1 0 1 0 0,1-1 0 0 0,-1 2 0 0 0,0-1-1 0 0,1 1 1 0 0,-1-1 0 0 0,4 4 0 0 0,-5-2 26 0 0,0-1 0 0 0,-1 0 1 0 0,1 1-1 0 0,-1 0 0 0 0,1 0 1 0 0,-1 0-1 0 0,0 0 0 0 0,-1 0 1 0 0,1 0-1 0 0,-1 0 0 0 0,0 0 1 0 0,2 8-1 0 0,-1 5 101 0 0,1 33-1 0 0,-3-37-104 0 0,0 45 408 0 0,-13 94 0 0 0,-24 55-8 0 0,33-187-563 0 0,4-19-550 0 0</inkml:trace>
</inkml:ink>
</file>

<file path=ppt/ink/ink2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44.243"/>
    </inkml:context>
    <inkml:brush xml:id="br0">
      <inkml:brushProperty name="width" value="0.1" units="cm"/>
      <inkml:brushProperty name="height" value="0.1" units="cm"/>
      <inkml:brushProperty name="color" value="#FFFFFF"/>
    </inkml:brush>
  </inkml:definitions>
  <inkml:trace contextRef="#ctx0" brushRef="#br0">1 58 2935 0 0,'13'7'256'0'0,"-7"-9"-256"0"0,5-3 0 0 0,-1-2 0 0 0,5 5 1352 0 0,2-3 216 0 0,3-3 48 0 0,1 1 8 0 0,1 4-520 0 0,2-1-104 0 0,0-2-16 0 0,-2 2-8 0 0,2 4-568 0 0,-3-3-120 0 0,-1-2-16 0 0,-2 1-4072 0 0,-1 4-808 0 0</inkml:trace>
</inkml:ink>
</file>

<file path=ppt/ink/ink2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45.648"/>
    </inkml:context>
    <inkml:brush xml:id="br0">
      <inkml:brushProperty name="width" value="0.1" units="cm"/>
      <inkml:brushProperty name="height" value="0.1" units="cm"/>
      <inkml:brushProperty name="color" value="#FFFFFF"/>
    </inkml:brush>
  </inkml:definitions>
  <inkml:trace contextRef="#ctx0" brushRef="#br0">295 0 7631 0 0,'0'0'167'0'0,"-8"5"237"0"0,-5 4-349 0 0,-2 0 1 0 0,1 0-1 0 0,-24 8 0 0 0,36-16-43 0 0,-10 4 504 0 0,1 0 1 0 0,-2-1-1 0 0,1-1 1 0 0,0 0 0 0 0,-1 0-1 0 0,0-1 1 0 0,-24 0-1 0 0,35-2-465 0 0,1 0 0 0 0,-1 0 0 0 0,0 0 0 0 0,1-1 0 0 0,-1 1 0 0 0,0 0 0 0 0,1-1 0 0 0,-1 1 0 0 0,0-1 0 0 0,1 0 0 0 0,-1 1 0 0 0,1-1 0 0 0,-1 0 0 0 0,-1-1 0 0 0,3 1-33 0 0,-1 0-1 0 0,1 0 1 0 0,0 1 0 0 0,-1-1 0 0 0,1 0 0 0 0,0 0-1 0 0,0 1 1 0 0,0-1 0 0 0,-1 0 0 0 0,1 0 0 0 0,0 1-1 0 0,0-1 1 0 0,0 0 0 0 0,0 0 0 0 0,1 0 0 0 0,-1 1-1 0 0,0-1 1 0 0,0 0 0 0 0,0 0 0 0 0,0 1 0 0 0,1-1-1 0 0,-1 0 1 0 0,0 0 0 0 0,1 1 0 0 0,-1-1 0 0 0,1 0-1 0 0,-1 1 1 0 0,1-1 0 0 0,-1 1 0 0 0,1-1 0 0 0,-1 1-1 0 0,2-2 1 0 0,1-1 85 0 0,0 0 0 0 0,0 0-1 0 0,1 0 1 0 0,-1 0 0 0 0,1 1-1 0 0,-1 0 1 0 0,1-1 0 0 0,4 0-1 0 0,-7 2-81 0 0,-1 1 0 0 0,1-1 0 0 0,0 1 0 0 0,0-1 0 0 0,0 1 0 0 0,0 0 0 0 0,-1 0-1 0 0,1-1 1 0 0,0 1 0 0 0,0 0 0 0 0,0 0 0 0 0,0 0 0 0 0,0 0 0 0 0,0 0 0 0 0,-1 0 0 0 0,1 0-1 0 0,0 0 1 0 0,0 0 0 0 0,0 1 0 0 0,0-1 0 0 0,0 0 0 0 0,-1 1 0 0 0,1-1 0 0 0,0 0 0 0 0,0 1-1 0 0,0-1 1 0 0,-1 1 0 0 0,1-1 0 0 0,0 1 0 0 0,-1-1 0 0 0,1 1 0 0 0,0 0 0 0 0,-1-1-1 0 0,1 1 1 0 0,-1 0 0 0 0,1-1 0 0 0,-1 1 0 0 0,1 0 0 0 0,-1 0 0 0 0,0 0 0 0 0,1-1 0 0 0,-1 1-1 0 0,0 0 1 0 0,1 2 0 0 0,0 1 17 0 0,-1 1-1 0 0,1 0 0 0 0,-1-1 1 0 0,0 1-1 0 0,0-1 0 0 0,0 1 1 0 0,-1 0-1 0 0,0-1 0 0 0,0 1 1 0 0,0-1-1 0 0,0 1 0 0 0,-1-1 1 0 0,1 0-1 0 0,-1 1 0 0 0,0-1 0 0 0,-5 6 1 0 0,-3 5 144 0 0,-2-1-1 0 0,1 0 1 0 0,-17 15 0 0 0,26-27-122 0 0,2-1-47 0 0,0 0 0 0 0,-1 0 1 0 0,1 0-1 0 0,0 0 1 0 0,0 0-1 0 0,-1 0 0 0 0,1 0 1 0 0,0 0-1 0 0,0 0 1 0 0,0 0-1 0 0,0 0 1 0 0,0 0-1 0 0,1 0 0 0 0,-1 0 1 0 0,0 0-1 0 0,0 0 1 0 0,1 0-1 0 0,-1 0 0 0 0,0 0 1 0 0,1 0-1 0 0,-1 0 1 0 0,1 0-1 0 0,0 0 0 0 0,-1 0 1 0 0,1-1-1 0 0,0 1 1 0 0,0 1-1 0 0,2 1-39 0 0,-1-1 39 0 0,0 0 0 0 0,0 0 1 0 0,0 0-1 0 0,1 0 0 0 0,-1-1 1 0 0,4 3-1 0 0,8 5 11 0 0,-9-6-24 0 0,-1 0 0 0 0,1-1 0 0 0,0 1 0 0 0,0-1 0 0 0,0 0 0 0 0,0 0 0 0 0,1-1 0 0 0,-1 0 0 0 0,0 0 0 0 0,11 1 0 0 0,13 3 0 0 0,-14-1-21 0 0,-5-2 51 0 0,1 1-1 0 0,19 8 0 0 0,-27-10-21 0 0,1 1 0 0 0,-1 0 0 0 0,0 0-1 0 0,0 0 1 0 0,-1 0 0 0 0,1 0 0 0 0,0 1 0 0 0,-1-1-1 0 0,0 1 1 0 0,1 0 0 0 0,-1-1 0 0 0,0 1-1 0 0,2 4 1 0 0,-1-1 9 0 0,-1 0 0 0 0,1 0 0 0 0,-1 1 0 0 0,-1-1-1 0 0,1 1 1 0 0,-1-1 0 0 0,0 1 0 0 0,0-1 0 0 0,-1 1 0 0 0,0 0-1 0 0,0-1 1 0 0,-1 1 0 0 0,1 0 0 0 0,-1-1 0 0 0,-1 1 0 0 0,0-1-1 0 0,1 1 1 0 0,-2-1 0 0 0,1 0 0 0 0,-1 0 0 0 0,0 0 0 0 0,0 0-1 0 0,-1-1 1 0 0,0 1 0 0 0,0-1 0 0 0,0 0 0 0 0,0 0 0 0 0,-1 0-1 0 0,0 0 1 0 0,0-1 0 0 0,-8 5 0 0 0,1-2 82 0 0,-1 0 1 0 0,0-1-1 0 0,-1-1 1 0 0,1 0-1 0 0,-23 4 1 0 0,27-7-95 0 0,0-1 0 0 0,0 0 0 0 0,1 0 0 0 0,-1-1 0 0 0,0 0 1 0 0,0-1-1 0 0,0 1 0 0 0,1-2 0 0 0,-1 1 0 0 0,-11-5 0 0 0,18 6-58 0 0,1-1-1 0 0,-1 0 1 0 0,0 0 0 0 0,1 0-1 0 0,-1 0 1 0 0,0 0-1 0 0,1 0 1 0 0,0 0 0 0 0,-1 0-1 0 0,1-1 1 0 0,0 1 0 0 0,-1-1-1 0 0,1 1 1 0 0,-1-2-1 0 0,-3-10-4845 0 0</inkml:trace>
</inkml:ink>
</file>

<file path=ppt/ink/ink2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46.207"/>
    </inkml:context>
    <inkml:brush xml:id="br0">
      <inkml:brushProperty name="width" value="0.1" units="cm"/>
      <inkml:brushProperty name="height" value="0.1" units="cm"/>
      <inkml:brushProperty name="color" value="#FFFFFF"/>
    </inkml:brush>
  </inkml:definitions>
  <inkml:trace contextRef="#ctx0" brushRef="#br0">109 0 5119 0 0,'0'0'396'0'0,"1"9"-114"0"0,-1-5 125 0 0,0 0 1 0 0,-1 0-1 0 0,1 0 0 0 0,-1 0 1 0 0,0 1-1 0 0,0-1 0 0 0,0 0 1 0 0,-3 6-1 0 0,-18 33 2046 0 0,4-11-1380 0 0,10-15-634 0 0,-30 74 1675 0 0,35-80-1890 0 0,0 0 0 0 0,0 0 1 0 0,1 0-1 0 0,1 0 0 0 0,-1 1 0 0 0,2 17 0 0 0,0-28-205 0 0,0 1 0 0 0,0 0-1 0 0,1-1 1 0 0,-1 1 0 0 0,0-1-1 0 0,1 1 1 0 0,-1 0 0 0 0,1-1-1 0 0,0 1 1 0 0,-1-1 0 0 0,1 1-1 0 0,0-1 1 0 0,0 0 0 0 0,0 1-1 0 0,0-1 1 0 0,0 0 0 0 0,0 0 0 0 0,0 0-1 0 0,1 0 1 0 0,-1 0 0 0 0,0 0-1 0 0,1 0 1 0 0,-1 0 0 0 0,1 0-1 0 0,-1 0 1 0 0,1-1 0 0 0,-1 1-1 0 0,1-1 1 0 0,-1 1 0 0 0,1-1-1 0 0,3 1 1 0 0,4 0 31 0 0,0-1 0 0 0,1 1 1 0 0,-1-2-1 0 0,15-1 0 0 0,-7 0 84 0 0,0 1-129 0 0,-2-1 10 0 0,0 2 1 0 0,0-1-1 0 0,1 2 0 0 0,19 2 0 0 0,-27 0-15 0 0,-8-3-26 0 0,1 0 0 0 0,-1 0 0 0 0,1 1-1 0 0,-1-1 1 0 0,0 0 0 0 0,1 0 0 0 0,-1 0-1 0 0,1 0 1 0 0,-1 1 0 0 0,0-1 0 0 0,1 0 0 0 0,-1 0-1 0 0,0 1 1 0 0,1-1 0 0 0,-1 0 0 0 0,0 1-1 0 0,0-1 1 0 0,1 0 0 0 0,-1 1 0 0 0,0-1 0 0 0,0 1-1 0 0,0-1 1 0 0,0 0 0 0 0,1 1 0 0 0,-1-1-1 0 0,0 1 1 0 0,0-1 0 0 0,0 0 0 0 0,0 1 0 0 0,0-1-1 0 0,0 1 1 0 0,0-1 0 0 0,0 0 0 0 0,0 1-1 0 0,0-1 1 0 0,0 1 0 0 0,0-1 0 0 0,-1 1 0 0 0</inkml:trace>
</inkml:ink>
</file>

<file path=ppt/ink/ink2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46.441"/>
    </inkml:context>
    <inkml:brush xml:id="br0">
      <inkml:brushProperty name="width" value="0.1" units="cm"/>
      <inkml:brushProperty name="height" value="0.1" units="cm"/>
      <inkml:brushProperty name="color" value="#FFFFFF"/>
    </inkml:brush>
  </inkml:definitions>
  <inkml:trace contextRef="#ctx0" brushRef="#br0">135 1 2527 0 0,'-8'3'224'0'0,"3"-1"345"0"0,1 0 0 0 0,0 0 0 0 0,0 1 0 0 0,0 0 0 0 0,1 0 0 0 0,-1 0 0 0 0,1 0-1 0 0,-1 0 1 0 0,1 1 0 0 0,0 0 0 0 0,0-1 0 0 0,1 1 0 0 0,-1 0 0 0 0,1 0 0 0 0,0 1-1 0 0,-3 8 1 0 0,-1 5 529 0 0,1 1 0 0 0,-6 36-1 0 0,6-24-755 0 0,-1 3-540 0 0,-14 67 1691 0 0,4-34-8295 0 0</inkml:trace>
</inkml:ink>
</file>

<file path=ppt/ink/ink2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46.819"/>
    </inkml:context>
    <inkml:brush xml:id="br0">
      <inkml:brushProperty name="width" value="0.1" units="cm"/>
      <inkml:brushProperty name="height" value="0.1" units="cm"/>
      <inkml:brushProperty name="color" value="#FFFFFF"/>
    </inkml:brush>
  </inkml:definitions>
  <inkml:trace contextRef="#ctx0" brushRef="#br0">133 420 6191 0 0,'0'0'472'0'0,"-11"15"4416"0"0,9-14-4707 0 0,0 0 0 0 0,0 0 0 0 0,-1-1 0 0 0,1 1 0 0 0,0-1 0 0 0,0 1 0 0 0,0-1 0 0 0,-1 0 0 0 0,1 0-1 0 0,0 0 1 0 0,0 0 0 0 0,-1 0 0 0 0,1-1 0 0 0,0 1 0 0 0,0-1 0 0 0,-1 1 0 0 0,1-1 0 0 0,-4-1 0 0 0,3 0-19 0 0,-1-1 1 0 0,1 1-1 0 0,0-1 1 0 0,0 1 0 0 0,0-1-1 0 0,0 0 1 0 0,0 0-1 0 0,0 0 1 0 0,-3-7 0 0 0,-1-1-43 0 0,2 0 0 0 0,-1 0 0 0 0,1-1 0 0 0,1 0 0 0 0,0 0 0 0 0,-2-14 0 0 0,4 16-95 0 0,1 0 0 0 0,0 0 0 0 0,0-1 1 0 0,1 1-1 0 0,1 0 0 0 0,0-1 0 0 0,0 1 0 0 0,1 0 0 0 0,0 0 0 0 0,0 0 0 0 0,2 0 0 0 0,4-12 0 0 0,-2 10 0 0 0,0 2 0 0 0,0-1 0 0 0,1 1 0 0 0,0 0 0 0 0,1 0 0 0 0,0 1 0 0 0,0 0-1 0 0,1 0 1 0 0,0 1 0 0 0,12-7 0 0 0,-11 7-25 0 0,1 1 0 0 0,0 1 0 0 0,1 0 0 0 0,-1 0 0 0 0,15-4 0 0 0,-21 8 0 0 0,-1 1 0 0 0,1 0 0 0 0,0 0 0 0 0,-1 1 0 0 0,1-1 0 0 0,0 1 0 0 0,7 1 0 0 0,-9-1 0 0 0,0 1 0 0 0,-1-1 0 0 0,1 1 0 0 0,0 0 0 0 0,-1 0 0 0 0,1 0 0 0 0,-1 0 0 0 0,1 0 0 0 0,-1 1 0 0 0,0-1 0 0 0,0 1 0 0 0,1-1 0 0 0,-1 1 0 0 0,2 2 0 0 0,-2-1-5 0 0,1 0-1 0 0,-1 1 0 0 0,0-1 1 0 0,-1 0-1 0 0,1 0 0 0 0,-1 1 1 0 0,1-1-1 0 0,-1 1 0 0 0,0-1 1 0 0,0 1-1 0 0,-1 0 0 0 0,1-1 1 0 0,-1 1-1 0 0,0 0 0 0 0,0-1 1 0 0,0 1-1 0 0,0 0 0 0 0,0-1 1 0 0,-1 1-1 0 0,0 0 1 0 0,0-1-1 0 0,-2 6 0 0 0,-2 6-259 0 0,-1-1 0 0 0,0 0 0 0 0,-1 0-1 0 0,-9 13 1 0 0,-4 5-3781 0 0,-2 4-1356 0 0</inkml:trace>
</inkml:ink>
</file>

<file path=ppt/ink/ink2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47.683"/>
    </inkml:context>
    <inkml:brush xml:id="br0">
      <inkml:brushProperty name="width" value="0.1" units="cm"/>
      <inkml:brushProperty name="height" value="0.1" units="cm"/>
      <inkml:brushProperty name="color" value="#FFFFFF"/>
    </inkml:brush>
  </inkml:definitions>
  <inkml:trace contextRef="#ctx0" brushRef="#br0">80 1 2415 0 0,'13'5'216'0'0,"-12"-4"73"0"0,0 0 0 0 0,1 0-1 0 0,-1-1 1 0 0,0 1 0 0 0,0 0-1 0 0,0 0 1 0 0,0 0-1 0 0,0 0 1 0 0,0 0 0 0 0,0 0-1 0 0,0 1 1 0 0,0-1-1 0 0,0 0 1 0 0,1 4 710 0 0,-1-4-296 0 0,6 32 1345 0 0,-1 1 1 0 0,2 43-1 0 0,-8-69-1911 0 0,-1 1 0 0 0,0-1 0 0 0,0 1 0 0 0,0-1 0 0 0,-1 1 0 0 0,-1-1 0 0 0,1 0 0 0 0,-1 0 0 0 0,-1 0-1 0 0,0 0 1 0 0,-7 12 0 0 0,2-7-340 0 0,-18 22 1 0 0,-13 6-3806 0 0,18-21-1030 0 0</inkml:trace>
</inkml:ink>
</file>

<file path=ppt/ink/ink2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54.358"/>
    </inkml:context>
    <inkml:brush xml:id="br0">
      <inkml:brushProperty name="width" value="0.1" units="cm"/>
      <inkml:brushProperty name="height" value="0.1" units="cm"/>
      <inkml:brushProperty name="color" value="#E71224"/>
    </inkml:brush>
  </inkml:definitions>
  <inkml:trace contextRef="#ctx0" brushRef="#br0">3885 2 3335 0 0,'0'0'258'0'0,"-8"-1"-97"0"0,-114 1 3575 0 0,31 1-2363 0 0,84-1-1292 0 0,-395 0 3341 0 0,202 2-2817 0 0,1 0-129 0 0,-89 4-413 0 0,-31 1 10 0 0,200 0-131 0 0,-364 30 318 0 0,18 6-358 0 0,187-40 286 0 0,159-4-136 0 0,22 5-53 0 0,19 1 13 0 0,-52 3 41 0 0,57-5-45 0 0,-87-1 38 0 0,-4-5 284 0 0,135 5-130 0 0,3 1-781 0 0,-1-4-2896 0 0</inkml:trace>
</inkml:ink>
</file>

<file path=ppt/ink/ink2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56.693"/>
    </inkml:context>
    <inkml:brush xml:id="br0">
      <inkml:brushProperty name="width" value="0.1" units="cm"/>
      <inkml:brushProperty name="height" value="0.1" units="cm"/>
      <inkml:brushProperty name="color" value="#E71224"/>
    </inkml:brush>
  </inkml:definitions>
  <inkml:trace contextRef="#ctx0" brushRef="#br0">4308 2 1951 0 0,'0'0'195'0'0,"-17"6"1290"0"0,5-5-800 0 0,0-1-1 0 0,-17-1 0 0 0,-3-1 166 0 0,-37 1-49 0 0,-54 1 173 0 0,-81 4 372 0 0,132-5-652 0 0,-51-3 260 0 0,-117 2-84 0 0,122 4-657 0 0,-341-1 624 0 0,261-4-604 0 0,-131 3 156 0 0,219 0-223 0 0,46-1 195 0 0,-64 7 0 0 0,-48 5-279 0 0,24-1 366 0 0,15-5-228 0 0,-8 1 148 0 0,-55-1-20 0 0,154-9-292 0 0,-27-1 16 0 0,22 5-72 0 0,-98 3 0 0 0,-15 1 0 0 0,129-4 0 0 0,-100 2 242 0 0,65-2-225 0 0,-103 2 172 0 0,122 3-105 0 0,26-3-3 0 0,-1 0 0 0 0,0-1 0 0 0,-25-4 0 0 0,42 3-50 0 0,3-2-6 0 0,-7-2 37 0 0,-18-3 156 0 0,17 1-202 0 0,8 3-5 0 0,1-1 42 0 0</inkml:trace>
</inkml:ink>
</file>

<file path=ppt/ink/ink2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59.525"/>
    </inkml:context>
    <inkml:brush xml:id="br0">
      <inkml:brushProperty name="width" value="0.1" units="cm"/>
      <inkml:brushProperty name="height" value="0.1" units="cm"/>
      <inkml:brushProperty name="color" value="#E71224"/>
    </inkml:brush>
  </inkml:definitions>
  <inkml:trace contextRef="#ctx0" brushRef="#br0">5909 3002 2847 0 0,'0'0'4171'0'0,"2"-11"-532"0"0,5-7-1140 0 0,-3 6-1571 0 0,0-1 1 0 0,4-21 0 0 0,-7 24-701 0 0,0 0 0 0 0,-1 1 0 0 0,0-1-1 0 0,-1 0 1 0 0,0 1 0 0 0,0-1 0 0 0,-4-11 0 0 0,-4-7 376 0 0,-12-28 1 0 0,11 34-373 0 0,2 0 1 0 0,-10-43-1 0 0,14 29-14 0 0,1-1 0 0 0,4-65 1 0 0,-1 87-138 0 0,1-7-10 0 0,-2-1 0 0 0,0 0 0 0 0,-2 1 0 0 0,0 0 0 0 0,-1 0 0 0 0,-8-23 1 0 0,-26-67 265 0 0,-19-68-166 0 0,49 142-78 0 0,2-1 0 0 0,-2-56 1 0 0,-1-8 12 0 0,-5 5-84 0 0,-13-106 44 0 0,24 144 61 0 0,8-111 1 0 0,-5 161-127 0 0,48-382 127 0 0,-44 361-128 0 0,2-52 0 0 0,-5 66 0 0 0,0 10 0 0 0,-1 0 0 0 0,0 1 0 0 0,-1-1 0 0 0,0 0 0 0 0,0 0 0 0 0,-3-12 0 0 0,2 14 0 0 0,-4 3-13 0 0,-1 3-41 0 0,2 1 63 0 0,-1-1 0 0 0,1 0 0 0 0,-1-1 0 0 0,1 1 0 0 0,-1-1-1 0 0,-10-1 1 0 0,-11 2-4 0 0,12-2-5 0 0,-10 0 0 0 0,-21 1 0 0 0,-49-1 0 0 0,-25-2 0 0 0,11 1 0 0 0,-9 0 0 0 0,0-1 0 0 0,-151-5 0 0 0,-24-20 0 0 0,191 17 0 0 0,-237-34 0 0 0,150 18 0 0 0,-160-26 0 0 0,248 40 0 0 0,-579-71 0 0 0,516 67 0 0 0,-90-8 0 0 0,-479-29 64 0 0,485 34-64 0 0,50 3 0 0 0,-239-32 0 0 0,216 21 0 0 0,-83-19 0 0 0,296 46 0 0 0,0 1 0 0 0,-1-1 0 0 0,-12 2 0 0 0,-12-1 0 0 0,25 0 0 0 0,1 1 0 0 0,6 0-1 0 0,1-1 1 0 0,0 0-1 0 0,0 0 0 0 0,-1 0 1 0 0,1 0-1 0 0,0 0 0 0 0,0 0 1 0 0,-1 0-1 0 0,1 0 0 0 0,0 0 1 0 0,0 0-1 0 0,-1 0 0 0 0,1 0 0 0 0,0 0 1 0 0,0 0-1 0 0,-1 0 0 0 0,1 0 1 0 0,0 0-1 0 0,0 0 0 0 0,-1-1 1 0 0,1 1-1 0 0,0 0 0 0 0,0 0 1 0 0,0 0-1 0 0,-1 0 0 0 0,1 0 0 0 0,0 0 1 0 0,0-1-1 0 0,0 1 0 0 0,-1 0 1 0 0,1 0-1 0 0,0 0 0 0 0,0-1 1 0 0,0 1-1 0 0,0 0 0 0 0,0 0 1 0 0,0-1-1 0 0,-1 1 0 0 0,1 0 1 0 0,0 0-1 0 0,0 0 0 0 0,0-1 0 0 0,0-9-122 0 0,1 10 87 0 0,2-16-635 0 0</inkml:trace>
</inkml:ink>
</file>

<file path=ppt/ink/ink2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00.598"/>
    </inkml:context>
    <inkml:brush xml:id="br0">
      <inkml:brushProperty name="width" value="0.1" units="cm"/>
      <inkml:brushProperty name="height" value="0.1" units="cm"/>
      <inkml:brushProperty name="color" value="#E71224"/>
    </inkml:brush>
  </inkml:definitions>
  <inkml:trace contextRef="#ctx0" brushRef="#br0">2369 7 2383 0 0,'0'0'1691'0'0,"-15"-3"492"0"0,-108 1 3116 0 0,23 1-3617 0 0,-114 0 434 0 0,107 2-1447 0 0,-63-1 158 0 0,-188 1 218 0 0,-11 9-213 0 0,202-4-400 0 0,-95-4 80 0 0,40-1-229 0 0,198 0-274 0 0,-125-4 35 0 0,123 0 58 0 0,-36-4 243 0 0,85 4-495 0 0,-9 1-1089 0 0,0 1-3515 0 0,1 3-1398 0 0</inkml:trace>
</inkml:ink>
</file>

<file path=ppt/ink/ink2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10.219"/>
    </inkml:context>
    <inkml:brush xml:id="br0">
      <inkml:brushProperty name="width" value="0.1" units="cm"/>
      <inkml:brushProperty name="height" value="0.1" units="cm"/>
      <inkml:brushProperty name="color" value="#E71224"/>
    </inkml:brush>
  </inkml:definitions>
  <inkml:trace contextRef="#ctx0" brushRef="#br0">0 0 2383 0 0,'0'0'9347'0'0,"12"6"-8499"0"0,-9-5-690 0 0,0 0 1 0 0,1 1-1 0 0,-1-1 0 0 0,0 0 1 0 0,0 0-1 0 0,1-1 0 0 0,-1 1 1 0 0,0-1-1 0 0,1 1 0 0 0,-1-1 1 0 0,6-1-1 0 0,3-1 120 0 0,0 1 1 0 0,-1 0-1 0 0,1 1 1 0 0,18 1-1 0 0,-28 0-244 0 0,0-1 0 0 0,1 0 0 0 0,-1 0 0 0 0,1-1 0 0 0,-1 1 0 0 0,5-1 0 0 0,11-2 136 0 0,7 4 35 0 0,-12-1-68 0 0,0 0 0 0 0,15 3 0 0 0,6-1 58 0 0,-27-2-148 0 0,0 0 0 0 0,0 1 1 0 0,8 0-1 0 0,15 1 97 0 0,-2-1-37 0 0,44 4-40 0 0,-21-2 80 0 0,-2 0 62 0 0,25 3 46 0 0,-5 0-49 0 0,-10-3-113 0 0,-39-1-68 0 0,21-1 0 0 0,13 0 104 0 0,66 3 204 0 0,-50-2-278 0 0,-16-2-3 0 0,68-1 58 0 0,28 2 118 0 0,-77 4-228 0 0,-15 1 0 0 0,-19-1 11 0 0,-27-5 676 0 0</inkml:trace>
</inkml:ink>
</file>

<file path=ppt/ink/ink2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15.706"/>
    </inkml:context>
    <inkml:brush xml:id="br0">
      <inkml:brushProperty name="width" value="0.1" units="cm"/>
      <inkml:brushProperty name="height" value="0.1" units="cm"/>
      <inkml:brushProperty name="color" value="#FFFFFF"/>
    </inkml:brush>
  </inkml:definitions>
  <inkml:trace contextRef="#ctx0" brushRef="#br0">111 18 5727 0 0,'0'0'443'0'0,"-1"-3"-172"0"0,-1 1 153 0 0,-4-10 4166 0 0,3 17-2624 0 0,3-5-1947 0 0,0 1-1 0 0,0-1 0 0 0,-1 0 0 0 0,1 0 1 0 0,0 1-1 0 0,0-1 0 0 0,0 0 1 0 0,0 1-1 0 0,0-1 0 0 0,-1 0 1 0 0,1 0-1 0 0,0 1 0 0 0,0-1 1 0 0,0 0-1 0 0,0 1 0 0 0,0-1 0 0 0,0 0 1 0 0,0 1-1 0 0,0-1 0 0 0,0 0 1 0 0,0 1-1 0 0,0-1 0 0 0,0 1 1 0 0,3 5 85 0 0,-1 0 1 0 0,1 1-1 0 0,0-1 1 0 0,1 0 0 0 0,0-1-1 0 0,0 1 1 0 0,0-1-1 0 0,5 6 1 0 0,-4-5-60 0 0,1 0 0 0 0,-1 1 0 0 0,-1 0 0 0 0,5 8 0 0 0,-8-12-20 0 0,0 0 0 0 0,0 0-1 0 0,0 1 1 0 0,0-1 0 0 0,0 0 0 0 0,-1 0-1 0 0,1 1 1 0 0,-1-1 0 0 0,0 0-1 0 0,0 1 1 0 0,0-1 0 0 0,-1 1 0 0 0,1-1-1 0 0,-2 4 1 0 0,0-1 21 0 0,0-1 0 0 0,0 1 0 0 0,0-1 0 0 0,-1 0 0 0 0,0 0 1 0 0,0 1-1 0 0,-1-2 0 0 0,1 1 0 0 0,-1 0 0 0 0,0-1 0 0 0,0 0 0 0 0,-1 0 0 0 0,1 0 0 0 0,-6 3 1 0 0,-5 3 114 0 0,0-1 0 0 0,0-1 1 0 0,-25 10-1 0 0,14-11-4726 0 0</inkml:trace>
</inkml:ink>
</file>

<file path=ppt/ink/ink2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15.924"/>
    </inkml:context>
    <inkml:brush xml:id="br0">
      <inkml:brushProperty name="width" value="0.1" units="cm"/>
      <inkml:brushProperty name="height" value="0.1" units="cm"/>
      <inkml:brushProperty name="color" value="#FFFFFF"/>
    </inkml:brush>
  </inkml:definitions>
  <inkml:trace contextRef="#ctx0" brushRef="#br0">247 1 3247 0 0,'0'2'2495'0'0,"-3"5"-1857"0"0,0 1 0 0 0,-1-1 0 0 0,0 1 0 0 0,0-1 0 0 0,0 0 0 0 0,-1 0 0 0 0,0-1 0 0 0,0 0 0 0 0,-1 1 0 0 0,0-2 0 0 0,-7 7 0 0 0,-8 5-181 0 0,-1-2-1 0 0,-27 16 0 0 0,-20 8-1796 0 0,57-32-1502 0 0,1-1-1712 0 0</inkml:trace>
</inkml:ink>
</file>

<file path=ppt/ink/ink2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16.191"/>
    </inkml:context>
    <inkml:brush xml:id="br0">
      <inkml:brushProperty name="width" value="0.1" units="cm"/>
      <inkml:brushProperty name="height" value="0.1" units="cm"/>
      <inkml:brushProperty name="color" value="#FFFFFF"/>
    </inkml:brush>
  </inkml:definitions>
  <inkml:trace contextRef="#ctx0" brushRef="#br0">39 1 5695 0 0,'0'0'738'0'0,"0"2"30"0"0,-4 227 6779 0 0,-21 1-6152 0 0,25-227-1551 0 0,-8 50 54 0 0,7-31-4429 0 0</inkml:trace>
</inkml:ink>
</file>

<file path=ppt/ink/ink2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16.897"/>
    </inkml:context>
    <inkml:brush xml:id="br0">
      <inkml:brushProperty name="width" value="0.1" units="cm"/>
      <inkml:brushProperty name="height" value="0.1" units="cm"/>
      <inkml:brushProperty name="color" value="#FFFFFF"/>
    </inkml:brush>
  </inkml:definitions>
  <inkml:trace contextRef="#ctx0" brushRef="#br0">435 0 5351 0 0,'0'0'4584'0'0,"-3"10"-3050"0"0,1 1-1164 0 0,0 1 1 0 0,0 16 0 0 0,2-20-241 0 0,0-4-63 0 0,0 0-1 0 0,0 1 0 0 0,1-1 0 0 0,1 7 1 0 0,-1-9-43 0 0,0 0 0 0 0,-1 0 0 0 0,1 1 1 0 0,-1-1-1 0 0,1 0 0 0 0,-1 1 0 0 0,0-1 0 0 0,0 0 1 0 0,0 1-1 0 0,0-1 0 0 0,0 0 0 0 0,-1 1 1 0 0,1-1-1 0 0,-1 0 0 0 0,1 1 0 0 0,-1-1 0 0 0,0 0 1 0 0,0 0-1 0 0,0 0 0 0 0,-3 4 0 0 0,0-1 33 0 0,-1 0 1 0 0,0 0-1 0 0,0 0 0 0 0,0-1 0 0 0,-1 0 0 0 0,1 0 0 0 0,-1 0 0 0 0,0-1 1 0 0,-1 1-1 0 0,1-2 0 0 0,0 1 0 0 0,-1-1 0 0 0,-6 2 0 0 0,-12 4 87 0 0,23-7-125 0 0,-1 0 0 0 0,0 0 0 0 0,1 0 1 0 0,-1 0-1 0 0,0 0 0 0 0,0-1 0 0 0,0 1 0 0 0,0-1 0 0 0,0 0 1 0 0,0 0-1 0 0,0 0 0 0 0,0 0 0 0 0,-4-1 0 0 0,-4-2 99 0 0,-1-1 0 0 0,1-1 0 0 0,0 1 1 0 0,0-2-1 0 0,0 1 0 0 0,1-2 0 0 0,-1 1 0 0 0,-17-17 0 0 0,19 16-74 0 0,8 6-43 0 0,-1 0 1 0 0,0 0-1 0 0,1-1 1 0 0,-1 1 0 0 0,1-1-1 0 0,-1 0 1 0 0,1 1-1 0 0,0-1 1 0 0,-1 0 0 0 0,1 0-1 0 0,0 1 1 0 0,0-1-1 0 0,1 0 1 0 0,-1 0 0 0 0,-1-4-1 0 0,2 5 10 0 0,-1 0 0 0 0,1-1-1 0 0,0 1 1 0 0,0 0 0 0 0,0 0 0 0 0,0-1-1 0 0,0 1 1 0 0,0 0 0 0 0,0-1-1 0 0,0 1 1 0 0,0 0 0 0 0,0-1 0 0 0,1 1-1 0 0,-1 0 1 0 0,0-1 0 0 0,1 1-1 0 0,0 0 1 0 0,-1 0 0 0 0,1 0 0 0 0,0 0-1 0 0,-1-1 1 0 0,1 1 0 0 0,0 0 0 0 0,1-1-1 0 0,5-2 2 0 0,-4 3-12 0 0,1 0 0 0 0,-1 1 0 0 0,1-1 0 0 0,-1 0 0 0 0,1 1 0 0 0,-1 0 0 0 0,1 0 0 0 0,5 0 0 0 0,-8 1 0 0 0,1-1 0 0 0,0 0 0 0 0,-1 1 0 0 0,1-1 0 0 0,-1 1 0 0 0,1-1 0 0 0,-1 1 0 0 0,1 0 0 0 0,-1 0 0 0 0,1 0 0 0 0,-1-1 0 0 0,0 1 0 0 0,1 1 0 0 0,-1-1 0 0 0,0 0 0 0 0,0 0 0 0 0,0 0 0 0 0,0 1 0 0 0,0-1 0 0 0,1 2 0 0 0,0 1 0 0 0,-1-1 0 0 0,1 1-1 0 0,-1 0 1 0 0,0-1 0 0 0,0 1 0 0 0,-1 0-1 0 0,1 0 1 0 0,-1 0 0 0 0,0 0 0 0 0,0 0-1 0 0,0-1 1 0 0,0 1 0 0 0,-1 0 0 0 0,1 0-1 0 0,-1 0 1 0 0,0 0 0 0 0,0-1-1 0 0,-1 1 1 0 0,1 0 0 0 0,-4 4 0 0 0,0 3 11 0 0,-2-1 1 0 0,0 0-1 0 0,0 0 1 0 0,-1-1 0 0 0,-11 12-1 0 0,5-7-11 0 0,6-5 31 0 0,-1 0 0 0 0,-14 10 1 0 0,9-9-300 0 0,-32 21 1152 0 0,41-28-2079 0 0,0 0-1 0 0,-1-1 1 0 0,-10 4-1 0 0</inkml:trace>
</inkml:ink>
</file>

<file path=ppt/ink/ink2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17.103"/>
    </inkml:context>
    <inkml:brush xml:id="br0">
      <inkml:brushProperty name="width" value="0.1" units="cm"/>
      <inkml:brushProperty name="height" value="0.1" units="cm"/>
      <inkml:brushProperty name="color" value="#FFFFFF"/>
    </inkml:brush>
  </inkml:definitions>
  <inkml:trace contextRef="#ctx0" brushRef="#br0">1 26 8783 0 0,'13'-2'936'0'0,"-5"2"-936"0"0,2 1 0 0 0,2-2 648 0 0,1 1 104 0 0,2-2 16 0 0,0 1 8 0 0,4 0-496 0 0,-2-3-104 0 0,0-1-16 0 0,-1-1-3680 0 0,-1 1-736 0 0</inkml:trace>
</inkml:ink>
</file>

<file path=ppt/ink/ink2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17.488"/>
    </inkml:context>
    <inkml:brush xml:id="br0">
      <inkml:brushProperty name="width" value="0.1" units="cm"/>
      <inkml:brushProperty name="height" value="0.1" units="cm"/>
      <inkml:brushProperty name="color" value="#FFFFFF"/>
    </inkml:brush>
  </inkml:definitions>
  <inkml:trace contextRef="#ctx0" brushRef="#br0">143 1 3799 0 0,'0'2'2326'0'0,"0"13"-972"0"0,-1 0 0 0 0,0 1 0 0 0,-4 14 0 0 0,3-21-1106 0 0,-1-1 0 0 0,1 0 1 0 0,-2 0-1 0 0,1 0 0 0 0,-1 0 1 0 0,0 0-1 0 0,-6 7 0 0 0,-3 5 32 0 0,2-4-307 0 0,0-1-1 0 0,-20 21 1 0 0,12-16-3263 0 0,0 0-1186 0 0</inkml:trace>
</inkml:ink>
</file>

<file path=ppt/ink/ink2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18.489"/>
    </inkml:context>
    <inkml:brush xml:id="br0">
      <inkml:brushProperty name="width" value="0.1" units="cm"/>
      <inkml:brushProperty name="height" value="0.1" units="cm"/>
      <inkml:brushProperty name="color" value="#FFFFFF"/>
    </inkml:brush>
  </inkml:definitions>
  <inkml:trace contextRef="#ctx0" brushRef="#br0">327 298 3799 0 0,'0'0'291'0'0,"-1"2"-192"0"0,1 2 89 0 0,-1 0 0 0 0,1 0-1 0 0,-1 0 1 0 0,1 0 0 0 0,1 0 0 0 0,-1 0 0 0 0,0 0 0 0 0,1 0 0 0 0,0 0 0 0 0,0 0 0 0 0,2 4 0 0 0,-3-7-102 0 0,1 1 1 0 0,-1-1 0 0 0,1 1 0 0 0,0-1-1 0 0,0 0 1 0 0,-1 0 0 0 0,1 1 0 0 0,0-1-1 0 0,0 0 1 0 0,0 0 0 0 0,1 0-1 0 0,-1 0 1 0 0,0 0 0 0 0,0 0 0 0 0,0 0-1 0 0,1 0 1 0 0,-1-1 0 0 0,1 1 0 0 0,-1-1-1 0 0,0 1 1 0 0,1-1 0 0 0,-1 1 0 0 0,1-1-1 0 0,-1 1 1 0 0,1-1 0 0 0,-1 0 0 0 0,1 0-1 0 0,-1 0 1 0 0,1 0 0 0 0,0 0-1 0 0,-1 0 1 0 0,1-1 0 0 0,1 0 0 0 0,-2 1-26 0 0,1 0 1 0 0,-1-1-1 0 0,1 1 1 0 0,-1-1-1 0 0,1 0 1 0 0,-1 1-1 0 0,0-1 1 0 0,1 0-1 0 0,-1 0 1 0 0,0 0-1 0 0,0 0 1 0 0,0 0-1 0 0,0 0 1 0 0,1 0-1 0 0,-2-1 1 0 0,1 1-1 0 0,0 0 1 0 0,0-1-1 0 0,0 1 1 0 0,-1 0-1 0 0,1-1 1 0 0,0 1-1 0 0,-1-1 1 0 0,1 1-1 0 0,-1-1 1 0 0,0 1-1 0 0,0-1 1 0 0,1 1-1 0 0,-1-1 1 0 0,0 1-1 0 0,0-1 1 0 0,0 0 0 0 0,-1-1-1 0 0,1-2 64 0 0,-1-1 1 0 0,0 1-1 0 0,0-1 1 0 0,-1 1-1 0 0,1 0 0 0 0,-1 0 1 0 0,-5-10-1 0 0,5 11-59 0 0,-1 0 0 0 0,1 0 0 0 0,-1 1 0 0 0,0-1-1 0 0,0 1 1 0 0,0-1 0 0 0,-1 1 0 0 0,1 0 0 0 0,-1 0 0 0 0,1 1-1 0 0,-8-4 1 0 0,8 4-45 0 0,0 1 0 0 0,0 0 0 0 0,-1 0 0 0 0,1 0 0 0 0,0 0 0 0 0,-1 0 0 0 0,1 1-1 0 0,-1-1 1 0 0,1 1 0 0 0,0 0 0 0 0,-1 0 0 0 0,1 1 0 0 0,-1-1 0 0 0,1 1 0 0 0,-1 0 0 0 0,-2 0 0 0 0,-3 3 94 0 0,1-1 0 0 0,0 1 1 0 0,0 0-1 0 0,0 1 0 0 0,-14 11 1 0 0,-35 34 637 0 0,31-26-552 0 0,5-5-42 0 0,4-3 53 0 0,-38 28-1 0 0,47-40-201 0 0,7-3-10 0 0,1-1 0 0 0,-1 0 0 0 0,0 0 0 0 0,1 0 0 0 0,-1 0 0 0 0,1 0 0 0 0,-1 0 0 0 0,1 1 0 0 0,-1-1 0 0 0,1 0 0 0 0,-1-1 0 0 0,0 1 0 0 0,1 0 0 0 0,-1 0 0 0 0,1 0 0 0 0,-1 0 0 0 0,1 0 0 0 0,-1-1 0 0 0,1 1 0 0 0,-1 0 0 0 0,1 0 0 0 0,-1-1 0 0 0,1 1 0 0 0,-1 0 0 0 0,1-1 0 0 0,-1 1 0 0 0,1 0 0 0 0,-1-1 0 0 0,1 1 0 0 0,0-1 0 0 0,-1 1 0 0 0,1-1 0 0 0,0 1 0 0 0,0-1 0 0 0,-1 1 0 0 0,1-1 0 0 0,0 1 0 0 0,0-1 0 0 0,0 1 0 0 0,-1-2 0 0 0,1 1 0 0 0,-3-6 61 0 0,0 0 0 0 0,1 0 0 0 0,0 0 0 0 0,0-1 0 0 0,1 1 0 0 0,0-1 0 0 0,0-10 0 0 0,3-55 274 0 0,-1 57-251 0 0,1-23 66 0 0,2 0-54 0 0,-3 0 0 0 0,-1 0-1 0 0,-8-62 1 0 0</inkml:trace>
</inkml:ink>
</file>

<file path=ppt/ink/ink2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19.270"/>
    </inkml:context>
    <inkml:brush xml:id="br0">
      <inkml:brushProperty name="width" value="0.1" units="cm"/>
      <inkml:brushProperty name="height" value="0.1" units="cm"/>
      <inkml:brushProperty name="color" value="#FFFFFF"/>
    </inkml:brush>
  </inkml:definitions>
  <inkml:trace contextRef="#ctx0" brushRef="#br0">2066 0 4319 0 0,'0'2'6735'0'0,"-4"10"-6301"0"0,-1-2-1 0 0,-1 1 1 0 0,0 0 0 0 0,0-1 0 0 0,-1 0-1 0 0,0-1 1 0 0,-1 0 0 0 0,0 0 0 0 0,-17 14-1 0 0,0-3-164 0 0,-2-1-1 0 0,0-2 0 0 0,-37 18 1 0 0,-94 31 441 0 0,84-46-369 0 0,44-13-218 0 0,-31 4 104 0 0,9-3-78 0 0,31-5-84 0 0,-34 2-1 0 0,26-3-33 0 0,16-1-9 0 0,-1-1 0 0 0,1 0 1 0 0,-18-3-1 0 0,24 2 3 0 0,1 0 0 0 0,0-1 0 0 0,0 1 0 0 0,0-2 0 0 0,0 1 1 0 0,0 0-1 0 0,0-1 0 0 0,0 0 0 0 0,-5-4 0 0 0,9 5-14 0 0,0 0-1 0 0,0 0 0 0 0,1 0 0 0 0,-1 0 1 0 0,0 0-1 0 0,1 0 0 0 0,0-1 1 0 0,-1 1-1 0 0,1 0 0 0 0,0-1 1 0 0,0 1-1 0 0,0-1 0 0 0,0 1 1 0 0,1-1-1 0 0,-1 0 0 0 0,1 1 1 0 0,-1-1-1 0 0,1 0 0 0 0,0 1 1 0 0,0-1-1 0 0,0 0 0 0 0,1 1 0 0 0,-1-1 1 0 0,2-4-1 0 0,-1 2 5 0 0,1 0 0 0 0,-1 0 0 0 0,1 0-1 0 0,0 0 1 0 0,0 0 0 0 0,1 1 0 0 0,-1-1 0 0 0,1 1 0 0 0,0 0 0 0 0,0 0-1 0 0,8-8 1 0 0,-5 7-18 0 0,0 0 0 0 0,1 1 1 0 0,0-1-1 0 0,0 1 0 0 0,10-4 0 0 0,-15 7-2 0 0,-1 0 0 0 0,1 1 0 0 0,0-1 0 0 0,0 1 0 0 0,0-1 0 0 0,0 1 0 0 0,0 0 1 0 0,0 0-1 0 0,0 0 0 0 0,1 0 0 0 0,-1 0 0 0 0,2 1 0 0 0,-3-1 1 0 0,0 1-1 0 0,0-1 1 0 0,0 1 0 0 0,0-1-1 0 0,0 1 1 0 0,0-1 0 0 0,0 1-1 0 0,0 0 1 0 0,0 0 0 0 0,0 0 0 0 0,0-1-1 0 0,0 1 1 0 0,0 0 0 0 0,-1 0-1 0 0,1 0 1 0 0,0 0 0 0 0,-1 0-1 0 0,1 1 1 0 0,-1-1 0 0 0,1 0 0 0 0,0 2-1 0 0,0 1 3 0 0,-1 0-1 0 0,1 0 1 0 0,-1 0 0 0 0,0 0-1 0 0,0 0 1 0 0,0 0-1 0 0,0 0 1 0 0,-1 0 0 0 0,1 0-1 0 0,-1 0 1 0 0,0 0-1 0 0,0 0 1 0 0,-1-1 0 0 0,-1 6-1 0 0,-2 1-6 0 0,0 0 0 0 0,-1-1 0 0 0,-12 17 0 0 0,11-16 15 0 0,-1-1 0 0 0,-1 0 0 0 0,1-1 0 0 0,-1 0 0 0 0,-1 0 0 0 0,1-1 0 0 0,-1-1 0 0 0,-1 1 0 0 0,1-1 0 0 0,-1-1 0 0 0,0 0 0 0 0,-16 5 0 0 0,21-9 9 0 0,1 0 0 0 0,-1 0 0 0 0,1-1 0 0 0,0 1 0 0 0,-1-1 0 0 0,1 0 0 0 0,-1-1 0 0 0,1 1 1 0 0,-1-1-1 0 0,1 0 0 0 0,0-1 0 0 0,0 1 0 0 0,-1-1 0 0 0,-9-5 0 0 0,12 6-15 0 0,1-1-1 0 0,-1 0 1 0 0,0-1-1 0 0,0 1 1 0 0,1 0-1 0 0,-1-1 1 0 0,1 1-1 0 0,0-1 1 0 0,0 0 0 0 0,0 0-1 0 0,-3-4 1 0 0,1-1 14 0 0,1 0-1 0 0,0-1 1 0 0,0 1 0 0 0,-3-14 0 0 0,5 17 0 0 0,1 4 55 0 0,-13 8 215 0 0,-3 7-443 0 0,-25 18-1 0 0,34-28 161 0 0,0 0 0 0 0,0 0 0 0 0,0-1 0 0 0,-1 0 0 0 0,1 0 0 0 0,-1-1 0 0 0,-10 2 0 0 0,-4 1-1 0 0,7-2 0 0 0,-1-1 0 0 0,-16 1 0 0 0,-1-1 0 0 0,8-1 0 0 0,-29-2 0 0 0,9-2 0 0 0,-51-7 0 0 0,-93-16 264 0 0,128 18-144 0 0,25 3 27 0 0,1 0 1 0 0,-49-15 0 0 0,75 17-137 0 0,0 0 0 0 0,1 0 0 0 0,0-1 0 0 0,0 0 0 0 0,0 0 0 0 0,0-1 0 0 0,1 0 0 0 0,-1 0 0 0 0,1-1 0 0 0,1 0 0 0 0,-1 0 0 0 0,1-1 0 0 0,0 0 0 0 0,-9-13 0 0 0,13 17-60 0 0,1 0 0 0 0,0-1-1 0 0,-1 1 1 0 0,1 0 0 0 0,0 0-1 0 0,1-1 1 0 0,-1 1 0 0 0,0-1-1 0 0,1 1 1 0 0,0 0 0 0 0,0-1 0 0 0,0 1-1 0 0,1-4 1 0 0,-1 2-807 0 0,1 1-1 0 0,0 0 1 0 0,0 0-1 0 0,1 0 1 0 0,-1 0-1 0 0,3-4 1 0 0,5-7-4931 0 0</inkml:trace>
</inkml:ink>
</file>

<file path=ppt/ink/ink2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19.393"/>
    </inkml:context>
    <inkml:brush xml:id="br0">
      <inkml:brushProperty name="width" value="0.1" units="cm"/>
      <inkml:brushProperty name="height" value="0.1" units="cm"/>
      <inkml:brushProperty name="color" value="#FFFFFF"/>
    </inkml:brush>
  </inkml:definitions>
  <inkml:trace contextRef="#ctx0" brushRef="#br0">1 13 4831 0 0,'15'2'432'0'0,"4"-4"-344"0"0,3-2-88 0 0,2 3 0 0 0,2 1 648 0 0,1-1 120 0 0,-2-3 16 0 0,0 1 8 0 0,0 3-512 0 0</inkml:trace>
</inkml:ink>
</file>

<file path=ppt/ink/ink2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19.583"/>
    </inkml:context>
    <inkml:brush xml:id="br0">
      <inkml:brushProperty name="width" value="0.1" units="cm"/>
      <inkml:brushProperty name="height" value="0.1" units="cm"/>
      <inkml:brushProperty name="color" value="#FFFFFF"/>
    </inkml:brush>
  </inkml:definitions>
  <inkml:trace contextRef="#ctx0" brushRef="#br0">1 1 6679 0 0,'0'0'12176'0'0</inkml:trace>
</inkml:ink>
</file>

<file path=ppt/ink/ink2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26.274"/>
    </inkml:context>
    <inkml:brush xml:id="br0">
      <inkml:brushProperty name="width" value="0.1" units="cm"/>
      <inkml:brushProperty name="height" value="0.1" units="cm"/>
      <inkml:brushProperty name="color" value="#FFFFFF"/>
    </inkml:brush>
  </inkml:definitions>
  <inkml:trace contextRef="#ctx0" brushRef="#br0">161 0 2847 0 0,'0'0'9671'0'0,"-3"2"-9159"0"0,2-1-452 0 0,-1 0 0 0 0,1 0 1 0 0,-1 1-1 0 0,1-1 0 0 0,0 0 0 0 0,-1 1 0 0 0,1-1 1 0 0,0 1-1 0 0,0 0 0 0 0,0-1 0 0 0,0 1 0 0 0,0 0 1 0 0,0 2-1 0 0,-10 30 630 0 0,1-3-307 0 0,7-22-378 0 0,-35 75 502 0 0,33-74-694 0 0,-1 0 0 0 0,0 0-1 0 0,-1-1 1 0 0,0 0 0 0 0,-1 0 0 0 0,-8 7-1 0 0,4-5-3285 0 0,1 3-1122 0 0</inkml:trace>
</inkml:ink>
</file>

<file path=ppt/ink/ink2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26.809"/>
    </inkml:context>
    <inkml:brush xml:id="br0">
      <inkml:brushProperty name="width" value="0.1" units="cm"/>
      <inkml:brushProperty name="height" value="0.1" units="cm"/>
      <inkml:brushProperty name="color" value="#FFFFFF"/>
    </inkml:brush>
  </inkml:definitions>
  <inkml:trace contextRef="#ctx0" brushRef="#br0">439 0 3423 0 0,'0'0'264'0'0,"-14"6"-38"0"0,12-4-16 0 0,1 0 1 0 0,0 0 0 0 0,-1 0-1 0 0,1-1 1 0 0,0 1 0 0 0,0 0-1 0 0,1 0 1 0 0,-1 1 0 0 0,0-1-1 0 0,1 0 1 0 0,-1 0-1 0 0,1 0 1 0 0,-1 0 0 0 0,1 1-1 0 0,0-1 1 0 0,0 0 0 0 0,0 0-1 0 0,1 0 1 0 0,-1 1 0 0 0,0-1-1 0 0,1 0 1 0 0,0 3 0 0 0,2 5 185 0 0,1-1 0 0 0,-1 1 0 0 0,8 11 0 0 0,-6-12-288 0 0,-1 1 1 0 0,0-1-1 0 0,0 1 1 0 0,-1-1-1 0 0,-1 1 0 0 0,1 0 1 0 0,-2 0-1 0 0,1 0 0 0 0,-1 0 1 0 0,-1 0-1 0 0,0 1 1 0 0,0-1-1 0 0,-1 0 0 0 0,-1 0 1 0 0,1 0-1 0 0,-2 0 1 0 0,1 0-1 0 0,-1 0 0 0 0,-1-1 1 0 0,0 1-1 0 0,0-1 0 0 0,-1 0 1 0 0,0 0-1 0 0,0-1 1 0 0,-1 1-1 0 0,0-1 0 0 0,-1-1 1 0 0,0 1-1 0 0,0-1 1 0 0,-8 7-1 0 0,0-3 45 0 0,-1 0 0 0 0,1-1 0 0 0,-24 11 0 0 0,32-18-74 0 0,1 0 0 0 0,-1-1 0 0 0,0 0 0 0 0,-1 0 0 0 0,1 0 0 0 0,0-1 0 0 0,0 0 0 0 0,-1 0 0 0 0,1 0 0 0 0,-1-1 0 0 0,-8-1 0 0 0,14 0-71 0 0,0 0 0 0 0,0 1 0 0 0,-1-1 1 0 0,1 0-1 0 0,0 0 0 0 0,0 0 0 0 0,0 0 0 0 0,1 0 0 0 0,-1 0 1 0 0,0-1-1 0 0,0 1 0 0 0,1-1 0 0 0,-1 1 0 0 0,0-1 0 0 0,1 1 1 0 0,0-1-1 0 0,-1 0 0 0 0,1 0 0 0 0,0 0 0 0 0,0 0 0 0 0,0 0 1 0 0,0 0-1 0 0,0 0 0 0 0,1 0 0 0 0,-1 0 0 0 0,1 0 0 0 0,-1-1 1 0 0,1 1-1 0 0,0 0 0 0 0,0 0 0 0 0,0 0 0 0 0,0-3 0 0 0,0 1 3 0 0,0 1 0 0 0,0-1 0 0 0,1 0 0 0 0,-1 0 0 0 0,1 1 0 0 0,0-1 0 0 0,0 0-1 0 0,0 1 1 0 0,1-1 0 0 0,-1 1 0 0 0,1 0 0 0 0,0-1 0 0 0,0 1 0 0 0,0 0-1 0 0,0 0 1 0 0,0 0 0 0 0,1 0 0 0 0,4-4 0 0 0,-6 7-10 0 0,0-1-1 0 0,-1 0 1 0 0,1 1-1 0 0,0-1 1 0 0,0 1 0 0 0,-1-1-1 0 0,1 1 1 0 0,0-1-1 0 0,0 1 1 0 0,0 0 0 0 0,0 0-1 0 0,0-1 1 0 0,-1 1-1 0 0,1 0 1 0 0,0 0 0 0 0,0 0-1 0 0,0 0 1 0 0,0 0 0 0 0,0 0-1 0 0,0 0 1 0 0,0 0-1 0 0,0 0 1 0 0,0 0 0 0 0,0 1-1 0 0,-1-1 1 0 0,1 0-1 0 0,0 1 1 0 0,0-1 0 0 0,0 0-1 0 0,0 1 1 0 0,-1-1-1 0 0,1 1 1 0 0,0-1 0 0 0,0 1-1 0 0,-1 0 1 0 0,1-1 0 0 0,0 1-1 0 0,-1 0 1 0 0,1-1-1 0 0,-1 1 1 0 0,1 0 0 0 0,-1 0-1 0 0,1 0 1 0 0,-1-1-1 0 0,0 1 1 0 0,1 0 0 0 0,-1 0-1 0 0,0 0 1 0 0,1 2-1 0 0,0 2-10 0 0,1 0 0 0 0,-1 1-1 0 0,0 0 1 0 0,-1-1-1 0 0,1 1 1 0 0,-2 11-1 0 0,-1-2 29 0 0,0 0-1 0 0,-2 0 0 0 0,1 0 1 0 0,-10 21-1 0 0,9-26-12 0 0,0-1 0 0 0,-1 0 1 0 0,0 0-1 0 0,0-1 0 0 0,-1 1 0 0 0,0-1 0 0 0,-14 13 0 0 0,13-13-4 0 0,1-2 0 0 0,0-1 1 0 0,-1 1-1 0 0,1-1 0 0 0,-1-1 0 0 0,0 1 0 0 0,0-1 1 0 0,-11 5-1 0 0,1-2-257 0 0,10-4 386 0 0,0 0 1 0 0,-14 4-1 0 0,17-7-875 0 0,1 1 0 0 0,-1-1 0 0 0,0 0 0 0 0,1 0 0 0 0,-5 0 0 0 0</inkml:trace>
</inkml:ink>
</file>

<file path=ppt/ink/ink2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27.105"/>
    </inkml:context>
    <inkml:brush xml:id="br0">
      <inkml:brushProperty name="width" value="0.1" units="cm"/>
      <inkml:brushProperty name="height" value="0.1" units="cm"/>
      <inkml:brushProperty name="color" value="#FFFFFF"/>
    </inkml:brush>
  </inkml:definitions>
  <inkml:trace contextRef="#ctx0" brushRef="#br0">644 0 4831 0 0,'0'0'375'0'0,"-2"1"-244"0"0,-32 19 1988 0 0,-63 47-1 0 0,51-33-621 0 0,-69 54 825 0 0,-28 20-836 0 0,123-94-1387 0 0,-65 40 484 0 0,69-45-712 0 0,-1-1-1 0 0,0 0 0 0 0,-23 7 0 0 0,28-12-3485 0 0</inkml:trace>
</inkml:ink>
</file>

<file path=ppt/ink/ink2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27.373"/>
    </inkml:context>
    <inkml:brush xml:id="br0">
      <inkml:brushProperty name="width" value="0.1" units="cm"/>
      <inkml:brushProperty name="height" value="0.1" units="cm"/>
      <inkml:brushProperty name="color" value="#FFFFFF"/>
    </inkml:brush>
  </inkml:definitions>
  <inkml:trace contextRef="#ctx0" brushRef="#br0">212 0 2471 0 0,'0'0'3583'0'0,"-4"8"-2111"0"0,0-4-1155 0 0,-1 1 0 0 0,1-1 1 0 0,-1 0-1 0 0,0-1 0 0 0,0 1 0 0 0,0-1 0 0 0,0 0 1 0 0,0 0-1 0 0,-7 2 0 0 0,-8 5 379 0 0,-14 9-435 0 0,-26 16 418 0 0,21-10-4043 0 0</inkml:trace>
</inkml:ink>
</file>

<file path=ppt/ink/ink2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28.023"/>
    </inkml:context>
    <inkml:brush xml:id="br0">
      <inkml:brushProperty name="width" value="0.1" units="cm"/>
      <inkml:brushProperty name="height" value="0.1" units="cm"/>
      <inkml:brushProperty name="color" value="#FFFFFF"/>
    </inkml:brush>
  </inkml:definitions>
  <inkml:trace contextRef="#ctx0" brushRef="#br0">209 0 5039 0 0,'0'0'1160'0'0,"-7"6"264"0"0,4-2-1198 0 0,0 1-1 0 0,0-1 0 0 0,0 0 0 0 0,1 1 0 0 0,-1 0 1 0 0,1 0-1 0 0,1-1 0 0 0,-1 1 0 0 0,1 0 0 0 0,-1 0 1 0 0,1 1-1 0 0,1-1 0 0 0,-1 0 0 0 0,1 0 0 0 0,0 0 1 0 0,0 1-1 0 0,0-1 0 0 0,1 0 0 0 0,1 7 0 0 0,5 15 136 0 0,0 0-105 0 0,5 32 1 0 0,-11-50-236 0 0,-1 0 1 0 0,1 1-1 0 0,-1-1 0 0 0,-1 1 1 0 0,0-1-1 0 0,0 0 0 0 0,-4 13 0 0 0,-1-4 48 0 0,0-1-1 0 0,-1 0 0 0 0,-11 20 1 0 0,15-30-59 0 0,-1-1 1 0 0,0 0-1 0 0,0 0 1 0 0,-1 0 0 0 0,0-1-1 0 0,0 0 1 0 0,0 0-1 0 0,0 0 1 0 0,-1 0-1 0 0,0-1 1 0 0,-8 5-1 0 0,13-8 11 0 0,-1 0-1 0 0,0 0 1 0 0,1 0-1 0 0,-1-1 1 0 0,0 1-1 0 0,1-1 1 0 0,-1 1-1 0 0,0-1 1 0 0,0 1-1 0 0,0-1 1 0 0,0 0-1 0 0,1 0 0 0 0,-1 0 1 0 0,0 0-1 0 0,0 0 1 0 0,0 0-1 0 0,0-1 1 0 0,1 1-1 0 0,-1-1 1 0 0,0 1-1 0 0,0-1 1 0 0,1 1-1 0 0,-1-1 1 0 0,0 0-1 0 0,1 0 1 0 0,-3-2-1 0 0,1 1 67 0 0,1-1 0 0 0,0 0 0 0 0,0 0 0 0 0,0 1 0 0 0,0-1-1 0 0,0-1 1 0 0,1 1 0 0 0,-1 0 0 0 0,1 0 0 0 0,0 0 0 0 0,0-1 0 0 0,0 1 0 0 0,0-6 0 0 0,-4-43 502 0 0,2 1 0 0 0,6-89 0 0 0,0 23-242 0 0,-1 103-256 0 0,-2 13-74 0 0,-1 1-122 0 0,0 1-1 0 0,0 0 1 0 0,0-1-1 0 0,0 1 0 0 0,1 0 1 0 0,-1-1-1 0 0,0 1 1 0 0,0 0-1 0 0,1 0 1 0 0,-1 0-1 0 0,0 0 0 0 0,0 1 1 0 0,-4 7-3775 0 0,-2 5-1416 0 0</inkml:trace>
</inkml:ink>
</file>

<file path=ppt/ink/ink2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28.525"/>
    </inkml:context>
    <inkml:brush xml:id="br0">
      <inkml:brushProperty name="width" value="0.1" units="cm"/>
      <inkml:brushProperty name="height" value="0.1" units="cm"/>
      <inkml:brushProperty name="color" value="#FFFFFF"/>
    </inkml:brush>
  </inkml:definitions>
  <inkml:trace contextRef="#ctx0" brushRef="#br0">465 1 2759 0 0,'-2'15'3976'0'0,"13"29"-1021"0"0,-8-33-2487 0 0,0-1 1 0 0,0 0-1 0 0,-1 1 0 0 0,1 18 0 0 0,-3-23-372 0 0,0 1 0 0 0,-1-1-1 0 0,0 0 1 0 0,0 1 0 0 0,0-1-1 0 0,0 0 1 0 0,-1 0-1 0 0,0 0 1 0 0,-5 9 0 0 0,5-11-39 0 0,-1 0 1 0 0,1 0-1 0 0,-1-1 1 0 0,0 1-1 0 0,-1-1 1 0 0,1 1-1 0 0,0-1 1 0 0,-1 0-1 0 0,0 0 1 0 0,0-1-1 0 0,0 1 1 0 0,0-1-1 0 0,-7 3 1 0 0,-2 0 87 0 0,1-1 1 0 0,0-1 0 0 0,-1 0 0 0 0,0 0 0 0 0,0-2 0 0 0,0 1 0 0 0,1-2-1 0 0,-1 0 1 0 0,-15-1 0 0 0,19 0-52 0 0,1 0 0 0 0,0 0-1 0 0,-1-1 1 0 0,1 0 0 0 0,0-1 0 0 0,0 0-1 0 0,0 0 1 0 0,1 0 0 0 0,-1-1 0 0 0,1 0-1 0 0,0-1 1 0 0,0 0 0 0 0,0 0 0 0 0,1 0-1 0 0,-7-7 1 0 0,11 9-76 0 0,0 1 1 0 0,0-1-1 0 0,1 0 0 0 0,-1 0 0 0 0,1 0 0 0 0,-1 0 0 0 0,1 0 1 0 0,0 0-1 0 0,0-1 0 0 0,1 1 0 0 0,-1 0 0 0 0,0-5 0 0 0,1 5-11 0 0,0 1 0 0 0,0 0-1 0 0,0-1 1 0 0,0 1-1 0 0,0-1 1 0 0,1 1-1 0 0,-1-1 1 0 0,1 1 0 0 0,0 0-1 0 0,0-1 1 0 0,0 1-1 0 0,0 0 1 0 0,0 0 0 0 0,0 0-1 0 0,0 0 1 0 0,1 0-1 0 0,1-3 1 0 0,0 2 0 0 0,0 1 0 0 0,0-1 0 0 0,0 1-1 0 0,0 0 1 0 0,0 0 0 0 0,1 0 0 0 0,-1 0 0 0 0,0 0 0 0 0,1 1 0 0 0,0-1 0 0 0,-1 1 0 0 0,1 0 0 0 0,6-1-1 0 0,-8 2-5 0 0,1 0-1 0 0,-1 0 1 0 0,0 0-1 0 0,1 0 0 0 0,-1 1 1 0 0,0-1-1 0 0,1 1 0 0 0,-1-1 1 0 0,0 1-1 0 0,0 0 0 0 0,0 0 1 0 0,1 0-1 0 0,-1 0 1 0 0,0 0-1 0 0,0 1 0 0 0,0-1 1 0 0,-1 0-1 0 0,1 1 0 0 0,0 0 1 0 0,0-1-1 0 0,-1 1 1 0 0,1 0-1 0 0,1 3 0 0 0,-1-1-7 0 0,0 0 0 0 0,0 0 0 0 0,0 0 0 0 0,-1 1 0 0 0,0-1 0 0 0,0 0 0 0 0,0 1 0 0 0,0-1 0 0 0,-1 1 0 0 0,1-1 0 0 0,-1 1 0 0 0,0 0 0 0 0,-1-1 0 0 0,1 1 0 0 0,-3 7 0 0 0,-1 4 4 0 0,0-1 0 0 0,-1 0 0 0 0,-8 17 0 0 0,9-23 11 0 0,-1 0-1 0 0,0-1 1 0 0,-1 0-1 0 0,0 1 1 0 0,0-2-1 0 0,-11 11 1 0 0,-47 36 99 0 0,52-46-45 0 0,0 0-1 0 0,0-1 0 0 0,-1-1 1 0 0,-22 9-1 0 0,33-14-92 0 0,0-1 0 0 0,-1 1 1 0 0,1-1-1 0 0,0 1 0 0 0,0-1 0 0 0,-1 0 1 0 0,-2 0-1 0 0,-9-1-3716 0 0</inkml:trace>
</inkml:ink>
</file>

<file path=ppt/ink/ink2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28.729"/>
    </inkml:context>
    <inkml:brush xml:id="br0">
      <inkml:brushProperty name="width" value="0.1" units="cm"/>
      <inkml:brushProperty name="height" value="0.1" units="cm"/>
      <inkml:brushProperty name="color" value="#FFFFFF"/>
    </inkml:brush>
  </inkml:definitions>
  <inkml:trace contextRef="#ctx0" brushRef="#br0">1 11 2383 0 0,'0'0'216'0'0,"9"0"1032"0"0,1-3 216 0 0,5-1 40 0 0,3 3 0 0 0,3 1-504 0 0,2 0-104 0 0,1-3-16 0 0,-2 3-8 0 0,-1 3-528 0 0,4-3-112 0 0,-4 0-16 0 0,-4 1-3592 0 0,-1 2-720 0 0</inkml:trace>
</inkml:ink>
</file>

<file path=ppt/ink/ink2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28.932"/>
    </inkml:context>
    <inkml:brush xml:id="br0">
      <inkml:brushProperty name="width" value="0.1" units="cm"/>
      <inkml:brushProperty name="height" value="0.1" units="cm"/>
      <inkml:brushProperty name="color" value="#FFFFFF"/>
    </inkml:brush>
  </inkml:definitions>
  <inkml:trace contextRef="#ctx0" brushRef="#br0">210 1 6127 0 0,'0'10'544'0'0,"2"0"-432"0"0,-1-1-112 0 0,-2 3 0 0 0,-2 4 984 0 0,-2 1 168 0 0,-2 1 40 0 0,-3 5 8 0 0,-3 3-568 0 0,-2 0-120 0 0,-2 1-16 0 0,-4 2-8 0 0,-3-4-200 0 0,0 0-48 0 0,1-2-8 0 0,-2 0-3984 0 0,1-2-800 0 0</inkml:trace>
</inkml:ink>
</file>

<file path=ppt/ink/ink2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29.929"/>
    </inkml:context>
    <inkml:brush xml:id="br0">
      <inkml:brushProperty name="width" value="0.1" units="cm"/>
      <inkml:brushProperty name="height" value="0.1" units="cm"/>
      <inkml:brushProperty name="color" value="#FFFFFF"/>
    </inkml:brush>
  </inkml:definitions>
  <inkml:trace contextRef="#ctx0" brushRef="#br0">0 229 5039 0 0,'0'0'2538'0'0,"4"-18"1998"0"0,1 2-4017 0 0,5-11 126 0 0,2-6-120 0 0,-3 6-242 0 0,-3 8-129 0 0,-4 13-101 0 0,0 0-1 0 0,0 1 1 0 0,1 0-1 0 0,3-7 1 0 0,-5 7-15 0 0,0 4-29 0 0,-1 0 0 0 0,0 0 0 0 0,0 0-1 0 0,1 1 1 0 0,-1-1 0 0 0,1 0-1 0 0,-1 0 1 0 0,0 0 0 0 0,1 0 0 0 0,0 0-1 0 0,-1 1 1 0 0,1-1 0 0 0,0 0-1 0 0,-1 0 1 0 0,1 1 0 0 0,0-1 0 0 0,-1 1-1 0 0,2-1 1 0 0,-1 1-4 0 0,0 1 0 0 0,0 0 0 0 0,-1 0 0 0 0,1 0 0 0 0,0 0 0 0 0,0 0 0 0 0,-1 0 0 0 0,1 1 0 0 0,-1-1 0 0 0,1 0 0 0 0,-1 0 0 0 0,1 2 0 0 0,0 1 31 0 0,0 0 0 0 0,1 0 1 0 0,0 0-1 0 0,0 0 0 0 0,0 0 0 0 0,0 0 0 0 0,1 0 0 0 0,2 3 0 0 0,-3-5-23 0 0,-1 0 0 0 0,1 0 1 0 0,0-1-1 0 0,0 1 0 0 0,0-1 0 0 0,0 0 0 0 0,-1 1 0 0 0,2-1 0 0 0,-1 0 0 0 0,0 0 1 0 0,0 0-1 0 0,0 0 0 0 0,0-1 0 0 0,1 1 0 0 0,-1 0 0 0 0,4-1 0 0 0,13 3 104 0 0,-17-2-98 0 0,0 0 0 0 0,0-1 0 0 0,0 0 0 0 0,1 1 0 0 0,-1-1 0 0 0,0 0 0 0 0,1 0 1 0 0,-1 0-1 0 0,0 0 0 0 0,0-1 0 0 0,1 1 0 0 0,-1-1 0 0 0,3 0 0 0 0,18-8 75 0 0,-7 3-30 0 0,1-1 0 0 0,27-16 0 0 0,-12-2 38 0 0,-25 19-78 0 0,1-1 0 0 0,0 2 0 0 0,0-1-1 0 0,0 1 1 0 0,17-8 0 0 0,-25 13-22 0 0,1 0-1 0 0,-1 0 1 0 0,0 0 0 0 0,0 0-1 0 0,0 0 1 0 0,1 1-1 0 0,-1-1 1 0 0,0 0 0 0 0,0 0-1 0 0,0 0 1 0 0,1 0 0 0 0,-1 0-1 0 0,0 0 1 0 0,0 0 0 0 0,0 1-1 0 0,0-1 1 0 0,1 0 0 0 0,-1 0-1 0 0,0 0 1 0 0,0 0 0 0 0,0 1-1 0 0,0-1 1 0 0,0 0-1 0 0,0 0 1 0 0,1 0 0 0 0,-1 1-1 0 0,0-1 1 0 0,0 0 0 0 0,0 0-1 0 0,0 0 1 0 0,0 1 0 0 0,0-1-1 0 0,0 0 1 0 0,0 1 0 0 0,1 6-7 0 0,-2 1 12 0 0,0-1-1 0 0,-1 1 0 0 0,0-1 0 0 0,-1 0 1 0 0,1 1-1 0 0,-1-1 0 0 0,-1 0 0 0 0,1-1 1 0 0,-7 10-1 0 0,-2 5 11 0 0,0 2 73 0 0,-178 365 1396 0 0,158-301-1296 0 0,32-86-420 0 0</inkml:trace>
</inkml:ink>
</file>

<file path=ppt/ink/ink2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30.102"/>
    </inkml:context>
    <inkml:brush xml:id="br0">
      <inkml:brushProperty name="width" value="0.1" units="cm"/>
      <inkml:brushProperty name="height" value="0.1" units="cm"/>
      <inkml:brushProperty name="color" value="#FFFFFF"/>
    </inkml:brush>
  </inkml:definitions>
  <inkml:trace contextRef="#ctx0" brushRef="#br0">1 4 5727 0 0,'14'7'608'0'0,"-1"-4"353"0"0,1-1-1 0 0,-1-1 1 0 0,0 0-1 0 0,0 0 1 0 0,1-1-1 0 0,21-4 0 0 0,10 1 201 0 0,103-9-106 0 0,-113 13-5356 0 0,-22 1-417 0 0</inkml:trace>
</inkml:ink>
</file>

<file path=ppt/ink/ink2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30.745"/>
    </inkml:context>
    <inkml:brush xml:id="br0">
      <inkml:brushProperty name="width" value="0.1" units="cm"/>
      <inkml:brushProperty name="height" value="0.1" units="cm"/>
      <inkml:brushProperty name="color" value="#FFFFFF"/>
    </inkml:brush>
  </inkml:definitions>
  <inkml:trace contextRef="#ctx0" brushRef="#br0">207 161 5671 0 0,'0'0'436'0'0,"-9"12"1364"0"0,-4 1 734 0 0,-22 27-1 0 0,23-25-1792 0 0,-20 19-1 0 0,18-20-464 0 0,0 0 0 0 0,2 1 0 0 0,0 0-1 0 0,0 1 1 0 0,-17 33 0 0 0,27-45-236 0 0,0 0 0 0 0,1 0 0 0 0,-1 1 0 0 0,0-1 0 0 0,1 0 0 0 0,0 0 0 0 0,0 1 0 0 0,0 5 0 0 0,1-8-29 0 0,0-1 0 0 0,0 1 1 0 0,1 0-1 0 0,-1-1 1 0 0,0 1-1 0 0,1 0 1 0 0,-1-1-1 0 0,1 1 1 0 0,0-1-1 0 0,-1 1 1 0 0,1-1-1 0 0,0 1 0 0 0,0-1 1 0 0,0 0-1 0 0,0 1 1 0 0,0-1-1 0 0,0 0 1 0 0,0 0-1 0 0,1 0 1 0 0,-1 0-1 0 0,0 0 0 0 0,1 0 1 0 0,-1 0-1 0 0,1 0 1 0 0,1 0-1 0 0,9 4 36 0 0,0-2 1 0 0,0 0-1 0 0,0 0 0 0 0,0-1 0 0 0,1 0 0 0 0,-1-1 0 0 0,20-1 1 0 0,0 0-23 0 0,-13 1-10 0 0,-1-1 0 0 0,1-1 1 0 0,26-4-1 0 0,-40 3-4 0 0,-4-3 32 0 0,-1 3-28 0 0,-1-1 0 0 0,1 1 0 0 0,-1 0 0 0 0,0 0 0 0 0,0 0 0 0 0,0 0 0 0 0,0 0 0 0 0,0 0 0 0 0,0 0 0 0 0,-1 0 0 0 0,-2-3 0 0 0,-21-19 68 0 0,3 2-32 0 0,10 6-39 0 0,0 0-1 0 0,2-1 1 0 0,0-1 0 0 0,-11-26-1 0 0,-22-77 67 0 0,30 82 72 0 0,8 25-145 0 0,2 5-3 0 0,0 0-1 0 0,0 1 0 0 0,1-1 0 0 0,0 0 1 0 0,-1-12-1 0 0,3 19-1 0 0,0 0 0 0 0,0 0 0 0 0,1-1-1 0 0,-1 1 1 0 0,0 0 0 0 0,1 0 0 0 0,-1 0 0 0 0,1 0 0 0 0,0-1 0 0 0,0 1 0 0 0,0 0 0 0 0,0 0 0 0 0,0 0-1 0 0,0 1 1 0 0,0-1 0 0 0,1 0 0 0 0,-1 0 0 0 0,1 1 0 0 0,-1-1 0 0 0,1 1 0 0 0,0-1 0 0 0,0 1 0 0 0,-1 0 0 0 0,1-1-1 0 0,0 1 1 0 0,4-1 0 0 0,-1 0-11 0 0,0 0 0 0 0,1 1 0 0 0,-1 0 0 0 0,1 0-1 0 0,-1 0 1 0 0,1 0 0 0 0,-1 1 0 0 0,1 0 0 0 0,-1 0-1 0 0,7 1 1 0 0,11 3-86 0 0,24 6 0 0 0,-32-7 69 0 0,-7-1 2 0 0,0 1 0 0 0,0 0 0 0 0,0 0 0 0 0,-1 0 0 0 0,1 1 1 0 0,-1 0-1 0 0,0 1 0 0 0,0-1 0 0 0,0 1 0 0 0,-1 1 0 0 0,7 6 0 0 0,-12-11-30 0 0,1 0 0 0 0,-1 1 0 0 0,0-1-1 0 0,0 0 1 0 0,0 1 0 0 0,-1-1 0 0 0,1 1 0 0 0,0-1-1 0 0,0 1 1 0 0,-1-1 0 0 0,1 1 0 0 0,-1-1 0 0 0,0 1 0 0 0,1 0-1 0 0,-1-1 1 0 0,0 1 0 0 0,0 0 0 0 0,0 2 0 0 0,-1 2-583 0 0,0-1 0 0 0,0 0 0 0 0,0 0 0 0 0,-4 8 0 0 0,3-8-85 0 0</inkml:trace>
</inkml:ink>
</file>

<file path=ppt/ink/ink2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31.404"/>
    </inkml:context>
    <inkml:brush xml:id="br0">
      <inkml:brushProperty name="width" value="0.1" units="cm"/>
      <inkml:brushProperty name="height" value="0.1" units="cm"/>
      <inkml:brushProperty name="color" value="#FFFFFF"/>
    </inkml:brush>
  </inkml:definitions>
  <inkml:trace contextRef="#ctx0" brushRef="#br0">121 508 3335 0 0,'0'0'904'0'0,"-1"1"-293"0"0,0 2-355 0 0,0-1-1 0 0,0 0 1 0 0,-1 0 0 0 0,1 0 0 0 0,-1 0-1 0 0,1 0 1 0 0,-1 0 0 0 0,0 0-1 0 0,0 0 1 0 0,0-1 0 0 0,0 1-1 0 0,0-1 1 0 0,0 0 0 0 0,0 1 0 0 0,-1-1-1 0 0,1 0 1 0 0,0 0 0 0 0,-1 0-1 0 0,1-1 1 0 0,-1 1 0 0 0,1-1-1 0 0,-1 1 1 0 0,1-1 0 0 0,-1 0 0 0 0,1 0-1 0 0,-1 0 1 0 0,1 0 0 0 0,-1 0-1 0 0,1 0 1 0 0,-1-1 0 0 0,1 0-1 0 0,-1 1 1 0 0,1-1 0 0 0,0 0 0 0 0,-3-1-1 0 0,2-1-192 0 0,0 1-1 0 0,0-1 0 0 0,0 1 1 0 0,0-1-1 0 0,1 0 0 0 0,0 0 1 0 0,-1 0-1 0 0,1 0 0 0 0,0-1 1 0 0,1 1-1 0 0,-1 0 0 0 0,1-1 1 0 0,-1 0-1 0 0,1 1 0 0 0,0-1 1 0 0,-1-6-1 0 0,0-7 61 0 0,0 1 0 0 0,1-25 0 0 0,1 35-72 0 0,2-26 85 0 0,1 1 0 0 0,2-1 0 0 0,1 1 0 0 0,2 0 0 0 0,0 0 0 0 0,2 1 0 0 0,20-41 0 0 0,-29 70-134 0 0,5-14 30 0 0,2 0 1 0 0,15-23-1 0 0,-21 35-29 0 0,0 0-1 0 0,0 0 1 0 0,0 1 0 0 0,0-1-1 0 0,1 1 1 0 0,-1-1 0 0 0,1 1-1 0 0,0 0 1 0 0,0 0 0 0 0,0 0-1 0 0,0 0 1 0 0,0 0 0 0 0,0 1-1 0 0,0 0 1 0 0,0-1 0 0 0,1 1-1 0 0,-1 0 1 0 0,0 0 0 0 0,6 0-1 0 0,-6 1 3 0 0,-1 0 0 0 0,1 1-1 0 0,0-1 1 0 0,-1 1 0 0 0,1 0-1 0 0,-1-1 1 0 0,1 1 0 0 0,0 0-1 0 0,-1 0 1 0 0,0 1 0 0 0,1-1-1 0 0,-1 0 1 0 0,0 1 0 0 0,0 0-1 0 0,0-1 1 0 0,0 1 0 0 0,0 0-1 0 0,0 0 1 0 0,0 0 0 0 0,-1 0-1 0 0,1 0 1 0 0,-1 1 0 0 0,1-1-1 0 0,-1 0 1 0 0,0 1 0 0 0,0-1-1 0 0,0 1 1 0 0,0-1 0 0 0,0 4-1 0 0,2 3 20 0 0,-1 1-1 0 0,0 0 1 0 0,-1 0-1 0 0,0 0 0 0 0,-1 0 1 0 0,-1 14-1 0 0,-2 1 45 0 0,-1-1 0 0 0,-1-1 0 0 0,-1 1 0 0 0,-12 31 0 0 0,-45 89-676 0 0,29-71-3424 0 0</inkml:trace>
</inkml:ink>
</file>

<file path=ppt/ink/ink2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32.090"/>
    </inkml:context>
    <inkml:brush xml:id="br0">
      <inkml:brushProperty name="width" value="0.1" units="cm"/>
      <inkml:brushProperty name="height" value="0.1" units="cm"/>
      <inkml:brushProperty name="color" value="#FFFFFF"/>
    </inkml:brush>
  </inkml:definitions>
  <inkml:trace contextRef="#ctx0" brushRef="#br0">410 1 5671 0 0,'0'0'1250'0'0,"-4"6"222"0"0,-1-3-1170 0 0,1 0 1 0 0,-1-1-1 0 0,1 1 1 0 0,-1-1 0 0 0,0 0-1 0 0,0 0 1 0 0,0 0-1 0 0,0-1 1 0 0,-8 2 0 0 0,-10 4 563 0 0,-52 11 428 0 0,27-7-734 0 0,1-3-126 0 0,12-4-153 0 0,28-3-205 0 0,0 0 0 0 0,0-1 0 0 0,-10 0 0 0 0,1 0 111 0 0,15-1-165 0 0,0 1 1 0 0,0 0 0 0 0,0 0-1 0 0,0 0 1 0 0,0-1 0 0 0,0 1 0 0 0,0 0-1 0 0,0-1 1 0 0,0 1 0 0 0,0-1-1 0 0,0 1 1 0 0,-1-2 0 0 0,-3-1 132 0 0,4 3-23 0 0,1-1-87 0 0,1 1 0 0 0,-1-1-1 0 0,1 1 1 0 0,-1 0 0 0 0,1-1 0 0 0,-1 1-1 0 0,1 0 1 0 0,-1 0 0 0 0,1-1 0 0 0,-1 1-1 0 0,1 0 1 0 0,-1 0 0 0 0,1 0 0 0 0,0-1-1 0 0,-1 1 1 0 0,1 0 0 0 0,0 0 0 0 0,3 3 3 0 0,-1 0 1 0 0,0 0 0 0 0,0 0-1 0 0,0 0 1 0 0,0 1 0 0 0,-1-1 0 0 0,1 1-1 0 0,-1 0 1 0 0,0-1 0 0 0,0 1-1 0 0,0 0 1 0 0,-1 0 0 0 0,1 1-1 0 0,-1-1 1 0 0,0 0 0 0 0,0 0 0 0 0,-1 1-1 0 0,1-1 1 0 0,-1 0 0 0 0,0 1-1 0 0,0-1 1 0 0,-1 6 0 0 0,0-2 25 0 0,0 0-1 0 0,-1 1 1 0 0,0-1 0 0 0,0 0 0 0 0,-1 0 0 0 0,0 0-1 0 0,-1 0 1 0 0,1-1 0 0 0,-2 1 0 0 0,-8 11 0 0 0,9-9 58 0 0,4-10-121 0 0,0 1 0 0 0,0-1 0 0 0,1 0 0 0 0,-1 0 0 0 0,0 1 0 0 0,0-1 0 0 0,0 0 0 0 0,0 0 0 0 0,0 1 0 0 0,1-1 0 0 0,-1 0 0 0 0,0 0 0 0 0,0 0 0 0 0,0 0 0 0 0,0 1 0 0 0,1-1 0 0 0,-1 0 0 0 0,0 0 0 0 0,0 0 0 0 0,1 0 0 0 0,-1 0 0 0 0,0 1 0 0 0,0-1 0 0 0,1 0 0 0 0,21 1 243 0 0,-22-1-261 0 0,12-1 85 0 0,14 0 59 0 0,1 0 0 0 0,28 4 1 0 0,-48-2-133 0 0,0 0 1 0 0,1 0-1 0 0,-1 1 0 0 0,0 0 1 0 0,0 0-1 0 0,0 1 1 0 0,-1 0-1 0 0,1 0 1 0 0,-1 1-1 0 0,1-1 0 0 0,-1 1 1 0 0,9 8-1 0 0,-13-9-4 0 0,1-1 1 0 0,-1 1-1 0 0,1 0 0 0 0,-1 0 0 0 0,0 0 0 0 0,0 0 0 0 0,-1 0 0 0 0,1 0 1 0 0,0 0-1 0 0,-1 1 0 0 0,0-1 0 0 0,0 1 0 0 0,0-1 0 0 0,0 1 1 0 0,0 4-1 0 0,-1-3 1 0 0,0 1 1 0 0,0-1-1 0 0,-1 1 1 0 0,0-1 0 0 0,0 0-1 0 0,0 1 1 0 0,-1-1-1 0 0,1 0 1 0 0,-4 7-1 0 0,-1 0 8 0 0,-1-1-1 0 0,1 0 0 0 0,-2-1 0 0 0,1 0 0 0 0,-2 0 0 0 0,1 0 0 0 0,-20 15 1 0 0,5-8 6 0 0,-1-1 1 0 0,-32 16 0 0 0,51-29-3 0 0,-2 0-28 0 0,1 0 0 0 0,-1-1 0 0 0,1 1 0 0 0,-1-1 0 0 0,0-1 0 0 0,0 0 0 0 0,0 0 0 0 0,0 0 0 0 0,0-1 0 0 0,-13 0 0 0 0,-16-7-5858 0 0</inkml:trace>
</inkml:ink>
</file>

<file path=ppt/ink/ink2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36.794"/>
    </inkml:context>
    <inkml:brush xml:id="br0">
      <inkml:brushProperty name="width" value="0.1" units="cm"/>
      <inkml:brushProperty name="height" value="0.1" units="cm"/>
      <inkml:brushProperty name="color" value="#FFFFFF"/>
    </inkml:brush>
  </inkml:definitions>
  <inkml:trace contextRef="#ctx0" brushRef="#br0">32 0 2847 0 0,'0'0'754'0'0,"0"2"-220"0"0,-1 0-442 0 0,1 0-1 0 0,0 0 1 0 0,0 0-1 0 0,0-1 0 0 0,0 1 1 0 0,0 0-1 0 0,0 0 1 0 0,0 0-1 0 0,1 0 1 0 0,-1 0-1 0 0,0 0 0 0 0,1 0 1 0 0,0-1-1 0 0,0 1 1 0 0,-1 0-1 0 0,1 0 0 0 0,0-1 1 0 0,0 1-1 0 0,3 2 1 0 0,2 4 182 0 0,1-1 0 0 0,14 12 1 0 0,-1 0 305 0 0,-12-11-281 0 0,0 0-1 0 0,-1 1 0 0 0,0 0 0 0 0,0 1 0 0 0,7 13 0 0 0,-13-21-213 0 0,0 0 0 0 0,0 1-1 0 0,0-1 1 0 0,0 0 0 0 0,0 1 0 0 0,-1-1-1 0 0,1 1 1 0 0,-1-1 0 0 0,0 1-1 0 0,0-1 1 0 0,0 1 0 0 0,0-1 0 0 0,0 1-1 0 0,0-1 1 0 0,-1 1 0 0 0,1-1-1 0 0,-1 1 1 0 0,0-1 0 0 0,1 0 0 0 0,-1 1-1 0 0,0-1 1 0 0,-1 0 0 0 0,1 0 0 0 0,0 1-1 0 0,-1-1 1 0 0,1 0 0 0 0,-1 0-1 0 0,1-1 1 0 0,-1 1 0 0 0,0 0 0 0 0,-3 2-1 0 0,1-1 71 0 0,0 0-1 0 0,-1 0 1 0 0,0-1 0 0 0,0 1-1 0 0,1-1 1 0 0,-2 0-1 0 0,-8 3 1 0 0,-38 5-1537 0 0,39-9-663 0 0,-5 2-2113 0 0</inkml:trace>
</inkml:ink>
</file>

<file path=ppt/ink/ink2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37.201"/>
    </inkml:context>
    <inkml:brush xml:id="br0">
      <inkml:brushProperty name="width" value="0.1" units="cm"/>
      <inkml:brushProperty name="height" value="0.1" units="cm"/>
      <inkml:brushProperty name="color" value="#FFFFFF"/>
    </inkml:brush>
  </inkml:definitions>
  <inkml:trace contextRef="#ctx0" brushRef="#br0">450 1 2015 0 0,'0'2'2140'0'0,"0"2"-1781"0"0,0 0 0 0 0,-1 1 1 0 0,1-1-1 0 0,-1 0 0 0 0,0 0 0 0 0,0 0 0 0 0,-1 0 0 0 0,1 0 0 0 0,-1 0 0 0 0,0 0 0 0 0,0 0 0 0 0,-1 0 0 0 0,1-1 0 0 0,-1 1 0 0 0,1-1 0 0 0,-1 0 0 0 0,0 0 0 0 0,0 0 0 0 0,-1 0 0 0 0,1 0 0 0 0,-8 4 0 0 0,2-2-199 0 0,0 1 1 0 0,0-2-1 0 0,0 1 0 0 0,-1-1 1 0 0,0-1-1 0 0,-19 5 0 0 0,-62 5 382 0 0,81-12-444 0 0,0-1 1 0 0,0 0 0 0 0,-16-2-1 0 0,22 2-57 0 0,1-1 1 0 0,0 1-1 0 0,0-1 1 0 0,-1 0-1 0 0,1 0 0 0 0,0 0 1 0 0,0-1-1 0 0,0 1 0 0 0,0-1 1 0 0,0 0-1 0 0,1 1 1 0 0,-1-1-1 0 0,0 0 0 0 0,-3-5 1 0 0,5 6-38 0 0,0 1 1 0 0,1-1 0 0 0,-1 0 0 0 0,1 0 0 0 0,-1 0 0 0 0,1 1-1 0 0,-1-1 1 0 0,1 0 0 0 0,-1 0 0 0 0,1 0 0 0 0,0 0-1 0 0,0 0 1 0 0,-1 0 0 0 0,1 0 0 0 0,0 0 0 0 0,0 0 0 0 0,0 0-1 0 0,0 0 1 0 0,0 0 0 0 0,0 0 0 0 0,0 0 0 0 0,1 0-1 0 0,-1-1 1 0 0,1 0 11 0 0,0 1-1 0 0,-1 0 1 0 0,1 0 0 0 0,0 0-1 0 0,0-1 1 0 0,0 1-1 0 0,0 0 1 0 0,0 0-1 0 0,0 0 1 0 0,1 1 0 0 0,-1-1-1 0 0,0 0 1 0 0,0 0-1 0 0,3 0 1 0 0,-2-1 5 0 0,1 1 0 0 0,0 0-1 0 0,0 0 1 0 0,0 0 0 0 0,0 1 0 0 0,0-1 0 0 0,0 1 0 0 0,0 0-1 0 0,0-1 1 0 0,0 1 0 0 0,0 1 0 0 0,0-1 0 0 0,0 0 0 0 0,0 1-1 0 0,3 0 1 0 0,-4 0-18 0 0,0-1 1 0 0,-1 1-1 0 0,1 0 0 0 0,-1 0 0 0 0,1 0 0 0 0,-1 0 0 0 0,1 0 0 0 0,-1 0 0 0 0,0 0 0 0 0,0 0 1 0 0,1 0-1 0 0,-1 1 0 0 0,0-1 0 0 0,0 0 0 0 0,0 1 0 0 0,0-1 0 0 0,-1 1 0 0 0,1-1 1 0 0,0 1-1 0 0,0 3 0 0 0,0-3 6 0 0,-1 0 0 0 0,0 0 1 0 0,-1 0-1 0 0,1 0 0 0 0,0 0 0 0 0,0-1 1 0 0,-1 1-1 0 0,0 0 0 0 0,1 0 0 0 0,-1 0 1 0 0,0 0-1 0 0,0 0 0 0 0,0-1 0 0 0,0 1 1 0 0,-1 2-1 0 0,-5 4 41 0 0,-1 1 1 0 0,0-1-1 0 0,0 0 0 0 0,-17 12 1 0 0,13-10-94 0 0,0-2 0 0 0,-1 0 0 0 0,0 0 0 0 0,0-1 0 0 0,-1-1 1 0 0,0 0-1 0 0,-25 7 0 0 0,28-10-3700 0 0</inkml:trace>
</inkml:ink>
</file>

<file path=ppt/ink/ink2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37.358"/>
    </inkml:context>
    <inkml:brush xml:id="br0">
      <inkml:brushProperty name="width" value="0.1" units="cm"/>
      <inkml:brushProperty name="height" value="0.1" units="cm"/>
      <inkml:brushProperty name="color" value="#FFFFFF"/>
    </inkml:brush>
  </inkml:definitions>
  <inkml:trace contextRef="#ctx0" brushRef="#br0">0 27 6159 0 0,'19'2'544'0'0,"-11"-2"-432"0"0,2-1-112 0 0,2 0 0 0 0,0-1 1312 0 0,3 0 248 0 0,2 0 40 0 0,0 0 16 0 0,0-1-1000 0 0,0-1-200 0 0,2 0-32 0 0,-4 0-16 0 0,0 0-440 0 0</inkml:trace>
</inkml:ink>
</file>

<file path=ppt/ink/ink2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37.623"/>
    </inkml:context>
    <inkml:brush xml:id="br0">
      <inkml:brushProperty name="width" value="0.1" units="cm"/>
      <inkml:brushProperty name="height" value="0.1" units="cm"/>
      <inkml:brushProperty name="color" value="#FFFFFF"/>
    </inkml:brush>
  </inkml:definitions>
  <inkml:trace contextRef="#ctx0" brushRef="#br0">5 1 7567 0 0,'1'1'583'0'0,"7"9"-146"0"0,0 0 1 0 0,15 13-1 0 0,-14-14 406 0 0,0 1 0 0 0,14 18 0 0 0,-18-20-441 0 0,1 1 0 0 0,-1 0-1 0 0,-1 0 1 0 0,1 1 0 0 0,-2-1-1 0 0,1 1 1 0 0,3 18 0 0 0,-6-23-319 0 0,-1-1 0 0 0,0 1 0 0 0,0 0 0 0 0,0-1 0 0 0,0 1 0 0 0,-1-1 0 0 0,1 1 0 0 0,-1-1 0 0 0,0 1 0 0 0,-1-1 0 0 0,1 0 0 0 0,-1 1 0 0 0,0-1 0 0 0,0 0 0 0 0,0 0 0 0 0,0 0 0 0 0,-1-1 0 0 0,0 1 0 0 0,-5 6 0 0 0,3-5-139 0 0,-1-1 1 0 0,1 0 0 0 0,0 0 0 0 0,-1 0 0 0 0,-6 3-1 0 0,-18 7-4058 0 0,3-3-1218 0 0</inkml:trace>
</inkml:ink>
</file>

<file path=ppt/ink/ink2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38.891"/>
    </inkml:context>
    <inkml:brush xml:id="br0">
      <inkml:brushProperty name="width" value="0.1" units="cm"/>
      <inkml:brushProperty name="height" value="0.1" units="cm"/>
      <inkml:brushProperty name="color" value="#FFFFFF"/>
    </inkml:brush>
  </inkml:definitions>
  <inkml:trace contextRef="#ctx0" brushRef="#br0">47 260 2015 0 0,'-25'33'1900'0'0,"19"-25"-727"0"0,4-4-658 0 0,-1 0 0 0 0,1 0 0 0 0,0 0 0 0 0,-5 10 4675 0 0,11-31-4265 0 0,2-13-511 0 0,2 1 0 0 0,1 0-1 0 0,1 0 1 0 0,1 1 0 0 0,1 0 0 0 0,29-45-1 0 0,-30 56-255 0 0,1 1 0 0 0,15-16 0 0 0,-26 32-140 0 0,-1-1 0 0 0,0 1 0 0 0,1 0 0 0 0,-1 0 1 0 0,1 0-1 0 0,-1-1 0 0 0,1 1 0 0 0,-1 0 1 0 0,1 0-1 0 0,0 0 0 0 0,-1 0 0 0 0,1 0 1 0 0,-1 0-1 0 0,1 0 0 0 0,-1 0 0 0 0,1 0 0 0 0,-1 0 1 0 0,1 0-1 0 0,-1 1 0 0 0,1-1 0 0 0,-1 0 1 0 0,1 0-1 0 0,-1 0 0 0 0,1 1 0 0 0,10 6 21 0 0,-6-1-30 0 0,-1-1 0 0 0,-1 1-1 0 0,1 0 1 0 0,-1 0 0 0 0,0 1-1 0 0,0-1 1 0 0,-1 0 0 0 0,4 14 0 0 0,-1-5 15 0 0,9 35 202 0 0,9 61 0 0 0,-4-14 13 0 0,-18-94-226 0 0,-1-1 0 0 0,1 1 0 0 0,0-1 0 0 0,0 1 0 0 0,0-1 1 0 0,1 0-1 0 0,1 4 0 0 0,-2-7-5 0 0,0 1 0 0 0,0-1 1 0 0,0 0-1 0 0,0 1 0 0 0,0-1 0 0 0,0 0 0 0 0,0 0 1 0 0,0 0-1 0 0,0 0 0 0 0,-1 0 0 0 0,1 0 0 0 0,1-2 1 0 0,9-21 77 0 0,0 0 1 0 0,12-41 0 0 0,-9 23-7 0 0,-9 27-47 0 0,29-75 43 0 0,-27 74-61 0 0,1 0 0 0 0,1 1 0 0 0,15-21 0 0 0,-24 35-13 0 0,1 1-1 0 0,-1-1 1 0 0,1 0 0 0 0,-1 1 0 0 0,1-1 0 0 0,-1 0-1 0 0,1 1 1 0 0,0-1 0 0 0,-1 1 0 0 0,1-1-1 0 0,0 1 1 0 0,0-1 0 0 0,-1 1 0 0 0,1 0 0 0 0,0-1-1 0 0,0 1 1 0 0,-1 0 0 0 0,1 0 0 0 0,0-1 0 0 0,0 1-1 0 0,0 0 1 0 0,0 0 0 0 0,1 0 0 0 0,-1 0-1 0 0,0 1 0 0 0,0-1 1 0 0,0 1-1 0 0,0-1 0 0 0,0 1 0 0 0,0-1 1 0 0,0 1-1 0 0,0 0 0 0 0,0-1 1 0 0,0 1-1 0 0,-1 0 0 0 0,1 0 0 0 0,0 0 1 0 0,0-1-1 0 0,0 2 0 0 0,3 5 37 0 0,0 0-1 0 0,0 1 1 0 0,5 13-1 0 0,-8-17 10 0 0,7 22 13 0 0,-1-1 0 0 0,6 47 1 0 0,0-2 29 0 0,16 72 136 0 0</inkml:trace>
</inkml:ink>
</file>

<file path=ppt/ink/ink2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39.560"/>
    </inkml:context>
    <inkml:brush xml:id="br0">
      <inkml:brushProperty name="width" value="0.1" units="cm"/>
      <inkml:brushProperty name="height" value="0.1" units="cm"/>
      <inkml:brushProperty name="color" value="#FFFFFF"/>
    </inkml:brush>
  </inkml:definitions>
  <inkml:trace contextRef="#ctx0" brushRef="#br0">0 222 6127 0 0,'0'0'4974'0'0,"3"-15"-2657"0"0,1 4-1705 0 0,0 0 0 0 0,0 0 0 0 0,7-10 0 0 0,7-17 192 0 0,-2-8 45 0 0,-16 47-840 0 0,0 0-1 0 0,0 1 1 0 0,0-1-1 0 0,0 0 1 0 0,0 1 0 0 0,1-1-1 0 0,-1 0 1 0 0,1 0-1 0 0,-1 1 1 0 0,1-1-1 0 0,-1 0 1 0 0,1 0-1 0 0,-1 0 1 0 0,2 2 0 0 0,12 15 14 0 0,-13-17-23 0 0,2 2 7 0 0,0-1 0 0 0,0 1 0 0 0,0-1 0 0 0,0 0 0 0 0,0 0 0 0 0,1 0 0 0 0,-1-1-1 0 0,1 1 1 0 0,-1-1 0 0 0,1 0 0 0 0,0 0 0 0 0,0 0 0 0 0,-1 0 0 0 0,1-1 0 0 0,0 0 0 0 0,0 1 0 0 0,4-2-1 0 0,2 1 22 0 0,0 0-1 0 0,1-1 0 0 0,-1-1 1 0 0,0 0-1 0 0,13-4 0 0 0,0-3 14 0 0,0-2 0 0 0,-1 0-1 0 0,38-26 1 0 0,11-6-44 0 0,-43 33 275 0 0,-27 10-144 0 0,9 11 96 0 0,-9-8-200 0 0,0 0 0 0 0,-1 1 0 0 0,1-1 0 0 0,-1 1 0 0 0,1-1 0 0 0,-1 0 0 0 0,0 1 0 0 0,0-1 0 0 0,-1 1 0 0 0,0 2 0 0 0,-9 39-20 0 0,8-35 0 0 0,-6 17 54 0 0,-1-1 0 0 0,-2 0-1 0 0,-14 28 1 0 0,-48 71 225 0 0,51-88-283 0 0,-7 11 99 0 0,-51 90 280 0 0,68-113-368 0 0,15-28-31 0 0,-1 1 0 0 0,1-1 1 0 0,-1 0-1 0 0,1 1 0 0 0,4-3 1 0 0,2-3-951 0 0,3-2-3638 0 0</inkml:trace>
</inkml:ink>
</file>

<file path=ppt/ink/ink2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39.733"/>
    </inkml:context>
    <inkml:brush xml:id="br0">
      <inkml:brushProperty name="width" value="0.1" units="cm"/>
      <inkml:brushProperty name="height" value="0.1" units="cm"/>
      <inkml:brushProperty name="color" value="#FFFFFF"/>
    </inkml:brush>
  </inkml:definitions>
  <inkml:trace contextRef="#ctx0" brushRef="#br0">0 4 4631 0 0,'0'0'496'0'0,"7"-1"-496"0"0,2 1 0 0 0,2 1 1248 0 0,3-1 240 0 0,6-3 48 0 0,4 2 0 0 0,5 2-512 0 0,2 2-112 0 0,2-4-16 0 0,2 1-8 0 0,2 2-344 0 0,-3 0-64 0 0,-3-4-8 0 0,1 1-8 0 0,0 4-360 0 0</inkml:trace>
</inkml:ink>
</file>

<file path=ppt/ink/ink2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42.776"/>
    </inkml:context>
    <inkml:brush xml:id="br0">
      <inkml:brushProperty name="width" value="0.1" units="cm"/>
      <inkml:brushProperty name="height" value="0.1" units="cm"/>
      <inkml:brushProperty name="color" value="#FFFFFF"/>
    </inkml:brush>
  </inkml:definitions>
  <inkml:trace contextRef="#ctx0" brushRef="#br0">269 336 2015 0 0,'-12'14'147'0'0,"8"-3"-118"0"0,4-8 102 0 0,0 1 0 0 0,0-1-1 0 0,0 0 1 0 0,0 1 0 0 0,0-1-1 0 0,1 0 1 0 0,-1 0 0 0 0,1 0-1 0 0,0 1 1 0 0,0-1 0 0 0,0 0-1 0 0,1 0 1 0 0,-1 0 0 0 0,1-1-1 0 0,-1 1 1 0 0,1 0 0 0 0,0 0-1 0 0,0-1 1 0 0,0 1 0 0 0,1-1-1 0 0,-1 0 1 0 0,0 0 0 0 0,6 4-1 0 0,-5-4 41 0 0,1 0-1 0 0,0 0 1 0 0,0 0 0 0 0,-1 0-1 0 0,1-1 1 0 0,0 0-1 0 0,0 0 1 0 0,1 0-1 0 0,-1 0 1 0 0,0-1-1 0 0,0 1 1 0 0,0-1-1 0 0,1 0 1 0 0,-1 0-1 0 0,0-1 1 0 0,0 1-1 0 0,0-1 1 0 0,5-1-1 0 0,-7 1-137 0 0,-1 1 0 0 0,1-1 0 0 0,-1 1 0 0 0,0-1-1 0 0,0 0 1 0 0,1 0 0 0 0,-1 1 0 0 0,0-1-1 0 0,0 0 1 0 0,0 0 0 0 0,0 0 0 0 0,0 0 0 0 0,0 0-1 0 0,0 0 1 0 0,0-1 0 0 0,-1 1 0 0 0,1 0 0 0 0,0-2-1 0 0,0 1 30 0 0,0-1-1 0 0,0 0 0 0 0,0 0 0 0 0,-1 1 1 0 0,1-1-1 0 0,-1 0 0 0 0,0 0 0 0 0,0-5 1 0 0,0 3 77 0 0,-1-1 0 0 0,0 1 1 0 0,0-1-1 0 0,0 1 1 0 0,-1 0-1 0 0,1 0 0 0 0,-1 0 1 0 0,-1 0-1 0 0,-3-7 0 0 0,4 10-67 0 0,0-1 0 0 0,0 1-1 0 0,0-1 1 0 0,-1 1 0 0 0,1 0-1 0 0,-1 0 1 0 0,1 0 0 0 0,-1 0-1 0 0,0 1 1 0 0,0-1 0 0 0,0 1-1 0 0,0-1 1 0 0,0 1 0 0 0,0 0-1 0 0,0 0 1 0 0,0 1 0 0 0,0-1-1 0 0,-1 1 1 0 0,1-1 0 0 0,0 1-1 0 0,0 0 1 0 0,-5 1 0 0 0,1-1 117 0 0,0 1 0 0 0,1 1 0 0 0,-1-1 0 0 0,1 1-1 0 0,0 0 1 0 0,-1 0 0 0 0,1 1 0 0 0,0 0 0 0 0,0 0 0 0 0,-5 5 0 0 0,-9 7 43 0 0,-23 23 0 0 0,-3 4 211 0 0,39-37-264 0 0,2-1-119 0 0,1 0 0 0 0,-1-1 0 0 0,0 1 0 0 0,0-1 1 0 0,-10 4-1 0 0,14-6-60 0 0,-1-1 1 0 0,1 1 0 0 0,-1-1-1 0 0,1 0 1 0 0,-1 1 0 0 0,0-1-1 0 0,1 0 1 0 0,-1 0 0 0 0,1 0-1 0 0,-1 0 1 0 0,0 0 0 0 0,1-1-1 0 0,-1 1 1 0 0,1 0 0 0 0,-1-1-1 0 0,1 1 1 0 0,-1-1 0 0 0,1 0-1 0 0,-1 1 1 0 0,1-1 0 0 0,0 0-1 0 0,-1 0 1 0 0,1 0 0 0 0,0 0-1 0 0,0 0 1 0 0,-1 0 0 0 0,0-2-1 0 0,-1-1 6 0 0,0 0 0 0 0,0-1 0 0 0,0 0-1 0 0,0 1 1 0 0,1-1 0 0 0,0 0 0 0 0,0 0-1 0 0,-2-8 1 0 0,1-1 108 0 0,1 0-1 0 0,-2-17 0 0 0,3 15 69 0 0,2 1 0 0 0,-1-1 0 0 0,6-29 0 0 0,17-45 239 0 0,-15 62-12 0 0,-1-1 0 0 0,7-57 0 0 0,-14 83-315 0 0,-1-9 196 0 0,-9 17-206 0 0,8-3-133 0 0,-1 1 0 0 0,1-1 0 0 0,0 0 0 0 0,-1 1 0 0 0,1-1 0 0 0,0 1-1 0 0,0 0 1 0 0,1 0 0 0 0,-3 5 0 0 0,-5 17-5702 0 0,5-9 13 0 0</inkml:trace>
</inkml:ink>
</file>

<file path=ppt/ink/ink2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43.636"/>
    </inkml:context>
    <inkml:brush xml:id="br0">
      <inkml:brushProperty name="width" value="0.1" units="cm"/>
      <inkml:brushProperty name="height" value="0.1" units="cm"/>
      <inkml:brushProperty name="color" value="#FFFFFF"/>
    </inkml:brush>
  </inkml:definitions>
  <inkml:trace contextRef="#ctx0" brushRef="#br0">1617 31 9615 0 0,'-10'7'2615'0'0,"-64"52"1343"0"0,-43 24-3356 0 0,86-62-17 0 0,10-8-485 0 0,-1-1 1 0 0,-1-1-1 0 0,0-1 0 0 0,0-1 0 0 0,-1-1 0 0 0,0-1 0 0 0,-26 4 1 0 0,32-8-36 0 0,-1 0 1 0 0,0-2 0 0 0,0 0-1 0 0,1-2 1 0 0,-1 0 0 0 0,0-1-1 0 0,-30-7 1 0 0,41 7-28 0 0,0 0 1 0 0,0-1-1 0 0,1 0 1 0 0,-1-1-1 0 0,1 1 1 0 0,0-1-1 0 0,0-1 1 0 0,0 0-1 0 0,-11-9 1 0 0,14 10-30 0 0,0 0 0 0 0,1 1 0 0 0,-1-1 0 0 0,1-1 0 0 0,0 1 0 0 0,1 0 0 0 0,-1-1-1 0 0,1 1 1 0 0,-1-1 0 0 0,1 0 0 0 0,1 1 0 0 0,-1-1 0 0 0,1 0 0 0 0,0 0 0 0 0,0-1 0 0 0,0-8 0 0 0,1 11-11 0 0,0 0 0 0 0,1 0-1 0 0,-1 0 1 0 0,1 0 0 0 0,0 0-1 0 0,0 0 1 0 0,0 1 0 0 0,1-1-1 0 0,-1 0 1 0 0,1 1 0 0 0,-1-1-1 0 0,1 1 1 0 0,0-1 0 0 0,0 1-1 0 0,0 0 1 0 0,0-1 0 0 0,0 1-1 0 0,0 0 1 0 0,1 1 0 0 0,-1-1-1 0 0,1 0 1 0 0,0 1 0 0 0,-1-1-1 0 0,1 1 1 0 0,0 0 0 0 0,0 0 0 0 0,0 0-1 0 0,-1 0 1 0 0,1 1 0 0 0,5-1-1 0 0,-7 0-2 0 0,0 1 0 0 0,0 0 0 0 0,0 0 0 0 0,0 0 0 0 0,0 0 0 0 0,0 1 0 0 0,0-1-1 0 0,0 0 1 0 0,0 0 0 0 0,0 1 0 0 0,0-1 0 0 0,0 0 0 0 0,0 1 0 0 0,0-1 0 0 0,0 1 0 0 0,2 1 0 0 0,-2-1 5 0 0,1 0 1 0 0,0 1-1 0 0,-1 0 1 0 0,0-1-1 0 0,1 1 1 0 0,-1 0-1 0 0,0 0 1 0 0,0 0-1 0 0,0 0 1 0 0,0 0-1 0 0,0 0 1 0 0,0 3-1 0 0,0-1 0 0 0,0 1 0 0 0,0-1 0 0 0,-1 0-1 0 0,1 1 1 0 0,-1-1 0 0 0,-1 0 0 0 0,1 1-1 0 0,0-1 1 0 0,-1 0 0 0 0,0 1 0 0 0,0-1 0 0 0,0 0-1 0 0,-1 0 1 0 0,1 0 0 0 0,-1 0 0 0 0,0 0-1 0 0,0 0 1 0 0,0 0 0 0 0,-1-1 0 0 0,-5 7 0 0 0,4-5 4 0 0,-1 0 0 0 0,0 0 1 0 0,0 0-1 0 0,0-1 1 0 0,-1 0-1 0 0,1 0 1 0 0,-1 0-1 0 0,0-1 1 0 0,0 0-1 0 0,-1 0 1 0 0,1 0-1 0 0,-11 2 1 0 0,9-3-4 0 0,0 0 0 0 0,0-1 0 0 0,0 0 0 0 0,0-1 0 0 0,-14 0 0 0 0,19 0 3 0 0,-1-1-1 0 0,1 0 1 0 0,0 1-1 0 0,-1-1 0 0 0,1-1 1 0 0,0 1-1 0 0,0 0 0 0 0,0-1 1 0 0,0 0-1 0 0,0 1 0 0 0,0-1 1 0 0,0 0-1 0 0,0-1 0 0 0,1 1 1 0 0,-1 0-1 0 0,-1-4 1 0 0,1 3 12 0 0,1 0 0 0 0,0 0 0 0 0,0 0 0 0 0,0-1 0 0 0,0 1 0 0 0,0-1 0 0 0,1 0 0 0 0,-1 1 0 0 0,1-1 0 0 0,0 0 0 0 0,0 0 0 0 0,1 0 0 0 0,-1-6 0 0 0,2 2-41 0 0,-1 6 18 0 0,1 0 0 0 0,-1 1 0 0 0,0-1 0 0 0,1 0 0 0 0,-1 0 0 0 0,0 1 0 0 0,0-1 0 0 0,0 0-1 0 0,-1 0 1 0 0,1 1 0 0 0,0-1 0 0 0,0 0 0 0 0,-1 1 0 0 0,0-3 0 0 0,-18 11 124 0 0,-22 15-159 0 0,-80 31-1 0 0,106-48 57 0 0,0-1-1 0 0,-1 0 1 0 0,1-1 0 0 0,-1 0-1 0 0,0-2 1 0 0,0 0-1 0 0,0 0 1 0 0,0-2-1 0 0,-19-2 1 0 0,-6-5 84 0 0,2-2-1 0 0,-1-2 1 0 0,1-2 0 0 0,1-1 0 0 0,-58-32 0 0 0,89 42-81 0 0,-1 0 1 0 0,1 0-1 0 0,0 0 0 0 0,0-1 1 0 0,-12-12-1 0 0,17 16-11 0 0,0-1-1 0 0,0 1 1 0 0,1 0-1 0 0,-1-1 1 0 0,0 1-1 0 0,1-1 0 0 0,0 0 1 0 0,-1 1-1 0 0,1-1 1 0 0,0 0-1 0 0,0 0 0 0 0,1 0 1 0 0,-1 0-1 0 0,1 0 1 0 0,-1 0-1 0 0,1 0 0 0 0,0 0 1 0 0,0 0-1 0 0,0 0 1 0 0,1 0-1 0 0,0-3 1 0 0,7-10-1345 0 0,8 3-5408 0 0</inkml:trace>
</inkml:ink>
</file>

<file path=ppt/ink/ink2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43.758"/>
    </inkml:context>
    <inkml:brush xml:id="br0">
      <inkml:brushProperty name="width" value="0.1" units="cm"/>
      <inkml:brushProperty name="height" value="0.1" units="cm"/>
      <inkml:brushProperty name="color" value="#FFFFFF"/>
    </inkml:brush>
  </inkml:definitions>
  <inkml:trace contextRef="#ctx0" brushRef="#br0">0 39 7631 0 0,'13'-4'672'0'0,"-5"3"-536"0"0,3-2-136 0 0,2-1 0 0 0,1 0 1224 0 0,5 0 216 0 0,5 0 48 0 0,9 1 8 0 0,1-1-1200 0 0,-3 1-232 0 0,0 0-64 0 0,-4 3 560 0 0,1-1 104 0 0,-2 1 16 0 0,1 4-4952 0 0,-1-1-992 0 0</inkml:trace>
</inkml:ink>
</file>

<file path=ppt/ink/ink2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43.944"/>
    </inkml:context>
    <inkml:brush xml:id="br0">
      <inkml:brushProperty name="width" value="0.1" units="cm"/>
      <inkml:brushProperty name="height" value="0.1" units="cm"/>
      <inkml:brushProperty name="color" value="#FFFFFF"/>
    </inkml:brush>
  </inkml:definitions>
  <inkml:trace contextRef="#ctx0" brushRef="#br0">8 0 4199 0 0,'0'0'12328'0'0,"-3"11"-11928"0"0,1-2-136 0 0,-1-1-24 0 0</inkml:trace>
</inkml:ink>
</file>

<file path=ppt/ink/ink2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45.894"/>
    </inkml:context>
    <inkml:brush xml:id="br0">
      <inkml:brushProperty name="width" value="0.1" units="cm"/>
      <inkml:brushProperty name="height" value="0.1" units="cm"/>
      <inkml:brushProperty name="color" value="#FFFFFF"/>
    </inkml:brush>
  </inkml:definitions>
  <inkml:trace contextRef="#ctx0" brushRef="#br0">316 1 1951 0 0,'0'0'4982'0'0,"-3"0"-4396"0"0,-44 4 1774 0 0,-19 4-673 0 0,34-5-1139 0 0,17-1-257 0 0,0-1 1 0 0,0 0-1 0 0,-30-3 0 0 0,-24-3 797 0 0,68 5-904 0 0,-7-1 152 0 0,24 71 926 0 0,-5-27-1043 0 0,-2 0 0 0 0,-2 0 0 0 0,-2 1 1 0 0,-1-1-1 0 0,-3 1 0 0 0,-5 61 0 0 0,0-73 164 0 0</inkml:trace>
</inkml:ink>
</file>

<file path=ppt/ink/ink2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46.082"/>
    </inkml:context>
    <inkml:brush xml:id="br0">
      <inkml:brushProperty name="width" value="0.1" units="cm"/>
      <inkml:brushProperty name="height" value="0.1" units="cm"/>
      <inkml:brushProperty name="color" value="#FFFFFF"/>
    </inkml:brush>
  </inkml:definitions>
  <inkml:trace contextRef="#ctx0" brushRef="#br0">1 3 5727 0 0,'0'0'512'0'0,"6"0"-416"0"0,2-3-96 0 0,3 6 0 0 0,0-2 0 0 0,1-5 0 0 0,0 4 0 0 0,0 2 1088 0 0,1 0 200 0 0,2-3 40 0 0,0 1 8 0 0,3-1-920 0 0,0-1-176 0 0,0 2-40 0 0,0 2-3432 0 0,-3 0-696 0 0</inkml:trace>
</inkml:ink>
</file>

<file path=ppt/ink/ink2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46.457"/>
    </inkml:context>
    <inkml:brush xml:id="br0">
      <inkml:brushProperty name="width" value="0.1" units="cm"/>
      <inkml:brushProperty name="height" value="0.1" units="cm"/>
      <inkml:brushProperty name="color" value="#FFFFFF"/>
    </inkml:brush>
  </inkml:definitions>
  <inkml:trace contextRef="#ctx0" brushRef="#br0">15 0 5351 0 0,'0'0'416'0'0,"1"3"-272"0"0,9 90 5468 0 0,-9 2-3334 0 0,-14 97-1530 0 0,7-156-1242 0 0,1-12-4539 0 0,3-12 1786 0 0</inkml:trace>
</inkml:ink>
</file>

<file path=ppt/ink/ink2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46.817"/>
    </inkml:context>
    <inkml:brush xml:id="br0">
      <inkml:brushProperty name="width" value="0.1" units="cm"/>
      <inkml:brushProperty name="height" value="0.1" units="cm"/>
      <inkml:brushProperty name="color" value="#FFFFFF"/>
    </inkml:brush>
  </inkml:definitions>
  <inkml:trace contextRef="#ctx0" brushRef="#br0">0 26 4111 0 0,'0'0'319'0'0,"8"-4"-120"0"0,3 0 160 0 0,-1 0 0 0 0,1 1 0 0 0,-1 0 0 0 0,1 1 0 0 0,0 0 0 0 0,0 0-1 0 0,0 1 1 0 0,16 1 0 0 0,-15 0-274 0 0,5 0 53 0 0,0 0 0 0 0,20 4 0 0 0,-21-2-66 0 0,-9-1-28 0 0,0 0 1 0 0,0 1 0 0 0,0-1 0 0 0,0 1 0 0 0,0 1 0 0 0,-1-1 0 0 0,1 1 0 0 0,9 5 0 0 0,-12-5 3 0 0,-1-1-1 0 0,1 1 1 0 0,0-1-1 0 0,-1 1 1 0 0,0 0-1 0 0,1 0 1 0 0,-1 1 0 0 0,-1-1-1 0 0,1 1 1 0 0,0-1-1 0 0,-1 1 1 0 0,0 0-1 0 0,0 0 1 0 0,0 0 0 0 0,0 0-1 0 0,-1 1 1 0 0,1-1-1 0 0,-1 0 1 0 0,0 1-1 0 0,0-1 1 0 0,-1 0 0 0 0,1 1-1 0 0,-1-1 1 0 0,-1 7-1 0 0,-1 11 135 0 0,0-1 0 0 0,-2 0 0 0 0,-1 0 0 0 0,0 0 0 0 0,-2 0-1 0 0,0-1 1 0 0,-1 0 0 0 0,-13 23 0 0 0,12-28 32 0 0,0 0-1 0 0,-1-1 1 0 0,0 0 0 0 0,-1 0-1 0 0,0-1 1 0 0,-1-1-1 0 0,-1 0 1 0 0,0 0 0 0 0,-1-1-1 0 0,-25 15 1 0 0,35-24-178 0 0,0 0 1 0 0,0 0-1 0 0,0-1 0 0 0,0 1 1 0 0,-1-1-1 0 0,-5 1 1 0 0,8-2-111 0 0,0 0 0 0 0,0 0 0 0 0,0 0 0 0 0,-1 0 0 0 0,1 0 0 0 0,0 0 1 0 0,0 0-1 0 0,0-1 0 0 0,0 1 0 0 0,0-1 0 0 0,0 1 0 0 0,0-1 0 0 0,1 0 0 0 0,-5-2 1 0 0,-3-3-3153 0 0</inkml:trace>
</inkml:ink>
</file>

<file path=ppt/ink/ink2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47.209"/>
    </inkml:context>
    <inkml:brush xml:id="br0">
      <inkml:brushProperty name="width" value="0.1" units="cm"/>
      <inkml:brushProperty name="height" value="0.1" units="cm"/>
      <inkml:brushProperty name="color" value="#FFFFFF"/>
    </inkml:brush>
  </inkml:definitions>
  <inkml:trace contextRef="#ctx0" brushRef="#br0">31 1 3599 0 0,'0'0'278'0'0,"3"12"-30"0"0,-3-7 408 0 0,0 0 0 0 0,0 0-1 0 0,-1 0 1 0 0,0 0 0 0 0,-1 5 0 0 0,-3 11 841 0 0,2 26 567 0 0,4 72 0 0 0,0 10-1100 0 0,-1-119-935 0 0,-6 57 374 0 0,5-58-355 0 0,-1 0 0 0 0,0 0-1 0 0,-1-1 1 0 0,1 1 0 0 0,-6 9-1 0 0</inkml:trace>
</inkml:ink>
</file>

<file path=ppt/ink/ink2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47.566"/>
    </inkml:context>
    <inkml:brush xml:id="br0">
      <inkml:brushProperty name="width" value="0.1" units="cm"/>
      <inkml:brushProperty name="height" value="0.1" units="cm"/>
      <inkml:brushProperty name="color" value="#FFFFFF"/>
    </inkml:brush>
  </inkml:definitions>
  <inkml:trace contextRef="#ctx0" brushRef="#br0">0 79 2615 0 0,'11'-10'1628'0'0,"-7"6"-1215"0"0,1 0 0 0 0,0 0 0 0 0,0 1 0 0 0,0 0 0 0 0,0-1 0 0 0,1 2 0 0 0,6-4 0 0 0,16-8 502 0 0,-21 10-753 0 0,1 0 0 0 0,0 1 0 0 0,0 0 0 0 0,1 0 0 0 0,-1 1 0 0 0,0 0 0 0 0,1 1 0 0 0,-1-1 0 0 0,1 2 0 0 0,0-1-1 0 0,-1 1 1 0 0,14 2 0 0 0,-15-1-5 0 0,0 1 0 0 0,0 0 0 0 0,0 0-1 0 0,0 1 1 0 0,0-1 0 0 0,-1 2 0 0 0,1-1-1 0 0,6 6 1 0 0,-2-4 170 0 0,-5-1-238 0 0,-1 1 1 0 0,1-1 0 0 0,-1 1 0 0 0,1 0 0 0 0,-1 0 0 0 0,-1 0 0 0 0,1 0-1 0 0,-1 1 1 0 0,0 0 0 0 0,0 0 0 0 0,-1 0 0 0 0,1 1 0 0 0,-1-1 0 0 0,-1 1-1 0 0,1 0 1 0 0,-1-1 0 0 0,2 14 0 0 0,-2-6-18 0 0,0 0-1 0 0,-1 0 1 0 0,-1 0 0 0 0,0 0-1 0 0,-1 0 1 0 0,0 0 0 0 0,-1 0 0 0 0,-5 16-1 0 0,2-13-13 0 0,-2 0-1 0 0,0-1 0 0 0,-1 0 1 0 0,0 0-1 0 0,-1-1 0 0 0,-1 0 1 0 0,-18 22-1 0 0,18-28 3 0 0,0 1 0 0 0,0-2 0 0 0,-1 1-1 0 0,-11 6 1 0 0,7-5-10 0 0,8-5-233 0 0,0 0-1 0 0,-1-1 0 0 0,0 0 1 0 0,-8 3-1 0 0,3-3-2326 0 0,-23 5 0 0 0,9-4-896 0 0</inkml:trace>
</inkml:ink>
</file>

<file path=ppt/ink/ink2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48.254"/>
    </inkml:context>
    <inkml:brush xml:id="br0">
      <inkml:brushProperty name="width" value="0.1" units="cm"/>
      <inkml:brushProperty name="height" value="0.1" units="cm"/>
      <inkml:brushProperty name="color" value="#FFFFFF"/>
    </inkml:brush>
  </inkml:definitions>
  <inkml:trace contextRef="#ctx0" brushRef="#br0">293 1 5727 0 0,'0'0'443'0'0,"-5"5"-278"0"0,-58 53 3310 0 0,-14 14-638 0 0,67-60-2623 0 0,0 1 0 0 0,0 0 0 0 0,-13 24 0 0 0,-19 48-79 0 0,28-55-92 0 0,6-14 210 0 0,1 1 0 0 0,1-1 0 0 0,1 1 0 0 0,-4 18 0 0 0,8-31-228 0 0,0 0 0 0 0,0 1-1 0 0,0-1 1 0 0,1 1 0 0 0,0-1 0 0 0,0 1 0 0 0,0-1 0 0 0,1 0 0 0 0,0 1 0 0 0,0-1 0 0 0,0 1 0 0 0,0-1 0 0 0,0 0 0 0 0,1 0 0 0 0,0 0 0 0 0,0 0 0 0 0,0 0 0 0 0,0 0 0 0 0,1 0 0 0 0,-1-1 0 0 0,6 6 0 0 0,-5-6-9 0 0,1 1 0 0 0,0-1 0 0 0,0 0 0 0 0,1-1 0 0 0,-1 1 0 0 0,0-1 0 0 0,1 0 0 0 0,0 0 0 0 0,-1 0 0 0 0,1-1 0 0 0,0 0 0 0 0,0 1 0 0 0,0-2 0 0 0,0 1 0 0 0,0-1 0 0 0,0 1 0 0 0,0-1 0 0 0,0-1 0 0 0,10-1 0 0 0,-11 2-16 0 0,1-1 0 0 0,0 0 0 0 0,-1 0 0 0 0,1-1 0 0 0,-1 1 0 0 0,1-1 0 0 0,-1 0 0 0 0,0 0 0 0 0,6-4 0 0 0,-8 5 0 0 0,-1 0 0 0 0,0 0 0 0 0,1-1 0 0 0,-1 1 0 0 0,0 0 0 0 0,0-1 0 0 0,0 1 0 0 0,0 0 0 0 0,0-1 0 0 0,0 1 0 0 0,0-1 0 0 0,-1 0 0 0 0,1 1 0 0 0,0-1 0 0 0,-1 1 0 0 0,1-1 0 0 0,-1 0 0 0 0,0 0 0 0 0,0 1 0 0 0,0-1 0 0 0,1 0 0 0 0,-2 0 0 0 0,1 1 0 0 0,0-1 0 0 0,0 0 0 0 0,0 1 0 0 0,-1-1 0 0 0,0-3 0 0 0,-9-21 0 0 0,-22-40 0 0 0,9 20 0 0 0,21 42 0 0 0,0 1 0 0 0,0 0 0 0 0,0-1 0 0 0,0 1 0 0 0,0 0 0 0 0,-1 0 0 0 0,-3-3 0 0 0,6 6 0 0 0,-1-1 0 0 0,1 1 0 0 0,-1-1 0 0 0,1 1 0 0 0,-1 0 0 0 0,0-1 0 0 0,1 1 0 0 0,-1 0 0 0 0,1 0 0 0 0,-1-1 0 0 0,0 1 0 0 0,1 0 0 0 0,-1 0 0 0 0,1 0 0 0 0,-1 0 0 0 0,0 0 0 0 0,1 0 0 0 0,-1 0 0 0 0,0 0 0 0 0,1 0 0 0 0,-1 0 0 0 0,0 0 0 0 0,1 0 0 0 0,-1 1 0 0 0,1-1 0 0 0,-1 0 0 0 0,0 0 0 0 0,1 1 0 0 0,-1-1 0 0 0,1 0 0 0 0,-1 1 0 0 0,-1 0 0 0 0,-5 2 0 0 0,-2 4 0 0 0</inkml:trace>
</inkml:ink>
</file>

<file path=ppt/ink/ink2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48.881"/>
    </inkml:context>
    <inkml:brush xml:id="br0">
      <inkml:brushProperty name="width" value="0.1" units="cm"/>
      <inkml:brushProperty name="height" value="0.1" units="cm"/>
      <inkml:brushProperty name="color" value="#FFFFFF"/>
    </inkml:brush>
  </inkml:definitions>
  <inkml:trace contextRef="#ctx0" brushRef="#br0">224 1 2015 0 0,'0'0'5440'0'0,"-5"4"-4089"0"0,-13 13-389 0 0,1 0-1 0 0,1 1 1 0 0,1 1-1 0 0,0 1 1 0 0,-22 41-1 0 0,14-12-239 0 0,-25 83 0 0 0,30-77-328 0 0,16-47-355 0 0,-1 0 1 0 0,1 0-1 0 0,0 0 1 0 0,1 0 0 0 0,0 1-1 0 0,0-1 1 0 0,2 17-1 0 0,-1-20-26 0 0,1 1-1 0 0,0-1 1 0 0,1 0-1 0 0,-1 1 0 0 0,1-1 1 0 0,0 0-1 0 0,1 0 1 0 0,-1 0-1 0 0,1-1 1 0 0,0 1-1 0 0,0 0 0 0 0,0-1 1 0 0,5 5-1 0 0,-6-7 11 0 0,0 0 0 0 0,0 0 0 0 0,1 0-1 0 0,-1 0 1 0 0,1 0 0 0 0,-1 0 0 0 0,1 0 0 0 0,0-1-1 0 0,0 1 1 0 0,0-1 0 0 0,0 0 0 0 0,0 0 0 0 0,0 0-1 0 0,0-1 1 0 0,0 1 0 0 0,0 0 0 0 0,1-1 0 0 0,-1 0-1 0 0,0 0 1 0 0,0 0 0 0 0,6-1 0 0 0,-6 0-13 0 0,0 0 1 0 0,0 0 0 0 0,-1 0-1 0 0,1 0 1 0 0,-1 0 0 0 0,1-1-1 0 0,-1 1 1 0 0,1-1 0 0 0,-1 1-1 0 0,0-1 1 0 0,0 0 0 0 0,0 0-1 0 0,0 0 1 0 0,0 0 0 0 0,0 0-1 0 0,0-1 1 0 0,-1 1 0 0 0,1-1-1 0 0,-1 1 1 0 0,0-1 0 0 0,0 1-1 0 0,0-1 1 0 0,0 0 0 0 0,1-4-1 0 0,2-9 25 0 0,-1-1-1 0 0,-1 0 1 0 0,1-23-1 0 0,-3 34-27 0 0,0 1 0 0 0,0-1 0 0 0,-1 0 0 0 0,0 0 0 0 0,0 1 0 0 0,0-1 0 0 0,-1 0 0 0 0,1 1-1 0 0,-2 0 1 0 0,1-1 0 0 0,0 1 0 0 0,-1 0 0 0 0,-5-8 0 0 0,5 10 17 0 0,3 2-23 0 0,-1 0 1 0 0,0-1 0 0 0,0 1 0 0 0,0 0-1 0 0,-1 0 1 0 0,1 0 0 0 0,0 0 0 0 0,0 0-1 0 0,-1 0 1 0 0,1 0 0 0 0,0 1 0 0 0,-1-1-1 0 0,1 0 1 0 0,-1 1 0 0 0,1-1-1 0 0,-4 0 1 0 0,-1 0-798 0 0</inkml:trace>
</inkml:ink>
</file>

<file path=ppt/ink/ink2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49.584"/>
    </inkml:context>
    <inkml:brush xml:id="br0">
      <inkml:brushProperty name="width" value="0.1" units="cm"/>
      <inkml:brushProperty name="height" value="0.1" units="cm"/>
      <inkml:brushProperty name="color" value="#FFFFFF"/>
    </inkml:brush>
  </inkml:definitions>
  <inkml:trace contextRef="#ctx0" brushRef="#br0">235 163 4975 0 0,'0'0'388'0'0,"-6"7"-149"0"0,3-3 9 0 0,0-1-1 0 0,0 0 1 0 0,0 1-1 0 0,0-1 0 0 0,-1 0 1 0 0,0-1-1 0 0,1 1 1 0 0,-1-1-1 0 0,0 1 1 0 0,0-1-1 0 0,-1 0 1 0 0,1-1-1 0 0,0 1 1 0 0,-1-1-1 0 0,1 0 1 0 0,-1 0-1 0 0,-8 1 1 0 0,7-2-6 0 0,-1 1-1 0 0,1-2 1 0 0,-1 1 0 0 0,0-1 0 0 0,1 0 0 0 0,-1 0 0 0 0,1-1 0 0 0,0 0 0 0 0,-1 0 0 0 0,1 0-1 0 0,-11-7 1 0 0,11 5-90 0 0,-1 0 1 0 0,0 0-1 0 0,1-1 0 0 0,0 0 0 0 0,-10-10 0 0 0,14 13-119 0 0,1 0-1 0 0,0 1 1 0 0,-1-1-1 0 0,1 0 1 0 0,0 0-1 0 0,0 0 1 0 0,0 0-1 0 0,0 0 1 0 0,0 0-1 0 0,1 0 1 0 0,-1-1-1 0 0,0 1 1 0 0,1 0-1 0 0,0 0 1 0 0,0 0-1 0 0,-1-1 1 0 0,1 1-1 0 0,0 0 1 0 0,1 0-1 0 0,-1-1 1 0 0,0 1-1 0 0,1 0 1 0 0,-1 0-1 0 0,2-4 1 0 0,1 0-25 0 0,1 0 0 0 0,-1 0 0 0 0,1 0 0 0 0,0 0 0 0 0,0 1 0 0 0,0 0 0 0 0,1 0 0 0 0,0 0 1 0 0,0 0-1 0 0,0 1 0 0 0,1 0 0 0 0,-1 0 0 0 0,1 0 0 0 0,0 1 0 0 0,0 0 0 0 0,12-4 0 0 0,-8 3-5 0 0,0 1 0 0 0,0 1 0 0 0,0 0 0 0 0,0 0 0 0 0,1 1 0 0 0,-1 0 0 0 0,0 1 0 0 0,0 0 0 0 0,1 1 0 0 0,13 2 0 0 0,-18-2-1 0 0,-1 0 0 0 0,1 1 1 0 0,-1 0-1 0 0,0-1 0 0 0,0 2 0 0 0,0-1 0 0 0,0 1 0 0 0,6 3 0 0 0,-9-4 18 0 0,0-1 0 0 0,0 1 1 0 0,0 0-1 0 0,0 0 0 0 0,-1 0 0 0 0,1 0 0 0 0,-1 1 0 0 0,1-1 0 0 0,-1 0 0 0 0,0 1 1 0 0,0-1-1 0 0,0 1 0 0 0,0-1 0 0 0,0 1 0 0 0,0-1 0 0 0,-1 1 0 0 0,1 0 0 0 0,-1-1 0 0 0,0 4 1 0 0,0 8 4 0 0,-1-1 1 0 0,0 0-1 0 0,-1 1 1 0 0,-1-1-1 0 0,0 0 1 0 0,0 0 0 0 0,-2 0-1 0 0,1-1 1 0 0,-10 18-1 0 0,-3 1 386 0 0,-2-1 0 0 0,-28 38 0 0 0,36-54-409 0 0,0-1 0 0 0,0 0 0 0 0,-1-1 0 0 0,-17 14 0 0 0,14-14-2 0 0</inkml:trace>
</inkml:ink>
</file>

<file path=ppt/ink/ink2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9:50.196"/>
    </inkml:context>
    <inkml:brush xml:id="br0">
      <inkml:brushProperty name="width" value="0.1" units="cm"/>
      <inkml:brushProperty name="height" value="0.1" units="cm"/>
      <inkml:brushProperty name="color" value="#FFFFFF"/>
    </inkml:brush>
  </inkml:definitions>
  <inkml:trace contextRef="#ctx0" brushRef="#br0">70 402 7567 0 0,'0'0'167'0'0,"-7"4"237"0"0,0-1-220 0 0,-8 1 921 0 0,14-4-1025 0 0,0 0 1 0 0,0 0 0 0 0,0 0 0 0 0,0-1 0 0 0,0 1 0 0 0,0 0 0 0 0,0 0 0 0 0,0-1-1 0 0,0 1 1 0 0,1 0 0 0 0,-1-1 0 0 0,-1 0 0 0 0,1 0-31 0 0,0 1 1 0 0,0 0-1 0 0,0-1 1 0 0,1 1-1 0 0,-1-1 1 0 0,0 1-1 0 0,1-1 1 0 0,-1 1-1 0 0,0-1 1 0 0,1 0-1 0 0,-1 1 1 0 0,1-1-1 0 0,-1 0 0 0 0,1 0 1 0 0,-1 1-1 0 0,1-1 1 0 0,-1 0-1 0 0,1 0 1 0 0,0 0-1 0 0,-1 0 1 0 0,1-1-1 0 0,-1-1 212 0 0,-2-6-71 0 0,0 1 0 0 0,1-1 0 0 0,0 0 0 0 0,0 0 0 0 0,1 0 0 0 0,0 0 0 0 0,1 0 0 0 0,0 0 0 0 0,0 0 0 0 0,1 0 0 0 0,0 0 1 0 0,1 0-1 0 0,4-15 0 0 0,0 4-123 0 0,1 0 0 0 0,0 1 1 0 0,2 0-1 0 0,0 0 1 0 0,17-24-1 0 0,-20 33-29 0 0,1 0 1 0 0,1 1 0 0 0,-1 0-1 0 0,2 0 1 0 0,-1 1-1 0 0,1 0 1 0 0,1 0-1 0 0,-1 1 1 0 0,1 0-1 0 0,20-9 1 0 0,-28 14-37 0 0,1 1 0 0 0,0 0 0 0 0,-1 0 1 0 0,1 0-1 0 0,0 1 0 0 0,0-1 0 0 0,0 1 0 0 0,0-1 0 0 0,0 1 0 0 0,4 0 1 0 0,-6 0-4 0 0,0 1 1 0 0,0-1 0 0 0,0 0-1 0 0,0 1 1 0 0,0-1 0 0 0,1 1-1 0 0,-1 0 1 0 0,0-1 0 0 0,-1 1-1 0 0,1 0 1 0 0,0-1 0 0 0,0 1-1 0 0,0 0 1 0 0,0 0 0 0 0,-1 0-1 0 0,1 0 1 0 0,0 0 0 0 0,-1 0-1 0 0,1 0 1 0 0,0 0 0 0 0,-1 0-1 0 0,0 0 1 0 0,1 0 0 0 0,-1 0-1 0 0,0 0 1 0 0,1 1 0 0 0,-1 1-1 0 0,2 8 0 0 0,-1-1 0 0 0,0 1 0 0 0,-1 0 0 0 0,0 0 0 0 0,-1 0 0 0 0,0 0 0 0 0,-1 0 0 0 0,0-1 0 0 0,-4 12 0 0 0,0-2 0 0 0,-1 0 0 0 0,-2 0 0 0 0,-16 29 0 0 0,12-28-479 0 0,-2-1 1 0 0,0 0-1 0 0,-26 25 0 0 0,2-2-1767 0 0,24-24-2585 0 0</inkml:trace>
</inkml:ink>
</file>

<file path=ppt/ink/ink2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0:01.660"/>
    </inkml:context>
    <inkml:brush xml:id="br0">
      <inkml:brushProperty name="width" value="0.1" units="cm"/>
      <inkml:brushProperty name="height" value="0.1" units="cm"/>
      <inkml:brushProperty name="color" value="#E71224"/>
    </inkml:brush>
  </inkml:definitions>
  <inkml:trace contextRef="#ctx0" brushRef="#br0">4 299 2303 0 0,'-1'2'2386'0'0,"1"-2"-2341"0"0,0 0 0 0 0,0 0 1 0 0,-1 1-1 0 0,1-1 0 0 0,0 0 0 0 0,0 0 1 0 0,0 1-1 0 0,-1-1 0 0 0,1 0 1 0 0,0 0-1 0 0,0 1 0 0 0,0-1 1 0 0,0 0-1 0 0,0 1 0 0 0,0-1 0 0 0,0 0 1 0 0,-1 1-1 0 0,1-1 0 0 0,0 0 1 0 0,0 0-1 0 0,0 1 0 0 0,0-1 0 0 0,0 0 1 0 0,1 1-1 0 0,-1-1 0 0 0,0 0 1 0 0,0 1-1 0 0,0-1 0 0 0,0 0 0 0 0,0 1 1 0 0,0-1-1 0 0,0 0 0 0 0,1 0 1 0 0,-1 1-1 0 0,0-1 0 0 0,0 0 0 0 0,0 0 1 0 0,1 1-1 0 0,-1-1 0 0 0,1 1 62 0 0,1 0 0 0 0,-1 0-1 0 0,1 0 1 0 0,-1-1 0 0 0,1 1-1 0 0,-1-1 1 0 0,1 1 0 0 0,2 0 0 0 0,4 0 115 0 0,0 0 1 0 0,-1 0 0 0 0,9-1-1 0 0,107-13 2716 0 0,-3 0-1418 0 0,374-28 2090 0 0,-427 34-3516 0 0,448-40 831 0 0,-428 41-807 0 0,314-17 373 0 0,-138 7-348 0 0,-12 2 88 0 0,-13-3-85 0 0,-2 0-147 0 0,-24 2 13 0 0,-14-1 137 0 0,-131 11-137 0 0,39 0 30 0 0,-41 3 21 0 0,43 0 44 0 0,51 1-43 0 0,-34 0-64 0 0,-14-2 64 0 0,8-1-64 0 0,-41 0 0 0 0,2-3 0 0 0,-34-1-1 0 0,-8 1 13 0 0,-24 3 41 0 0,-11 1-53 0 0,-3 3-3 0 0,1 0 0 0 0,-1 0 0 0 0,0-1 1 0 0,0 1-1 0 0,0 0 0 0 0,0 0 0 0 0,0-1 0 0 0,0 1 0 0 0,1 0 0 0 0,-1 0 0 0 0,0-1 0 0 0,0 1 0 0 0,0 0 0 0 0,0 0 0 0 0,0-1 0 0 0,0 1 0 0 0,0 0 1 0 0,0 0-1 0 0,0-1 0 0 0,0 1 0 0 0,0 0 0 0 0,0 0 0 0 0,-1-1 0 0 0,1 1 0 0 0,0 0 0 0 0,0 0 0 0 0,0-1 0 0 0,0 1 0 0 0,0 0 0 0 0,0 0 0 0 0,0 0 1 0 0,-1-1-1 0 0,1 1 0 0 0,0 0 0 0 0,0 0 0 0 0,0 0 0 0 0,-1 0 0 0 0,1-1 0 0 0,0 1 0 0 0,0 0 0 0 0,0 0 0 0 0,-1 0 0 0 0,1 0 0 0 0,0 0 0 0 0,0 0 1 0 0,-1-1-1 0 0,-10-3-1031 0 0,10 4 876 0 0,-20-5-5339 0 0,7 3 179 0 0</inkml:trace>
</inkml:ink>
</file>

<file path=ppt/ink/ink2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0:03.008"/>
    </inkml:context>
    <inkml:brush xml:id="br0">
      <inkml:brushProperty name="width" value="0.1" units="cm"/>
      <inkml:brushProperty name="height" value="0.1" units="cm"/>
      <inkml:brushProperty name="color" value="#E71224"/>
    </inkml:brush>
  </inkml:definitions>
  <inkml:trace contextRef="#ctx0" brushRef="#br0">11 24 2935 0 0,'0'0'1098'0'0,"-2"2"-182"0"0,-7 10 2364 0 0,34-6 1369 0 0,-14-6-3642 0 0,1-1 0 0 0,15-4 0 0 0,11-1-171 0 0,58-4-64 0 0,42-3-360 0 0,-42 8-141 0 0,1 5 0 0 0,147 19 1 0 0,-231-17-218 0 0,2 0-16 0 0,-1 0 0 0 0,1 0 0 0 0,0-2 0 0 0,0 0 0 0 0,16-2 0 0 0,-26 1-27 0 0,-1 1 43 0 0,-1-1-56 0 0,11-8 3 0 0,-11 6 10 0 0,-2 3 42 0 0,-1-1 1 0 0,0-4-44 0 0,3 1-10 0 0,2 1 0 0 0,-2 2-849 0 0</inkml:trace>
</inkml:ink>
</file>

<file path=ppt/ink/ink2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0:06.774"/>
    </inkml:context>
    <inkml:brush xml:id="br0">
      <inkml:brushProperty name="width" value="0.1" units="cm"/>
      <inkml:brushProperty name="height" value="0.1" units="cm"/>
      <inkml:brushProperty name="color" value="#E71224"/>
    </inkml:brush>
  </inkml:definitions>
  <inkml:trace contextRef="#ctx0" brushRef="#br0">143 1735 4055 0 0,'-11'-7'312'0'0,"11"6"-280"0"0,-1 0 0 0 0,1 0 0 0 0,0 1-1 0 0,0-1 1 0 0,0 0 0 0 0,0 0 0 0 0,0 0-1 0 0,0 0 1 0 0,0 1 0 0 0,0-1-1 0 0,1 0 1 0 0,-1 0 0 0 0,0 0 0 0 0,0 0-1 0 0,1 1 1 0 0,0-2 0 0 0,-1 0 107 0 0,4-15 1200 0 0,-1 0 1 0 0,-1-1-1 0 0,0 1 0 0 0,-1-30 0 0 0,-4 10 814 0 0,-9-44-1 0 0,-33-232 903 0 0,35 247-2633 0 0,-20-70 0 0 0,-6-31 34 0 0,31 132-397 0 0,2 0 0 0 0,2 0 1 0 0,1 0-1 0 0,1-1 0 0 0,2 1 0 0 0,2 0 1 0 0,1 1-1 0 0,12-38 0 0 0,-14 56-36 0 0,0 1 0 0 0,-2-1 1 0 0,2-30-1 0 0,-6-47 207 0 0,1 84-224 0 0,1 1 0 0 0,0-1 0 0 0,1 1 0 0 0,-1 0-1 0 0,2-1 1 0 0,-1 1 0 0 0,1 0 0 0 0,6-15 0 0 0,-3 12 7 0 0,1 0 0 0 0,1 0 0 0 0,0 1-1 0 0,14-16 1 0 0,-2-5-13 0 0,-16 24-6 0 0,-2 5 10 0 0,-1 1 0 0 0,1 0 0 0 0,-1 0 0 0 0,1 0 0 0 0,-1 0 0 0 0,1 0 1 0 0,0 0-1 0 0,0 0 0 0 0,-1 0 0 0 0,1 0 0 0 0,0 0 0 0 0,0 0 1 0 0,0 0-1 0 0,0 1 0 0 0,0-1 0 0 0,2-1 0 0 0,1 0-4 0 0,0 0 0 0 0,1 1 0 0 0,-1 0 0 0 0,0-1 0 0 0,1 2 0 0 0,-1-1 0 0 0,7 0 0 0 0,9-2 0 0 0,22-1 0 0 0,-17 4 0 0 0,-7 0 0 0 0,-12 0 15 0 0,0 0 0 0 0,1 1 0 0 0,-1 0 0 0 0,0 0 0 0 0,0 0 0 0 0,0 1 0 0 0,0 0 0 0 0,0 0 0 0 0,0 0 0 0 0,5 4 1 0 0,-9-5 33 0 0,0 0 1 0 0,0 0 0 0 0,0-1-1 0 0,0 1 1 0 0,0-1 0 0 0,0 1 0 0 0,3 0-1 0 0,12 3 215 0 0,3 2-384 0 0,1 0 0 0 0,0 0 0 0 0,-1-2 0 0 0,2-1 0 0 0,34 1 0 0 0,-8 0 5 0 0,93 3 115 0 0,63-5 0 0 0,-69-4 0 0 0,80 3 0 0 0,-47-2 0 0 0,32 1 0 0 0,19-4-4 0 0,-50 0 24 0 0,5-1 124 0 0,-13 1-144 0 0,-103 1 0 0 0,16 1 0 0 0,-31 2-2 0 0,12 0 57 0 0,11-1-44 0 0,-59 1-11 0 0,0 0 0 0 0,0 0 0 0 0,0-1 0 0 0,9-2 0 0 0,-13 3 13 0 0,0 0 0 0 0,0-1 0 0 0,0 1 0 0 0,0-1 0 0 0,0 0 0 0 0,-1 0 1 0 0,1 0-1 0 0,0 0 0 0 0,0 0 0 0 0,2-2 0 0 0,-1-1-13 0 0,-1 2 0 0 0,-1 0 0 0 0,1 0 0 0 0,0 0 0 0 0,0 0 0 0 0,0 1 0 0 0,0 0 0 0 0,3-2 0 0 0,47-7 0 0 0,-13 2 0 0 0,-14 6 0 0 0,7-1 0 0 0,-29 1 0 0 0,1 0 0 0 0,-1 0 0 0 0,1 3 0 0 0,-1-2 0 0 0,0 1 0 0 0,2-1 0 0 0,-1 3 0 0 0,-2-2 0 0 0,-1 1 0 0 0,1-1 0 0 0,-1 1 0 0 0,1-1 0 0 0,-1 0 0 0 0,1 0 0 0 0,-1 0 0 0 0,0 0 0 0 0,1 0 0 0 0,-1-1 0 0 0,1 1 0 0 0,-1-1 0 0 0,1 1 0 0 0,2-2 0 0 0,-3 1 0 0 0,1 0 0 0 0,-1 0 0 0 0,1 1 0 0 0,-1-1 0 0 0,1 1 0 0 0,4 0 0 0 0,33-2 0 0 0,-29 2-2 0 0,-9 0 3 0 0,0 0 1 0 0,0 0 0 0 0,1 0-1 0 0,-1 0 1 0 0,0 0 0 0 0,0 0-1 0 0,4 2 1 0 0,-6-2 51 0 0,1 0 1 0 0,2-1-33 0 0,-2 1 169 0 0,1 0 186 0 0</inkml:trace>
</inkml:ink>
</file>

<file path=ppt/ink/ink2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2:22.730"/>
    </inkml:context>
    <inkml:brush xml:id="br0">
      <inkml:brushProperty name="width" value="0.1" units="cm"/>
      <inkml:brushProperty name="height" value="0.1" units="cm"/>
      <inkml:brushProperty name="color" value="#E71224"/>
    </inkml:brush>
  </inkml:definitions>
  <inkml:trace contextRef="#ctx0" brushRef="#br0">1175 4410 2383 0 0,'6'-2'6112'0'0,"-10"5"-5697"0"0,-1 0-1 0 0,0 0 0 0 0,0 0 0 0 0,0-1 0 0 0,-1 1 1 0 0,1-1-1 0 0,-1-1 0 0 0,-6 3 0 0 0,-83 18 2473 0 0,73-18-2498 0 0,0 0 0 0 0,0-2 0 0 0,-1-1 0 0 0,-33-2 0 0 0,-83-7 642 0 0,57 5-590 0 0,49 0-142 0 0,22 1-225 0 0,-1 1 1 0 0,1 0-1 0 0,0 1 0 0 0,0 1 0 0 0,-19 2 0 0 0,9 1-5 0 0,-1 0 0 0 0,-37 0 0 0 0,54-4-27 0 0,3 0-27 0 0,1 0 1 0 0,-1 0-1 0 0,1 0 0 0 0,-1 0 1 0 0,1 0-1 0 0,-1 0 1 0 0,1 0-1 0 0,-1-1 1 0 0,1 1-1 0 0,-1 0 1 0 0,1-1-1 0 0,-1 0 0 0 0,1 1 1 0 0,0-1-1 0 0,-1 0 1 0 0,1 0-1 0 0,0 1 1 0 0,0-1-1 0 0,-2-2 1 0 0,1-1 91 0 0,0 0 1 0 0,0-1 0 0 0,1 1-1 0 0,-2-6 1 0 0,3 5-69 0 0,0-1-1 0 0,0 1 1 0 0,1-1-1 0 0,0 1 1 0 0,0-1 0 0 0,0 1-1 0 0,4-10 1 0 0,3-17 20 0 0,-6 13 3 0 0,-1 1 0 0 0,-1-29 0 0 0,-2-128 894 0 0,-3 61-603 0 0,-9-177 144 0 0,-23-114-85 0 0,29 320-375 0 0,-5-42 2 0 0,-26-281 45 0 0,41 342 15 0 0,13-85 1 0 0,-3 53-103 0 0,28-231 3 0 0,-11 7 24 0 0,-20 185 16 0 0,2-45 13 0 0,4-47 22 0 0,-2-53-75 0 0,-11 206 0 0 0,3-18 0 0 0,1-21 0 0 0,-5 101 0 0 0,0 0 0 0 0,5-19 0 0 0,-1 1 0 0 0,0-36 0 0 0,-3 37 0 0 0,-2 26 0 0 0,6-158 0 0 0,-6 143 0 0 0,-8-38 0 0 0,5 40 0 0 0,2 15 0 0 0,0 1 0 0 0,1 0 0 0 0,0-1 0 0 0,-1 1 0 0 0,1-1 0 0 0,0 1 0 0 0,0-1 0 0 0,1-2 0 0 0,4-35 0 0 0,-5 24 0 0 0,-1 8 0 0 0,-2 3 0 0 0,-2-1 0 0 0,5 5 0 0 0,-1 1 0 0 0,1-1 0 0 0,-1 1 0 0 0,1-1 0 0 0,-1 1 0 0 0,1-1 0 0 0,-1 1 0 0 0,1 0 0 0 0,-1-1 0 0 0,0 1 0 0 0,1 0 0 0 0,-1-1 0 0 0,0 1 0 0 0,1 0 0 0 0,-1 0 0 0 0,1 0 0 0 0,-1 0 0 0 0,0 0 0 0 0,0-1 0 0 0,1 1 0 0 0,-1 0 0 0 0,0 0 0 0 0,0 1 0 0 0,-3-1 0 0 0,1-1 0 0 0,1 0 0 0 0,-1 0 0 0 0,0 0 0 0 0,0 0 0 0 0,1 1 0 0 0,-1 0 0 0 0,0-1 0 0 0,0 1 0 0 0,0 0 0 0 0,1 0 0 0 0,-4 1 0 0 0,-11 0 0 0 0,-9-4 0 0 0,-1 3 0 0 0,-44 3 0 0 0,12 0 0 0 0,35-2 0 0 0,0 2 0 0 0,1 1 0 0 0,0 0 0 0 0,-27 9 0 0 0,45-11-136 0 0,0-1 0 0 0,0 0 1 0 0,-11 0-1 0 0,12-1-3 0 0,0 0 0 0 0,1 0 0 0 0,-1 0 0 0 0,1 1 1 0 0,-1-1-1 0 0,1 1 0 0 0,-1 0 0 0 0,1 0 0 0 0,-6 3 0 0 0</inkml:trace>
</inkml:ink>
</file>

<file path=ppt/ink/ink2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2:32.048"/>
    </inkml:context>
    <inkml:brush xml:id="br0">
      <inkml:brushProperty name="width" value="0.1" units="cm"/>
      <inkml:brushProperty name="height" value="0.1" units="cm"/>
      <inkml:brushProperty name="color" value="#E71224"/>
    </inkml:brush>
  </inkml:definitions>
  <inkml:trace contextRef="#ctx0" brushRef="#br0">1 5160 2415 0 0,'0'0'7306'0'0,"11"-5"-5472"0"0,-9 5-1708 0 0,0-1 0 0 0,0 1 0 0 0,-1-1-1 0 0,1 0 1 0 0,0 1 0 0 0,-1-1-1 0 0,1 0 1 0 0,-1 0 0 0 0,1 0 0 0 0,-1 0-1 0 0,1 0 1 0 0,-1 0 0 0 0,0-1 0 0 0,1 1-1 0 0,-1 0 1 0 0,0-1 0 0 0,0 1 0 0 0,0-1-1 0 0,0 1 1 0 0,0-1 0 0 0,0 0 0 0 0,1-2-1 0 0,2-8 462 0 0,-4 11-519 0 0,1-1 1 0 0,-1 1-1 0 0,1-1 1 0 0,-1 1-1 0 0,1-1 0 0 0,-1 1 1 0 0,0-1-1 0 0,0 1 0 0 0,0-1 1 0 0,0 0-1 0 0,0 1 1 0 0,0-1-1 0 0,-1-1 0 0 0,-6-27 598 0 0,5 25-573 0 0,0 1 1 0 0,1-1 0 0 0,0 0 0 0 0,0 0-1 0 0,0 0 1 0 0,1 0 0 0 0,-1 0-1 0 0,1 0 1 0 0,1-5 0 0 0,0 5-65 0 0,4-35 419 0 0,2-49 0 0 0,-1-27 160 0 0,-3 102-523 0 0,0 1 0 0 0,1-1 0 0 0,1 0 0 0 0,7-15-1 0 0,8-26 52 0 0,-14 33-46 0 0,-2 0 0 0 0,-1 0-1 0 0,0 0 1 0 0,-1-29 0 0 0,-10-89 240 0 0,5 29-280 0 0,0-1 44 0 0,-30-337 167 0 0,22 155-242 0 0,13 221 4 0 0,22-144-1 0 0,49-243 354 0 0,-44 13-138 0 0,-20 225-156 0 0,12-28-81 0 0,4-150 62 0 0,-26 277-63 0 0,6-196 0 0 0,6 201 39 0 0,2-34-14 0 0,-15-53-25 0 0,1 172 0 0 0,1-161 0 0 0,3 143 11 0 0,-2 50-8 0 0,0-1 0 0 0,-1 1 0 0 0,1 0 0 0 0,0 0 0 0 0,0-1 0 0 0,0 1 0 0 0,0 0 0 0 0,0 0 0 0 0,0 0-1 0 0,0 0 1 0 0,0 0 0 0 0,0 0 0 0 0,0 0 0 0 0,1 1 0 0 0,-1-1 0 0 0,0 0 0 0 0,3 0 0 0 0,-4 1-3 0 0,15-5 0 0 0,0 0 0 0 0,0 1 0 0 0,1 1 0 0 0,-1 0 0 0 0,24-1 0 0 0,-12 1 0 0 0,49-2 0 0 0,99 4 0 0 0,50 1 0 0 0,17 1 0 0 0,409 16-64 0 0,-307-15 64 0 0,10 0 0 0 0,-300 0 0 0 0,249-1 0 0 0,-40-10 0 0 0,-231 7 1 0 0,381-17 62 0 0,-332 18-63 0 0,99-4 0 0 0,-38-1 0 0 0,-47 5 0 0 0,155-7 0 0 0,-150 3 0 0 0,225-8 0 0 0,-56 21 0 0 0,82-18 0 0 0,-247 1 11 0 0,-98 9 32 0 0,-1 0-33 0 0,0 1-10 0 0,-2-2-84 0 0,-17-1-6334 0 0,13 2 6019 0 0,-2 1 0 0 0</inkml:trace>
</inkml:ink>
</file>

<file path=ppt/ink/ink2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2:33.982"/>
    </inkml:context>
    <inkml:brush xml:id="br0">
      <inkml:brushProperty name="width" value="0.1" units="cm"/>
      <inkml:brushProperty name="height" value="0.1" units="cm"/>
      <inkml:brushProperty name="color" value="#E71224"/>
    </inkml:brush>
  </inkml:definitions>
  <inkml:trace contextRef="#ctx0" brushRef="#br0">1 23 3599 0 0,'0'0'423'0'0,"6"5"540"0"0,-1-3-725 0 0,-1 0 1 0 0,1 0-1 0 0,0 0 1 0 0,-1-1-1 0 0,1 0 1 0 0,0 0-1 0 0,0 0 1 0 0,0-1-1 0 0,10 1 1 0 0,49-6 1051 0 0,-49 3-903 0 0,131-6 2447 0 0,-123 8-2698 0 0,-18 0-46 0 0,1 0 0 0 0,-1-1 0 0 0,1 1 0 0 0,-1-1 0 0 0,0 0 0 0 0,8-2 0 0 0,-8 2-14 0 0,0 0 0 0 0,1 1-1 0 0,9 0 1 0 0,-11 0-13 0 0,-3 0 6 0 0,-1 0 0 0 0,0 0 0 0 0,1 0 0 0 0,-1 0 1 0 0,0 0-1 0 0,1 0 0 0 0,-1 0 0 0 0,1 0 0 0 0,-1 0 1 0 0,0 0-1 0 0,1 0 0 0 0,-1 0 0 0 0,0 0 0 0 0,1-1 0 0 0,-1 1 1 0 0,0 0-1 0 0,1 0 0 0 0,-1 0 0 0 0,0-1 0 0 0,1 1 1 0 0,-1 0-1 0 0,0 0 0 0 0,0 0 0 0 0,1-1 0 0 0,-8-3 360 0 0,-18-3-201 0 0,9 5-70 0 0,0 1-1 0 0,0 1 0 0 0,-1 0 1 0 0,1 1-1 0 0,0 1 0 0 0,0 0 1 0 0,-22 7-1 0 0,10-2-72 0 0,-1-1 1 0 0,1-2-1 0 0,-52 1 0 0 0,74-5-74 0 0</inkml:trace>
</inkml:ink>
</file>

<file path=ppt/ink/ink2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2:39.151"/>
    </inkml:context>
    <inkml:brush xml:id="br0">
      <inkml:brushProperty name="width" value="0.1" units="cm"/>
      <inkml:brushProperty name="height" value="0.1" units="cm"/>
      <inkml:brushProperty name="color" value="#FFFFFF"/>
    </inkml:brush>
  </inkml:definitions>
  <inkml:trace contextRef="#ctx0" brushRef="#br0">537 17 3655 0 0,'0'0'4575'0'0,"3"8"-4144"0"0,10 30 812 0 0,-8-25-1096 0 0,-1-1-1 0 0,0 1 1 0 0,0 0-1 0 0,-2 1 1 0 0,1-1 0 0 0,-2 0-1 0 0,1 20 1 0 0,-3 19-58 0 0,1-24 38 0 0,-6 44-1 0 0,6-71-104 0 0,0 0-9 0 0,0 1-1 0 0,-1-1 1 0 0,1 1 0 0 0,-1-1 0 0 0,1 1-1 0 0,-1-1 1 0 0,1 1 0 0 0,-1-1 0 0 0,0 0-1 0 0,0 1 1 0 0,0-1 0 0 0,0 0-1 0 0,0 0 1 0 0,0 0 0 0 0,-1 2 0 0 0,0-2 43 0 0,0-1-37 0 0,0 0 0 0 0,0 0 1 0 0,0 0-1 0 0,-1 0 0 0 0,1 0 1 0 0,0-1-1 0 0,0 1 0 0 0,0-1 1 0 0,1 1-1 0 0,-1-1 1 0 0,0 0-1 0 0,0 0 0 0 0,0 0 1 0 0,0 0-1 0 0,1 0 0 0 0,-1 0 1 0 0,0 0-1 0 0,1-1 0 0 0,-1 1 1 0 0,-2-3-1 0 0,4 3-19 0 0,-15-15 42 0 0,1-1 1 0 0,-23-38-1 0 0,22 31 69 0 0,-22-25-1 0 0,30 40-28 0 0,0 0 0 0 0,0 0-1 0 0,0-1 1 0 0,1 0-1 0 0,1 0 1 0 0,0 0 0 0 0,0-1-1 0 0,1 0 1 0 0,0 0-1 0 0,1 0 1 0 0,0 0 0 0 0,1 0-1 0 0,0-1 1 0 0,0-22-1 0 0,2 33 55 0 0,0-3 731 0 0,5 12-860 0 0,15 21 50 0 0,-2 0 1 0 0,-1 0 0 0 0,16 39-1 0 0,-31-62-72 0 0,0 1 0 0 0,0-1 0 0 0,-1 0-1 0 0,1 1 1 0 0,-2-1 0 0 0,1 1 0 0 0,-1-1 0 0 0,1 1-1 0 0,-2-1 1 0 0,1 1 0 0 0,-2 6 0 0 0,1-9 3 0 0,0 0 1 0 0,-1 0-1 0 0,1 0 1 0 0,-1 0 0 0 0,0 0-1 0 0,0-1 1 0 0,0 1-1 0 0,0-1 1 0 0,-1 1-1 0 0,1-1 1 0 0,-1 0-1 0 0,0 0 1 0 0,0 0-1 0 0,0 0 1 0 0,0-1 0 0 0,-1 1-1 0 0,1-1 1 0 0,-6 3-1 0 0,3-2 22 0 0,-1 1 0 0 0,1-2 0 0 0,-1 1 0 0 0,1-1 0 0 0,-1 0 0 0 0,0 0-1 0 0,-11 1 1 0 0,16-3 2 0 0,-1 0-1 0 0,1 0 1 0 0,-1 0-1 0 0,1 0 1 0 0,-1-1-1 0 0,1 1 1 0 0,-1-1-1 0 0,1 0 0 0 0,-1 1 1 0 0,1-1-1 0 0,0 0 1 0 0,0-1-1 0 0,-1 1 1 0 0,1 0-1 0 0,0 0 1 0 0,0-1-1 0 0,0 0 1 0 0,0 1-1 0 0,0-1 1 0 0,1 0-1 0 0,-1 0 0 0 0,0 0 1 0 0,1 0-1 0 0,0 0 1 0 0,-1 0-1 0 0,1 0 1 0 0,-2-4-1 0 0,-5-13 156 0 0,1 0 0 0 0,0 0 0 0 0,-4-26 0 0 0,10 44 53 0 0,6 20 12 0 0,-4-11-222 0 0,1 1 0 0 0,-1-1 0 0 0,0 1 0 0 0,-1 0-1 0 0,0-1 1 0 0,-1 1 0 0 0,1 0 0 0 0,-4 10 0 0 0,4-15-7 0 0,-1-1 1 0 0,0 1-1 0 0,0-1 1 0 0,0 1 0 0 0,-1-1-1 0 0,1 0 1 0 0,-1 1-1 0 0,0-1 1 0 0,0 0-1 0 0,0 0 1 0 0,0 0 0 0 0,0-1-1 0 0,0 1 1 0 0,-1 0-1 0 0,0-1 1 0 0,1 0-1 0 0,-1 1 1 0 0,0-1 0 0 0,0 0-1 0 0,0-1 1 0 0,0 1-1 0 0,-7 2 1 0 0,8-3-1 0 0,-1-1-1 0 0,1 1 1 0 0,0-1 0 0 0,0 0-1 0 0,-1 1 1 0 0,1-1 0 0 0,0 0-1 0 0,-1 0 1 0 0,1-1 0 0 0,0 1-1 0 0,0 0 1 0 0,-1-1 0 0 0,1 0-1 0 0,0 1 1 0 0,0-1 0 0 0,0 0-1 0 0,-3-2 1 0 0,2 1 4 0 0,0 0 0 0 0,0 0 1 0 0,0-1-1 0 0,0 0 0 0 0,1 1 0 0 0,-1-1 0 0 0,1 0 1 0 0,0 0-1 0 0,-4-6 0 0 0,2 1 3 0 0,1 0-1 0 0,0 0 1 0 0,0 0-1 0 0,1 0 1 0 0,-1 0 0 0 0,2 0-1 0 0,-1-1 1 0 0,0-13 0 0 0,2 17 61 0 0,0 4-46 0 0,0-1 0 0 0,-1 1-1 0 0,1 0 1 0 0,0-1 0 0 0,0 1 0 0 0,0 0-1 0 0,1-1 1 0 0,-1 1 0 0 0,0 0 0 0 0,1-3 0 0 0,-1 4-25 0 0,0 0 0 0 0,0-1 0 0 0,1 1 1 0 0,-1 0-1 0 0,0 0 0 0 0,0 0 1 0 0,0 0-1 0 0,0 0 0 0 0,1 0 1 0 0,-1 0-1 0 0,0 0 0 0 0,0-1 1 0 0,0 1-1 0 0,0 0 0 0 0,1 0 0 0 0,-1 0 1 0 0,0 0-1 0 0,0 0 0 0 0,0 0 1 0 0,1 0-1 0 0,-1 0 0 0 0,0 0 1 0 0,0 0-1 0 0,0 0 0 0 0,1 0 1 0 0,-1 0-1 0 0,0 0 0 0 0,0 1 0 0 0,0-1 1 0 0,0 0-1 0 0,1 0 0 0 0,-1 0 1 0 0,0 0-1 0 0,0 0 0 0 0,0 0 1 0 0,0 0-1 0 0,0 0 0 0 0,1 1 1 0 0,-1-1-1 0 0,0 0 0 0 0,0 0 0 0 0,0 0 1 0 0,0 0-1 0 0,0 0 0 0 0,0 1 1 0 0,0-1-1 0 0,1 0 0 0 0,-1 0 1 0 0,0 0-1 0 0,0 1 0 0 0,0-1 1 0 0,0 0-1 0 0,0 0 0 0 0,0 0 0 0 0,0 0 1 0 0,0 1-1 0 0,0-1 0 0 0,0 0 1 0 0,2 12-4 0 0,-2-11 2 0 0,-1 12-288 0 0,0 0 0 0 0,-1 0 0 0 0,0 0-1 0 0,-1 0 1 0 0,0-1 0 0 0,-1 1 0 0 0,-1-1-1 0 0,0 0 1 0 0,0 0 0 0 0,-1 0 0 0 0,-1-1-1 0 0,0 0 1 0 0,0 0 0 0 0,-1-1 0 0 0,-12 13-1 0 0</inkml:trace>
</inkml:ink>
</file>

<file path=ppt/ink/ink2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2:39.356"/>
    </inkml:context>
    <inkml:brush xml:id="br0">
      <inkml:brushProperty name="width" value="0.1" units="cm"/>
      <inkml:brushProperty name="height" value="0.1" units="cm"/>
      <inkml:brushProperty name="color" value="#FFFFFF"/>
    </inkml:brush>
  </inkml:definitions>
  <inkml:trace contextRef="#ctx0" brushRef="#br0">1 36 6415 0 0,'17'5'576'0'0,"-11"-5"-464"0"0,2-3-112 0 0,1 5 0 0 0,3-1 656 0 0,2-4 112 0 0,2-1 16 0 0,0 0 8 0 0,1 0-528 0 0,1-2-104 0 0,3-1-16 0 0,-2 1-2968 0 0,0-1-600 0 0</inkml:trace>
</inkml:ink>
</file>

<file path=ppt/ink/ink2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2:39.669"/>
    </inkml:context>
    <inkml:brush xml:id="br0">
      <inkml:brushProperty name="width" value="0.1" units="cm"/>
      <inkml:brushProperty name="height" value="0.1" units="cm"/>
      <inkml:brushProperty name="color" value="#FFFFFF"/>
    </inkml:brush>
  </inkml:definitions>
  <inkml:trace contextRef="#ctx0" brushRef="#br0">405 0 4287 0 0,'0'2'1875'0'0,"-2"2"-1536"0"0,0 1 0 0 0,0 0 0 0 0,0-1 0 0 0,-1 0 0 0 0,1 0 0 0 0,-1 0 0 0 0,0 0 0 0 0,-5 5 0 0 0,-33 29 1403 0 0,22-20-1154 0 0,-24 22 431 0 0,-157 139 322 0 0,148-137-5150 0 0,30-24-518 0 0</inkml:trace>
</inkml:ink>
</file>

<file path=ppt/ink/ink2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2:40.578"/>
    </inkml:context>
    <inkml:brush xml:id="br0">
      <inkml:brushProperty name="width" value="0.1" units="cm"/>
      <inkml:brushProperty name="height" value="0.1" units="cm"/>
      <inkml:brushProperty name="color" value="#FFFFFF"/>
    </inkml:brush>
  </inkml:definitions>
  <inkml:trace contextRef="#ctx0" brushRef="#br0">543 1 2591 0 0,'4'9'1296'0'0,"-6"-1"-1026"0"0,0-1 0 0 0,0 1 0 0 0,-1-1-1 0 0,0 0 1 0 0,0 0 0 0 0,0 0-1 0 0,-8 9 1 0 0,-34 44 1529 0 0,43-57-1761 0 0,-13 13 284 0 0,0 0-1 0 0,-25 18 1 0 0,29-25-178 0 0,-20 18 230 0 0,-1-2-1 0 0,-70 41 0 0 0,90-60-305 0 0,0-1 0 0 0,0 0-1 0 0,0-1 1 0 0,-1 0-1 0 0,-17 2 1 0 0,23-5-50 0 0,0 0 1 0 0,-1 0-1 0 0,1-1 1 0 0,-1 0-1 0 0,1-1 0 0 0,0 1 1 0 0,-1-1-1 0 0,1-1 1 0 0,0 1-1 0 0,-13-6 0 0 0,18 6-11 0 0,1 0 0 0 0,-1 1 0 0 0,0-1 0 0 0,1 0 0 0 0,-1-1 0 0 0,1 1-1 0 0,-1 0 1 0 0,1 0 0 0 0,-1-1 0 0 0,1 1 0 0 0,0 0 0 0 0,0-1 0 0 0,0 0 0 0 0,0 1-1 0 0,0-1 1 0 0,0 1 0 0 0,0-1 0 0 0,0 0 0 0 0,1 0 0 0 0,-1 0 0 0 0,0 1 0 0 0,1-1-1 0 0,0 0 1 0 0,-1 0 0 0 0,1 0 0 0 0,0 0 0 0 0,0 0 0 0 0,0 0 0 0 0,0 0 0 0 0,1 1-1 0 0,0-4 1 0 0,-1 3 2 0 0,1-1-1 0 0,0 1 1 0 0,0 0-1 0 0,-1 0 1 0 0,1 0-1 0 0,1 0 1 0 0,-1 0-1 0 0,0 0 0 0 0,0 0 1 0 0,1 0-1 0 0,-1 0 1 0 0,1 1-1 0 0,0-1 1 0 0,0 0-1 0 0,-1 1 1 0 0,1 0-1 0 0,0-1 1 0 0,0 1-1 0 0,0 0 1 0 0,0 0-1 0 0,0 0 0 0 0,1 0 1 0 0,-1 1-1 0 0,0-1 1 0 0,4 0-1 0 0,-5 0-7 0 0,1 1-1 0 0,0 0 0 0 0,0-1 0 0 0,-1 1 1 0 0,1 0-1 0 0,0 0 0 0 0,0 0 0 0 0,0 0 1 0 0,-1 1-1 0 0,1-1 0 0 0,0 0 0 0 0,0 1 1 0 0,-1-1-1 0 0,1 1 0 0 0,0 0 0 0 0,-1 0 1 0 0,1-1-1 0 0,-1 1 0 0 0,1 0 0 0 0,-1 0 1 0 0,1 0-1 0 0,-1 1 0 0 0,0-1 0 0 0,1 0 1 0 0,-1 0-1 0 0,0 1 0 0 0,0-1 0 0 0,0 1 1 0 0,0-1-1 0 0,0 1 0 0 0,0-1 0 0 0,-1 1 1 0 0,1 0-1 0 0,0-1 0 0 0,-1 1 0 0 0,1 0 1 0 0,-1-1-1 0 0,0 1 0 0 0,1 0 0 0 0,-1 0 1 0 0,0 3-1 0 0,-1 0 42 0 0,1 1 0 0 0,-1-1 1 0 0,0 1-1 0 0,-1-1 0 0 0,1 0 0 0 0,-1 0 1 0 0,0 1-1 0 0,-1-1 0 0 0,1-1 0 0 0,-1 1 0 0 0,0 0 1 0 0,0 0-1 0 0,-7 7 0 0 0,2-2-703 0 0,-2-1-1 0 0,1 0 1 0 0,-1-1-1 0 0,-19 13 1 0 0,18-14-2970 0 0</inkml:trace>
</inkml:ink>
</file>

<file path=ppt/ink/ink2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2:40.827"/>
    </inkml:context>
    <inkml:brush xml:id="br0">
      <inkml:brushProperty name="width" value="0.1" units="cm"/>
      <inkml:brushProperty name="height" value="0.1" units="cm"/>
      <inkml:brushProperty name="color" value="#FFFFFF"/>
    </inkml:brush>
  </inkml:definitions>
  <inkml:trace contextRef="#ctx0" brushRef="#br0">1 147 3655 0 0,'1'-1'278'0'0,"13"-6"221"0"0,0-2 1 0 0,-1 1-1 0 0,-1-2 1 0 0,16-13-1 0 0,-26 22-345 0 0,0-1 1 0 0,0 0-1 0 0,0 0 1 0 0,0 0-1 0 0,0-1 1 0 0,-1 1-1 0 0,1 0 0 0 0,-1-1 1 0 0,1 1-1 0 0,-1-1 1 0 0,0 1-1 0 0,1-4 0 0 0,-2 5-35 0 0,0-1 0 0 0,0 1 0 0 0,0 0 0 0 0,0-1 0 0 0,0 1 0 0 0,0-1-1 0 0,0 1 1 0 0,-1 0 0 0 0,1-1 0 0 0,0 1 0 0 0,-1 0 0 0 0,1-1-1 0 0,-1 1 1 0 0,0 0 0 0 0,1 0 0 0 0,-1 0 0 0 0,0-1 0 0 0,0 1-1 0 0,1 0 1 0 0,-1 0 0 0 0,0 0 0 0 0,0 0 0 0 0,0 0 0 0 0,-1 0-1 0 0,-1-1 1 0 0,-2-1 175 0 0,0 0-1 0 0,0 0 1 0 0,0 1-1 0 0,0 0 0 0 0,0 0 1 0 0,-1 0-1 0 0,1 0 1 0 0,-1 1-1 0 0,1 0 1 0 0,-1 0-1 0 0,0 0 1 0 0,-5 1-1 0 0,9 0 46 0 0,1 27-5707 0 0</inkml:trace>
</inkml:ink>
</file>

<file path=ppt/ink/ink2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2:41.155"/>
    </inkml:context>
    <inkml:brush xml:id="br0">
      <inkml:brushProperty name="width" value="0.1" units="cm"/>
      <inkml:brushProperty name="height" value="0.1" units="cm"/>
      <inkml:brushProperty name="color" value="#FFFFFF"/>
    </inkml:brush>
  </inkml:definitions>
  <inkml:trace contextRef="#ctx0" brushRef="#br0">489 0 5327 0 0,'0'1'410'0'0,"-2"3"-205"0"0,0 1 1 0 0,0-1 0 0 0,-1-1-1 0 0,1 1 1 0 0,-1 0-1 0 0,0 0 1 0 0,0-1 0 0 0,0 0-1 0 0,0 0 1 0 0,-1 0-1 0 0,-6 5 1 0 0,-1-1 362 0 0,-1-1 0 0 0,-19 8 1 0 0,14-6-237 0 0,-10 2 238 0 0,-1-1 1 0 0,0-1 0 0 0,0-1-1 0 0,-1-2 1 0 0,0-1 0 0 0,0-1-1 0 0,-36-1 1 0 0,56-2-510 0 0,0 0 0 0 0,1 0 0 0 0,-1-1 0 0 0,0 0 0 0 0,0 0 0 0 0,1-1-1 0 0,-1-1 1 0 0,1 1 0 0 0,-13-7 0 0 0,20 9-245 0 0,0-1-1 0 0,0 0 1 0 0,-1 0-1 0 0,1 0 1 0 0,0 0-1 0 0,0 0 1 0 0,0 0 0 0 0,1 0-1 0 0,-1-1 1 0 0,0 1-1 0 0,0 0 1 0 0,1 0-1 0 0,-1-1 1 0 0,0 1-1 0 0,1 0 1 0 0,0-1-1 0 0,-1 1 1 0 0,1 0 0 0 0,0-1-1 0 0,-1 1 1 0 0,1-1-1 0 0,0-1 1 0 0</inkml:trace>
</inkml:ink>
</file>

<file path=ppt/ink/ink3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2:41.297"/>
    </inkml:context>
    <inkml:brush xml:id="br0">
      <inkml:brushProperty name="width" value="0.1" units="cm"/>
      <inkml:brushProperty name="height" value="0.1" units="cm"/>
      <inkml:brushProperty name="color" value="#FFFFFF"/>
    </inkml:brush>
  </inkml:definitions>
  <inkml:trace contextRef="#ctx0" brushRef="#br0">1 27 3655 0 0,'0'0'384'0'0,"9"-1"-384"0"0,1-1 0 0 0,4 1 1072 0 0,2 0 200 0 0,2-4 40 0 0,3 1 0 0 0,4 1-664 0 0,2 0-136 0 0,3-2-24 0 0,1 4-3264 0 0,-1 2-648 0 0</inkml:trace>
</inkml:ink>
</file>

<file path=ppt/ink/ink3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2:53.056"/>
    </inkml:context>
    <inkml:brush xml:id="br0">
      <inkml:brushProperty name="width" value="0.1" units="cm"/>
      <inkml:brushProperty name="height" value="0.1" units="cm"/>
      <inkml:brushProperty name="color" value="#FFFFFF"/>
    </inkml:brush>
  </inkml:definitions>
  <inkml:trace contextRef="#ctx0" brushRef="#br0">296 30 3655 0 0,'0'0'278'0'0,"-2"-12"2695"0"0,-2 9-2659 0 0,-1 1-1 0 0,0 0 1 0 0,0 0 0 0 0,0 0 0 0 0,0 0-1 0 0,0 1 1 0 0,0 0 0 0 0,-1 0 0 0 0,-5 0-1 0 0,-52 0 1412 0 0,36 2-919 0 0,-49 3 785 0 0,66-3-1388 0 0,1 1 0 0 0,-1 0 0 0 0,0 1-1 0 0,0 0 1 0 0,-12 6 0 0 0,21-9-74 0 0,4 13 341 0 0,5-8-434 0 0,0-1 1 0 0,0 0-1 0 0,1 0 1 0 0,-1 0-1 0 0,1-1 1 0 0,0 0-1 0 0,0-1 1 0 0,15 3-1 0 0,10 2 1 0 0,-12-1 0 0 0,-1 2 0 0 0,1 0 0 0 0,-2 1 0 0 0,1 1 0 0 0,34 23 1 0 0,-45-27-24 0 0,-1 1 1 0 0,-1 0 0 0 0,1 1 0 0 0,-1 0-1 0 0,0 0 1 0 0,-1 1 0 0 0,0-1 0 0 0,0 2-1 0 0,-1-1 1 0 0,0 1 0 0 0,-1 0 0 0 0,0 0-1 0 0,6 19 1 0 0,-10-26 31 0 0,0 1-1 0 0,-1-1 0 0 0,1 0 1 0 0,-1 1-1 0 0,0-1 0 0 0,0 0 1 0 0,0 1-1 0 0,0-1 0 0 0,0 0 1 0 0,-1 1-1 0 0,0-1 0 0 0,1 0 1 0 0,-1 0-1 0 0,-1 1 1 0 0,1-1-1 0 0,0 0 0 0 0,-1 0 1 0 0,1 0-1 0 0,-1 0 0 0 0,0-1 1 0 0,0 1-1 0 0,0 0 0 0 0,0-1 1 0 0,-1 1-1 0 0,1-1 0 0 0,-1 0 1 0 0,1 0-1 0 0,-1 0 1 0 0,0 0-1 0 0,-4 2 0 0 0,-1 0 81 0 0,0 0 1 0 0,0-1-1 0 0,0 0 0 0 0,0 0 0 0 0,0-1 0 0 0,-1 0 0 0 0,1-1 1 0 0,-1 0-1 0 0,1 0 0 0 0,-1 0 0 0 0,-9-2 0 0 0,-1 0-12 0 0,-1-2 0 0 0,0 0 0 0 0,1-1 0 0 0,-19-7 0 0 0,29 8-69 0 0,0 0-1 0 0,0-1 1 0 0,1-1-1 0 0,-1 1 0 0 0,1-1 1 0 0,0-1-1 0 0,1 1 1 0 0,-1-1-1 0 0,1-1 0 0 0,-9-10 1 0 0,14 16-24 0 0,1-1 1 0 0,0 0 0 0 0,0 0-1 0 0,-1 0 1 0 0,1 0 0 0 0,1 0-1 0 0,-1 0 1 0 0,0 0 0 0 0,-1-4-1 0 0,3-7-1607 0 0</inkml:trace>
</inkml:ink>
</file>

<file path=ppt/ink/ink3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2:53.633"/>
    </inkml:context>
    <inkml:brush xml:id="br0">
      <inkml:brushProperty name="width" value="0.1" units="cm"/>
      <inkml:brushProperty name="height" value="0.1" units="cm"/>
      <inkml:brushProperty name="color" value="#FFFFFF"/>
    </inkml:brush>
  </inkml:definitions>
  <inkml:trace contextRef="#ctx0" brushRef="#br0">0 5 3079 0 0,'18'-2'368'0'0,"-17"2"-208"0"0,0-1-1 0 0,0 1 1 0 0,0 0 0 0 0,0-1 0 0 0,1 1-1 0 0,-1 0 1 0 0,0 0 0 0 0,0 0 0 0 0,0 0-1 0 0,0 0 1 0 0,0 0 0 0 0,1 0 0 0 0,-1 0-1 0 0,0 1 1 0 0,0-1 0 0 0,0 0 0 0 0,0 1-1 0 0,0-1 1 0 0,0 1 0 0 0,0-1 0 0 0,0 1-1 0 0,0-1 1 0 0,0 1 0 0 0,0 0 0 0 0,0-1-1 0 0,0 1 1 0 0,0 0 0 0 0,-1 0 0 0 0,1 0-1 0 0,0 0 1 0 0,-1-1 0 0 0,1 1 0 0 0,0 0-1 0 0,0 2 1 0 0,2 3 332 0 0,0 0 1 0 0,-1 1-1 0 0,1-1 0 0 0,-1 1 1 0 0,-1 0-1 0 0,3 12 1 0 0,0 45 1159 0 0,-3-34-806 0 0,2 58 612 0 0,2 33-396 0 0,-5-117-973 0 0,0 0 0 0 0,1 0-1 0 0,0 0 1 0 0,0 0-1 0 0,0 0 1 0 0,0 0 0 0 0,1-1-1 0 0,3 7 1 0 0,-5-9-134 0 0,1 0 0 0 0,-1-1-1 0 0,1 1 1 0 0,0 0 0 0 0,-1-1 0 0 0,1 1 0 0 0,0 0-1 0 0,0-1 1 0 0,-1 1 0 0 0,1-1 0 0 0,0 1-1 0 0,0-1 1 0 0,0 1 0 0 0,0-1 0 0 0,0 0 0 0 0,1 1-1 0 0,-1-1-272 0 0,0 0-1 0 0,1 0 0 0 0,-1 0 0 0 0,0 0 1 0 0,0 0-1 0 0,1-1 0 0 0,-1 1 0 0 0,0 0 1 0 0,0-1-1 0 0,1 1 0 0 0,-1-1 1 0 0,0 1-1 0 0,0-1 0 0 0,0 1 0 0 0,2-2 1 0 0</inkml:trace>
</inkml:ink>
</file>

<file path=ppt/ink/ink3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2:53.930"/>
    </inkml:context>
    <inkml:brush xml:id="br0">
      <inkml:brushProperty name="width" value="0.1" units="cm"/>
      <inkml:brushProperty name="height" value="0.1" units="cm"/>
      <inkml:brushProperty name="color" value="#FFFFFF"/>
    </inkml:brush>
  </inkml:definitions>
  <inkml:trace contextRef="#ctx0" brushRef="#br0">1 30 5959 0 0,'9'-9'5150'0'0,"6"5"-4470"0"0,-1 1 1 0 0,1 0 0 0 0,0 1 0 0 0,20 0 0 0 0,-5 0-316 0 0,125-2 419 0 0,-90 8-5148 0 0,-43-2-487 0 0</inkml:trace>
</inkml:ink>
</file>

<file path=ppt/ink/ink3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2:54.841"/>
    </inkml:context>
    <inkml:brush xml:id="br0">
      <inkml:brushProperty name="width" value="0.1" units="cm"/>
      <inkml:brushProperty name="height" value="0.1" units="cm"/>
      <inkml:brushProperty name="color" value="#FFFFFF"/>
    </inkml:brush>
  </inkml:definitions>
  <inkml:trace contextRef="#ctx0" brushRef="#br0">1 552 2879 0 0,'0'0'2802'0'0,"8"-19"2868"0"0,-1 1-4694 0 0,-1 0 0 0 0,-1 0 1 0 0,-1 0-1 0 0,3-26 0 0 0,4-20-266 0 0,8-18-268 0 0,24-93 240 0 0,-42 172-673 0 0,0 0 0 0 0,0 0 0 0 0,0 0-1 0 0,0 1 1 0 0,0-1 0 0 0,1 0 0 0 0,-1 1 0 0 0,1-1 0 0 0,0 1 0 0 0,-1 0 0 0 0,4-3 0 0 0,-4 5-9 0 0,1 1 1 0 0,-1 0 0 0 0,0 0-1 0 0,0 0 1 0 0,1-1 0 0 0,-1 1-1 0 0,0 1 1 0 0,0-1 0 0 0,0 0 0 0 0,0 0-1 0 0,0 0 1 0 0,0 0 0 0 0,1 3-1 0 0,-1-2 1 0 0,18 23 150 0 0,-2 0 0 0 0,-1 1 0 0 0,26 54 0 0 0,-27-42-321 0 0,-2 0 0 0 0,14 68 0 0 0,-25-105 335 0 0,2-5-42 0 0,5-13 42 0 0,7-23 160 0 0,5-28-170 0 0,3 1 0 0 0,33-65-1 0 0,-44 106-125 0 0,-8 13-17 0 0,2 0 0 0 0,13-21-1 0 0,-19 34-11 0 0,-1 0 1 0 0,0-1-1 0 0,0 1 0 0 0,0 0 0 0 0,1-1 1 0 0,-1 1-1 0 0,0 0 0 0 0,0 0 0 0 0,0 0 1 0 0,1-1-1 0 0,-1 1 0 0 0,0 0 0 0 0,0 0 0 0 0,1 0 1 0 0,-1-1-1 0 0,0 1 0 0 0,1 0 0 0 0,-1 0 1 0 0,0 0-1 0 0,1 0 0 0 0,-1 0 0 0 0,0 0 1 0 0,1 0-1 0 0,-1 0 0 0 0,0 0 0 0 0,0 0 0 0 0,1 0 1 0 0,-1 0-1 0 0,0 0 0 0 0,1 0 0 0 0,-1 0 1 0 0,0 0-1 0 0,1 0 0 0 0,7 11-13 0 0,3 22-35 0 0,-9-26 37 0 0,30 84 11 0 0,-1-3 0 0 0,-21-55 98 0 0,9 59-1 0 0,-17-74-62 0 0,0-1 0 0 0,-2 1-1 0 0,0 0 1 0 0,-1-1-1 0 0,-4 23 1 0 0,2-28-311 0 0,-2 12 695 0 0,5-9-5995 0 0</inkml:trace>
</inkml:ink>
</file>

<file path=ppt/ink/ink3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2:55.919"/>
    </inkml:context>
    <inkml:brush xml:id="br0">
      <inkml:brushProperty name="width" value="0.1" units="cm"/>
      <inkml:brushProperty name="height" value="0.1" units="cm"/>
      <inkml:brushProperty name="color" value="#FFFFFF"/>
    </inkml:brush>
  </inkml:definitions>
  <inkml:trace contextRef="#ctx0" brushRef="#br0">39 154 2847 0 0,'-14'-8'754'0'0,"12"8"-558"0"0,1-1-1 0 0,-1 0 1 0 0,0-1 0 0 0,1 1 0 0 0,-1 0-1 0 0,1 0 1 0 0,0-1 0 0 0,-1 1 0 0 0,1 0 0 0 0,0-1-1 0 0,0 0 1 0 0,0 1 0 0 0,0-1 0 0 0,0 0-1 0 0,0 1 1 0 0,0-1 0 0 0,0 0 0 0 0,1 0 0 0 0,-1 0-1 0 0,1 0 1 0 0,0 1 0 0 0,-1-1 0 0 0,1-3-1 0 0,0 3-59 0 0,1-1 0 0 0,-1 1-1 0 0,1-1 1 0 0,0 1-1 0 0,0 0 1 0 0,0 0-1 0 0,0-1 1 0 0,0 1-1 0 0,0 0 1 0 0,1 0 0 0 0,-1 0-1 0 0,1 0 1 0 0,-1 0-1 0 0,1 0 1 0 0,0 1-1 0 0,-1-1 1 0 0,5-2-1 0 0,8-7 107 0 0,1 1 0 0 0,0 1 0 0 0,29-14 0 0 0,-39 20-165 0 0,1 1 0 0 0,0 0 0 0 0,0 0 0 0 0,-1 1 0 0 0,1 0 0 0 0,0 0 1 0 0,0 0-1 0 0,0 0 0 0 0,0 1 0 0 0,1 0 0 0 0,-1 1 0 0 0,0-1 0 0 0,0 1 0 0 0,10 3 0 0 0,-14-4-33 0 0,-1 1-1 0 0,1-1 0 0 0,-1 1 1 0 0,0-1-1 0 0,1 1 0 0 0,-1 0 1 0 0,0 0-1 0 0,0-1 0 0 0,0 1 1 0 0,1 0-1 0 0,-1 0 0 0 0,0 0 1 0 0,0 0-1 0 0,0 0 0 0 0,0 1 1 0 0,-1-1-1 0 0,1 0 0 0 0,0 0 1 0 0,0 0-1 0 0,-1 1 0 0 0,2 2 1 0 0,-2-2-1 0 0,0 0 1 0 0,0 0-1 0 0,0 0 1 0 0,0 0-1 0 0,0 0 1 0 0,0 0-1 0 0,-1 0 1 0 0,1 0-1 0 0,0 0 1 0 0,-1 0 0 0 0,0 0-1 0 0,0-1 1 0 0,1 1-1 0 0,-2 2 1 0 0,-2 2 30 0 0,0 0 0 0 0,0-1 0 0 0,0 1 0 0 0,-1-1-1 0 0,1 0 1 0 0,-1 0 0 0 0,-1-1 0 0 0,-6 6 0 0 0,9-8-53 0 0,-25 17 300 0 0,26-17-284 0 0,0-1 0 0 0,0 1 0 0 0,0 0 0 0 0,0 0 0 0 0,0 0 0 0 0,1 0 0 0 0,-1 0 0 0 0,0 0 0 0 0,-1 5 0 0 0,3-6-26 0 0,0 0 0 0 0,-1 0 0 0 0,1-1 0 0 0,1 1 0 0 0,-1 0 0 0 0,0 0 0 0 0,0-1 0 0 0,0 1 0 0 0,0 0 0 0 0,0 0 0 0 0,1-1 0 0 0,-1 1 0 0 0,0 0 0 0 0,1-1 0 0 0,-1 1 0 0 0,0 0 0 0 0,1-1-1 0 0,-1 1 1 0 0,1 0 0 0 0,-1-1 0 0 0,1 1 0 0 0,-1-1 0 0 0,1 1 0 0 0,0-1 0 0 0,-1 1 0 0 0,1-1 0 0 0,-1 0 0 0 0,2 1 0 0 0,24 12 151 0 0,-19-10-159 0 0,8 3 43 0 0,-1 2 0 0 0,0 0 0 0 0,0 0 0 0 0,21 18 1 0 0,-32-23-39 0 0,0-1 0 0 0,0 1 0 0 0,-1 0 1 0 0,1 0-1 0 0,0 0 0 0 0,-1 1 0 0 0,0-1 1 0 0,0 0-1 0 0,0 1 0 0 0,0 0 0 0 0,-1-1 1 0 0,0 1-1 0 0,1 0 0 0 0,-1 0 0 0 0,0 0 1 0 0,-1 0-1 0 0,1 0 0 0 0,-1-1 0 0 0,0 1 1 0 0,0 0-1 0 0,0 0 0 0 0,0 0 0 0 0,-1 0 1 0 0,1 0-1 0 0,-2 5 0 0 0,0-6 27 0 0,1 1 0 0 0,-1 0 0 0 0,0-1 0 0 0,0 1 0 0 0,0-1 0 0 0,0 1 0 0 0,0-1 0 0 0,-1 0 0 0 0,0 0 0 0 0,0 0 0 0 0,0 0 0 0 0,0-1 0 0 0,0 1 0 0 0,0-1 0 0 0,-1 0 0 0 0,1 0 0 0 0,-1 0 0 0 0,1 0 0 0 0,-1 0 0 0 0,-7 1 0 0 0,-6 2 189 0 0,0-1 1 0 0,-1-1-1 0 0,-25 2 0 0 0,39-5-209 0 0,-1 0 117 0 0,-1 1 1 0 0,1-1-1 0 0,0-1 1 0 0,-1 1-1 0 0,1-1 1 0 0,0 0-1 0 0,-10-2 1 0 0,14 2-183 0 0,-1 0 0 0 0,1 1 0 0 0,-1-1 0 0 0,1 0 1 0 0,0 0-1 0 0,-1 0 0 0 0,1 0 0 0 0,0 0 0 0 0,0 0 1 0 0,0 0-1 0 0,0 0 0 0 0,-2-3 0 0 0,2 3-243 0 0,1 0 0 0 0,-1 0-1 0 0,1-1 1 0 0,-1 1 0 0 0,1 0 0 0 0,-1-1-1 0 0,1 1 1 0 0,0-1 0 0 0,0 1 0 0 0,0 0-1 0 0,0-1 1 0 0,0 1 0 0 0,0-1-1 0 0,0 1 1 0 0,0 0 0 0 0,1-3 0 0 0</inkml:trace>
</inkml:ink>
</file>

<file path=ppt/ink/ink3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2:56.573"/>
    </inkml:context>
    <inkml:brush xml:id="br0">
      <inkml:brushProperty name="width" value="0.1" units="cm"/>
      <inkml:brushProperty name="height" value="0.1" units="cm"/>
      <inkml:brushProperty name="color" value="#FFFFFF"/>
    </inkml:brush>
  </inkml:definitions>
  <inkml:trace contextRef="#ctx0" brushRef="#br0">52 119 4831 0 0,'0'0'375'0'0,"-15"-5"902"0"0,11 4-841 0 0,1-1 0 0 0,0 0-1 0 0,0 0 1 0 0,0 0 0 0 0,0 0 0 0 0,0 0-1 0 0,0-1 1 0 0,-2-2 0 0 0,4 4-351 0 0,0 0 1 0 0,1 0 0 0 0,-1 0 0 0 0,1 0 0 0 0,-1 0 0 0 0,1 0-1 0 0,-1 0 1 0 0,1 0 0 0 0,-1 0 0 0 0,1 0 0 0 0,0 0 0 0 0,0 0-1 0 0,0 0 1 0 0,0 0 0 0 0,0 0 0 0 0,0 0 0 0 0,0 0 0 0 0,0 0-1 0 0,0-1 1 0 0,0 1 0 0 0,0 0 0 0 0,1 0 0 0 0,-1 0 0 0 0,0 0-1 0 0,1 0 1 0 0,-1 0 0 0 0,1 0 0 0 0,-1 0 0 0 0,1 0 0 0 0,-1 1-1 0 0,2-3 1 0 0,3-2 29 0 0,0 0 0 0 0,1 0 0 0 0,-1 0 0 0 0,1 0 0 0 0,0 1 0 0 0,0 0-1 0 0,1 0 1 0 0,-1 1 0 0 0,1 0 0 0 0,0 0 0 0 0,0 1 0 0 0,0-1 0 0 0,0 1 0 0 0,9-1-1 0 0,-11 2-113 0 0,0 0 0 0 0,-1 1 0 0 0,1-1-1 0 0,0 1 1 0 0,0 0 0 0 0,-1 1 0 0 0,1-1-1 0 0,0 1 1 0 0,-1 0 0 0 0,1 0-1 0 0,0 0 1 0 0,-1 0 0 0 0,1 1 0 0 0,-1 0-1 0 0,0 0 1 0 0,1 0 0 0 0,-1 1 0 0 0,0-1-1 0 0,0 1 1 0 0,-1 0 0 0 0,1 0 0 0 0,6 7-1 0 0,-8-6 10 0 0,0-1 0 0 0,0 1 0 0 0,-1-1 0 0 0,1 1 0 0 0,-1 0 0 0 0,0 0 0 0 0,0 0 0 0 0,0-1 0 0 0,-1 1 0 0 0,1 0 0 0 0,-1 0 0 0 0,0 0 0 0 0,0 0 0 0 0,-1 0 0 0 0,1 0 0 0 0,-1 0-1 0 0,1 0 1 0 0,-1 0 0 0 0,-3 7 0 0 0,-2 4 126 0 0,0 0-1 0 0,-1 0 0 0 0,-12 20 0 0 0,5-15 115 0 0,-1 0 1 0 0,-2 0-1 0 0,0-2 0 0 0,-33 28 0 0 0,28-25 306 0 0,9-12-217 0 0,11-8-262 0 0,0 1 1 0 0,0 0-1 0 0,0-1 1 0 0,0 1-1 0 0,0 0 1 0 0,-3 3-1 0 0,7-4-27 0 0,0-1 0 0 0,0 1 0 0 0,-1-1-1 0 0,1 1 1 0 0,0-1 0 0 0,0 0 0 0 0,0 0-1 0 0,2 0 1 0 0,38-4 122 0 0,1 1-1 0 0,0 3 0 0 0,77 8 1 0 0,-95-4 394 0 0,-17-2-1894 0 0</inkml:trace>
</inkml:ink>
</file>

<file path=ppt/ink/ink3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2:57.509"/>
    </inkml:context>
    <inkml:brush xml:id="br0">
      <inkml:brushProperty name="width" value="0.1" units="cm"/>
      <inkml:brushProperty name="height" value="0.1" units="cm"/>
      <inkml:brushProperty name="color" value="#FFFFFF"/>
    </inkml:brush>
  </inkml:definitions>
  <inkml:trace contextRef="#ctx0" brushRef="#br0">261 1 4663 0 0,'0'0'3376'0'0,"-16"6"-972"0"0,12-4-2121 0 0,-1 0-1 0 0,0 0 0 0 0,0 0 1 0 0,0-1-1 0 0,0 1 0 0 0,0-1 1 0 0,-7 0-1 0 0,-39 2 1011 0 0,33-3-1065 0 0,-72-4 830 0 0,54 2-612 0 0,36 2-432 0 0,0 0-1 0 0,0 0 0 0 0,0 0 0 0 0,0 0 1 0 0,0 0-1 0 0,-1 0 0 0 0,1 0 1 0 0,0 0-1 0 0,0 0 0 0 0,0 0 1 0 0,0 0-1 0 0,0 0 0 0 0,-1 0 0 0 0,1 0 1 0 0,0 0-1 0 0,0 0 0 0 0,0 0 1 0 0,0 0-1 0 0,0 0 0 0 0,-1 1 1 0 0,1-1-1 0 0,0 0 0 0 0,0 0 0 0 0,0 0 1 0 0,0 0-1 0 0,0 0 0 0 0,0 0 1 0 0,0 1-1 0 0,0-1 0 0 0,0 0 1 0 0,0 0-1 0 0,-1 0 0 0 0,1 0 1 0 0,0 0-1 0 0,0 1 0 0 0,0-1 0 0 0,0 0 1 0 0,2 9 198 0 0,5 9-50 0 0,-6-17-106 0 0,46 87 1011 0 0,-22-43-710 0 0,-20-34-256 0 0,0 0-1 0 0,-2 0 1 0 0,1 0-1 0 0,-1 1 1 0 0,-1-1-1 0 0,0 1 1 0 0,-1-1-1 0 0,0 1 1 0 0,0 0 0 0 0,-1 0-1 0 0,-1-1 1 0 0,0 1-1 0 0,-1 0 1 0 0,-3 12-1 0 0,-6-3 331 0 0,12-28-310 0 0</inkml:trace>
</inkml:ink>
</file>

<file path=ppt/ink/ink3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2:57.701"/>
    </inkml:context>
    <inkml:brush xml:id="br0">
      <inkml:brushProperty name="width" value="0.1" units="cm"/>
      <inkml:brushProperty name="height" value="0.1" units="cm"/>
      <inkml:brushProperty name="color" value="#FFFFFF"/>
    </inkml:brush>
  </inkml:definitions>
  <inkml:trace contextRef="#ctx0" brushRef="#br0">0 4 6647 0 0,'0'0'592'0'0,"4"0"-472"0"0,2-2-120 0 0,2 2 0 0 0,1 0 1120 0 0,-1 0 192 0 0,0-1 48 0 0,1 1 8 0 0,2 1-712 0 0,-1-1-144 0 0,1 0-24 0 0,1 0-8 0 0,0 1-392 0 0,5 0-88 0 0,1 0 0 0 0,-1 0-3936 0 0,-1 0-784 0 0</inkml:trace>
</inkml:ink>
</file>

<file path=ppt/ink/ink3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2:58.325"/>
    </inkml:context>
    <inkml:brush xml:id="br0">
      <inkml:brushProperty name="width" value="0.1" units="cm"/>
      <inkml:brushProperty name="height" value="0.1" units="cm"/>
      <inkml:brushProperty name="color" value="#FFFFFF"/>
    </inkml:brush>
  </inkml:definitions>
  <inkml:trace contextRef="#ctx0" brushRef="#br0">137 316 4055 0 0,'0'0'312'0'0,"-17"8"1324"0"0,13-7-1199 0 0,0-1-1 0 0,0 1 0 0 0,1-1 0 0 0,-1 0 0 0 0,0 0 0 0 0,0 0 0 0 0,0-1 0 0 0,0 1 0 0 0,0-1 0 0 0,0 0 0 0 0,1 0 1 0 0,-1-1-1 0 0,0 1 0 0 0,1-1 0 0 0,-1 1 0 0 0,-4-4 0 0 0,5 2-272 0 0,-1 0-1 0 0,1 0 1 0 0,0 0 0 0 0,-1 0-1 0 0,1-1 1 0 0,1 1-1 0 0,-1-1 1 0 0,1 0 0 0 0,-1 0-1 0 0,1 0 1 0 0,0 0-1 0 0,0 0 1 0 0,1 0 0 0 0,-2-5-1 0 0,0-1-26 0 0,1 1-1 0 0,0-1 0 0 0,1 0 1 0 0,0 0-1 0 0,0 1 0 0 0,1-1 1 0 0,0 0-1 0 0,1 0 0 0 0,3-16 1 0 0,-2 19-91 0 0,0-1-1 0 0,1 0 1 0 0,0 1 0 0 0,0 0 0 0 0,1 0 0 0 0,0 0 0 0 0,0 0 0 0 0,0 0 0 0 0,1 1 0 0 0,0 0-1 0 0,1 0 1 0 0,8-7 0 0 0,-9 8-44 0 0,1 1 0 0 0,0-1 0 0 0,0 2 0 0 0,0-1-1 0 0,0 1 1 0 0,1 0 0 0 0,0 0 0 0 0,-1 0 0 0 0,1 1 0 0 0,0 0-1 0 0,0 1 1 0 0,0 0 0 0 0,0 0 0 0 0,12 0 0 0 0,-16 1 2 0 0,1 0 0 0 0,0 0 0 0 0,-1 1 1 0 0,1-1-1 0 0,-1 1 0 0 0,1 0 0 0 0,-1 0 0 0 0,0 1 0 0 0,1-1 1 0 0,-1 0-1 0 0,0 1 0 0 0,0 0 0 0 0,0 0 0 0 0,0 0 1 0 0,0 0-1 0 0,-1 1 0 0 0,1-1 0 0 0,0 1 0 0 0,-1-1 1 0 0,0 1-1 0 0,0 0 0 0 0,0 0 0 0 0,0 0 0 0 0,0 0 0 0 0,0 0 1 0 0,-1 0-1 0 0,0 1 0 0 0,1-1 0 0 0,-1 0 0 0 0,1 7 1 0 0,-1-3 43 0 0,0-1 1 0 0,-1 1 0 0 0,1 0 0 0 0,-1-1 0 0 0,-1 1 0 0 0,1-1 0 0 0,-1 1 0 0 0,0-1 0 0 0,0 1-1 0 0,-1-1 1 0 0,0 0 0 0 0,-3 8 0 0 0,1-5-274 0 0,-1 0-1 0 0,-9 14 1 0 0,-16 13-4370 0 0</inkml:trace>
</inkml:ink>
</file>

<file path=ppt/ink/ink3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2:59.391"/>
    </inkml:context>
    <inkml:brush xml:id="br0">
      <inkml:brushProperty name="width" value="0.1" units="cm"/>
      <inkml:brushProperty name="height" value="0.1" units="cm"/>
      <inkml:brushProperty name="color" value="#FFFFFF"/>
    </inkml:brush>
  </inkml:definitions>
  <inkml:trace contextRef="#ctx0" brushRef="#br0">12 100 5351 0 0,'0'0'416'0'0,"-11"-9"1546"0"0,11 7-1723 0 0,0 0 0 0 0,0 1 0 0 0,0-1 0 0 0,0 0-1 0 0,0 0 1 0 0,1 0 0 0 0,-1 1 0 0 0,1-1 0 0 0,-1 0 0 0 0,1 0 0 0 0,-1 1 0 0 0,1-1 0 0 0,0 0 0 0 0,0 1 0 0 0,0-1 0 0 0,0 1 0 0 0,0-1 0 0 0,0 1 0 0 0,0-1 0 0 0,2-1 0 0 0,2-1-25 0 0,-1 0 1 0 0,0 0-1 0 0,1 0 1 0 0,0 1-1 0 0,6-4 1 0 0,-3 2-141 0 0,1 1 0 0 0,0 1-1 0 0,0-1 1 0 0,1 1 0 0 0,-1 1 0 0 0,1 0 0 0 0,-1 0-1 0 0,1 1 1 0 0,0 0 0 0 0,0 1 0 0 0,-1 0 0 0 0,1 1-1 0 0,0-1 1 0 0,0 2 0 0 0,-1 0 0 0 0,15 4 0 0 0,-22-6-61 0 0,-1 1 1 0 0,1 0 0 0 0,0-1 0 0 0,-1 1 0 0 0,1 0 0 0 0,-1 0 0 0 0,1 0 0 0 0,-1 0 0 0 0,1 0-1 0 0,-1 0 1 0 0,0 1 0 0 0,1-1 0 0 0,-1 0 0 0 0,0 1 0 0 0,0-1 0 0 0,0 0 0 0 0,0 1-1 0 0,0 0 1 0 0,-1-1 0 0 0,1 1 0 0 0,0-1 0 0 0,-1 1 0 0 0,1 0 0 0 0,-1 0 0 0 0,1-1-1 0 0,-1 1 1 0 0,0 3 0 0 0,0-2 6 0 0,-1 0 0 0 0,1 0 0 0 0,-1 0-1 0 0,0 0 1 0 0,0 0 0 0 0,0-1 0 0 0,0 1 0 0 0,-1 0-1 0 0,1-1 1 0 0,-1 1 0 0 0,1-1 0 0 0,-1 1 0 0 0,0-1-1 0 0,0 0 1 0 0,-4 4 0 0 0,-1 0 40 0 0,0-1 0 0 0,0 0 1 0 0,-1-1-1 0 0,1 0 0 0 0,-1 0 1 0 0,-14 5-1 0 0,-11 5 285 0 0,33-12-304 0 0,6-1 24 0 0,7 1 50 0 0,0-2-80 0 0,1 2 1 0 0,-1 0-1 0 0,23 7 1 0 0,-30-7-28 0 0,0 0 0 0 0,-1 0 0 0 0,1 0 1 0 0,-1 1-1 0 0,0 0 0 0 0,0 0 1 0 0,0 0-1 0 0,0 1 0 0 0,-1 0 1 0 0,1 0-1 0 0,3 5 0 0 0,-6-7 1 0 0,-1 0-1 0 0,1 0 0 0 0,-1 0 1 0 0,0 0-1 0 0,0 0 0 0 0,0 1 1 0 0,0-1-1 0 0,0 0 1 0 0,0 1-1 0 0,-1-1 0 0 0,1 0 1 0 0,-1 1-1 0 0,0-1 0 0 0,1 1 1 0 0,-1-1-1 0 0,0 1 1 0 0,-1-1-1 0 0,1 1 0 0 0,0-1 1 0 0,-1 1-1 0 0,1-1 0 0 0,-1 0 1 0 0,0 1-1 0 0,0-1 1 0 0,-1 3-1 0 0,0-2 6 0 0,1 0 1 0 0,-1 0-1 0 0,0 0 0 0 0,0-1 0 0 0,0 1 1 0 0,-1-1-1 0 0,1 1 0 0 0,-1-1 1 0 0,1 0-1 0 0,-1 0 0 0 0,0 0 0 0 0,1 0 1 0 0,-1-1-1 0 0,0 1 0 0 0,0-1 1 0 0,0 0-1 0 0,-1 0 0 0 0,-3 1 1 0 0,-2 0 108 0 0,0-1 1 0 0,0 0 0 0 0,-16-1 0 0 0,21 0-105 0 0,1 0 0 0 0,0-1 0 0 0,0 1 0 0 0,0-1 1 0 0,0 0-1 0 0,0 1 0 0 0,0-1 0 0 0,0-1 0 0 0,0 1 0 0 0,0 0 1 0 0,1-1-1 0 0,-1 1 0 0 0,0-1 0 0 0,-3-3 0 0 0,5 4-48 0 0,1 1-1 0 0,-1-1 1 0 0,1 0 0 0 0,-1 0-1 0 0,1 1 1 0 0,-1-1-1 0 0,1 0 1 0 0,0 0 0 0 0,0 0-1 0 0,-1 0 1 0 0,1 1-1 0 0,0-1 1 0 0,0 0 0 0 0,0 0-1 0 0,0 0 1 0 0,0 0-1 0 0,0-1 1 0 0</inkml:trace>
</inkml:ink>
</file>

<file path=ppt/ink/ink3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2:59.907"/>
    </inkml:context>
    <inkml:brush xml:id="br0">
      <inkml:brushProperty name="width" value="0.1" units="cm"/>
      <inkml:brushProperty name="height" value="0.1" units="cm"/>
      <inkml:brushProperty name="color" value="#FFFFFF"/>
    </inkml:brush>
  </inkml:definitions>
  <inkml:trace contextRef="#ctx0" brushRef="#br0">58 312 3823 0 0,'8'12'544'0'0,"12"21"8616"0"0,-35-37-7680 0 0,9 1-1169 0 0,0-1 0 0 0,0 0 0 0 0,0 0 0 0 0,0-1-1 0 0,-6-6 1 0 0,9 8-197 0 0,1-1 0 0 0,-1 1 0 0 0,1-1 0 0 0,-1 0 0 0 0,1 0 0 0 0,0 0 0 0 0,0 0-1 0 0,1 0 1 0 0,-2-7 0 0 0,1 1-36 0 0,0 0 0 0 0,1 0-1 0 0,1 0 1 0 0,0 0-1 0 0,0 0 1 0 0,1 0 0 0 0,0 0-1 0 0,0 0 1 0 0,1 0 0 0 0,4-10-1 0 0,-1 5-48 0 0,0 1 0 0 0,1 1 0 0 0,0-1 0 0 0,1 1 0 0 0,0 0 0 0 0,12-14 1 0 0,-16 23-29 0 0,1 0-1 0 0,0 0 1 0 0,0 0 0 0 0,0 0 0 0 0,0 0 0 0 0,0 1 0 0 0,1 0 0 0 0,0 0 0 0 0,0 0 0 0 0,-1 0 0 0 0,8-2 0 0 0,-9 5-1 0 0,-1-1 0 0 0,1 0 0 0 0,-1 1 0 0 0,1-1 0 0 0,-1 1 0 0 0,1 0 0 0 0,0 0 0 0 0,-1 0 0 0 0,1 0 0 0 0,-1 1 0 0 0,1-1 0 0 0,-1 1 0 0 0,1-1 0 0 0,-1 1 0 0 0,1 0 0 0 0,-1 0 0 0 0,1 0 0 0 0,-1 0-1 0 0,0 0 1 0 0,0 1 0 0 0,0-1 0 0 0,1 1 0 0 0,-1-1 0 0 0,-1 1 0 0 0,1 0 0 0 0,2 2 0 0 0,1 3 3 0 0,0-1 0 0 0,0 2 0 0 0,-1-1 1 0 0,0 0-1 0 0,0 1 0 0 0,-1 0 0 0 0,5 14 0 0 0,-3-3 10 0 0,-1 0 0 0 0,3 26 0 0 0,-6-32 15 0 0,-1 0-1 0 0,0 0 0 0 0,-1 1 1 0 0,0-1-1 0 0,-1 0 1 0 0,-1 0-1 0 0,0 0 1 0 0,0-1-1 0 0,-1 1 0 0 0,-1-1 1 0 0,0 0-1 0 0,-1 0 1 0 0,-8 12-1 0 0,6-12-27 0 0</inkml:trace>
</inkml:ink>
</file>

<file path=ppt/ink/ink3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05.312"/>
    </inkml:context>
    <inkml:brush xml:id="br0">
      <inkml:brushProperty name="width" value="0.1" units="cm"/>
      <inkml:brushProperty name="height" value="0.1" units="cm"/>
      <inkml:brushProperty name="color" value="#FFFFFF"/>
    </inkml:brush>
  </inkml:definitions>
  <inkml:trace contextRef="#ctx0" brushRef="#br0">0 436 5095 0 0,'0'0'2664'0'0,"15"-10"-588"0"0,-11 6-1718 0 0,0 0 0 0 0,0 0 1 0 0,-1 0-1 0 0,1-1 0 0 0,-1 1 0 0 0,0-1 0 0 0,4-8 0 0 0,15-40 1230 0 0,-16 39-1262 0 0,12-33 423 0 0,29-71 291 0 0,-37 98-896 0 0,0 0 1 0 0,1 0-1 0 0,1 1 0 0 0,0 1 0 0 0,23-26 1 0 0,-34 43-137 0 0,0 0 0 0 0,0 0 1 0 0,-1 1-1 0 0,1-1 1 0 0,0 0-1 0 0,0 1 1 0 0,0-1-1 0 0,0 1 1 0 0,0-1-1 0 0,0 1 1 0 0,0-1-1 0 0,0 1 1 0 0,0 0-1 0 0,0-1 0 0 0,1 1 1 0 0,-1 0-1 0 0,0 0 1 0 0,0 0-1 0 0,0 0 1 0 0,0 0-1 0 0,0 0 1 0 0,2 0-1 0 0,-1 1 5 0 0,0-1 0 0 0,0 1 0 0 0,0 0 0 0 0,-1 0 0 0 0,1 0 0 0 0,0 0-1 0 0,0 0 1 0 0,-1 1 0 0 0,1-1 0 0 0,-1 0 0 0 0,3 3 0 0 0,2 4 5 0 0,0 0-1 0 0,0 1 1 0 0,9 16-1 0 0,-15-24-18 0 0,20 41 119 0 0,-1 2-1 0 0,-2 0 0 0 0,-2 1 1 0 0,16 81-1 0 0,-27-99-28 0 0,-4-26-321 0 0</inkml:trace>
</inkml:ink>
</file>

<file path=ppt/ink/ink3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05.481"/>
    </inkml:context>
    <inkml:brush xml:id="br0">
      <inkml:brushProperty name="width" value="0.1" units="cm"/>
      <inkml:brushProperty name="height" value="0.1" units="cm"/>
      <inkml:brushProperty name="color" value="#FFFFFF"/>
    </inkml:brush>
  </inkml:definitions>
  <inkml:trace contextRef="#ctx0" brushRef="#br0">1 33 3823 0 0,'4'0'344'0'0,"2"-2"-280"0"0,1-2-64 0 0,3-1 0 0 0,3 2 768 0 0,1-1 144 0 0,3-1 24 0 0,2 3 8 0 0,10-1-368 0 0,-1 1-80 0 0,0-1-16 0 0,-3 3 0 0 0,-2 3-248 0 0</inkml:trace>
</inkml:ink>
</file>

<file path=ppt/ink/ink3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06.308"/>
    </inkml:context>
    <inkml:brush xml:id="br0">
      <inkml:brushProperty name="width" value="0.1" units="cm"/>
      <inkml:brushProperty name="height" value="0.1" units="cm"/>
      <inkml:brushProperty name="color" value="#FFFFFF"/>
    </inkml:brush>
  </inkml:definitions>
  <inkml:trace contextRef="#ctx0" brushRef="#br0">14 364 2127 0 0,'-14'32'9864'0'0,"20"-47"-8748"0"0,-3 8-833 0 0,0 0 0 0 0,0 0 0 0 0,1-8 0 0 0,7-39 885 0 0,-3-2 0 0 0,2-89 0 0 0,-10 142-1139 0 0,2-41 266 0 0,-1 40-259 0 0,-1 1 1 0 0,1-1-1 0 0,0 0 1 0 0,0 1-1 0 0,0 0 0 0 0,0-1 1 0 0,1 1-1 0 0,0 0 1 0 0,3-6-1 0 0,-5 8-31 0 0,1 1 0 0 0,-1 0-1 0 0,1 0 1 0 0,-1-1 0 0 0,1 1 0 0 0,0 0-1 0 0,-1 0 1 0 0,1-1 0 0 0,-1 1-1 0 0,1 0 1 0 0,0 0 0 0 0,-1 0 0 0 0,1 0-1 0 0,-1 0 1 0 0,1 0 0 0 0,0 0-1 0 0,-1 0 1 0 0,1 0 0 0 0,-1 0 0 0 0,1 1-1 0 0,0-1 1 0 0,-1 0 0 0 0,1 0-1 0 0,-1 0 1 0 0,1 1 0 0 0,-1-1 0 0 0,2 1-1 0 0,1 1 4 0 0,1 1 0 0 0,0 0 0 0 0,-1 0-1 0 0,0 0 1 0 0,0 0 0 0 0,0 1 0 0 0,0-1-1 0 0,4 7 1 0 0,0-1-2 0 0,5 9 55 0 0,0 0 0 0 0,-1 0 0 0 0,15 34 0 0 0,17 62 183 0 0,-38-97-201 0 0,4 13-18 0 0,-9-29-3 0 0,1 1 0 0 0,-1-1 0 0 0,1 1 1 0 0,0-1-1 0 0,0 1 0 0 0,0-1 0 0 0,0 1 0 0 0,0-1 0 0 0,0 0 0 0 0,0 0 1 0 0,0 1-1 0 0,1-1 0 0 0,-1 0 0 0 0,2 1 0 0 0,-3-2-21 0 0,1 0-1 0 0,0 0 0 0 0,-1 0 0 0 0,1 0 1 0 0,-1 1-1 0 0,1-1 0 0 0,0 0 1 0 0,-1 0-1 0 0,1 0 0 0 0,0-1 0 0 0,-1 1 1 0 0,1 0-1 0 0,-1 0 0 0 0,1 0 1 0 0,-1 0-1 0 0,1 0 0 0 0,0-1 1 0 0,-1 1-1 0 0,1 0 0 0 0,-1-1 0 0 0,1 1 1 0 0,-1 0-1 0 0,1-1 0 0 0,-1 1 1 0 0,1-1-1 0 0,-1 1 0 0 0,0 0 0 0 0,1-1 1 0 0,-1 1-1 0 0,0-1 0 0 0,1 1 1 0 0,-1-1-1 0 0,1-1 0 0 0,9-19 67 0 0,-9 19-57 0 0,37-127 383 0 0,-30 105-393 0 0,-1 3 0 0 0,0 0 0 0 0,2 1 0 0 0,0 0 0 0 0,21-33 0 0 0,-29 52 0 0 0,-1 0 0 0 0,1 0 0 0 0,-1 1 0 0 0,1-1 0 0 0,0 0 0 0 0,0 0 0 0 0,-1 1 0 0 0,1-1 0 0 0,0 0 0 0 0,0 1 0 0 0,0-1 0 0 0,0 0 0 0 0,0 1 0 0 0,0 0 0 0 0,0-1 0 0 0,0 1 0 0 0,0-1 0 0 0,0 1 0 0 0,0 0 0 0 0,0 0 0 0 0,0 0 0 0 0,0-1 0 0 0,0 1 0 0 0,0 0 0 0 0,0 0 0 0 0,0 1 0 0 0,0-1 0 0 0,0 0 0 0 0,0 0 0 0 0,0 0 0 0 0,0 1 0 0 0,0-1 0 0 0,0 1 0 0 0,0-1 0 0 0,0 0 0 0 0,0 1 0 0 0,0 0 0 0 0,0-1 0 0 0,0 1 0 0 0,0 0 0 0 0,0-1 0 0 0,-1 1 0 0 0,1 0 0 0 0,1 1 0 0 0,4 5 0 0 0,-1-1 0 0 0,1 1 0 0 0,-1 1 0 0 0,5 9 0 0 0,-9-14 0 0 0,9 14 0 0 0,-1 2 0 0 0,0-1 0 0 0,-2 1 0 0 0,0 1 0 0 0,-1-1 0 0 0,-1 1 0 0 0,-1 0 0 0 0,2 28 0 0 0,-1 14-888 0 0</inkml:trace>
</inkml:ink>
</file>

<file path=ppt/ink/ink3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06.776"/>
    </inkml:context>
    <inkml:brush xml:id="br0">
      <inkml:brushProperty name="width" value="0.1" units="cm"/>
      <inkml:brushProperty name="height" value="0.1" units="cm"/>
      <inkml:brushProperty name="color" value="#FFFFFF"/>
    </inkml:brush>
  </inkml:definitions>
  <inkml:trace contextRef="#ctx0" brushRef="#br0">134 5 2815 0 0,'19'-4'5609'0'0,"-19"4"-5555"0"0,-12 2 1743 0 0,-3 3-1220 0 0,1 0-1 0 0,-1 1 1 0 0,1 0-1 0 0,0 1 1 0 0,1 1-1 0 0,0 0 1 0 0,-18 14-1 0 0,30-21-543 0 0,0-1 0 0 0,0 1 0 0 0,0 0-1 0 0,1 1 1 0 0,-1-1 0 0 0,0 0 0 0 0,0 0 0 0 0,1 0-1 0 0,-1 0 1 0 0,0 1 0 0 0,1-1 0 0 0,-1 0-1 0 0,1 0 1 0 0,0 1 0 0 0,-1-1 0 0 0,1 0 0 0 0,0 1-1 0 0,0-1 1 0 0,0 1 0 0 0,0-1 0 0 0,0 0-1 0 0,0 1 1 0 0,0-1 0 0 0,0 0 0 0 0,1 1 0 0 0,-1-1-1 0 0,0 0 1 0 0,1 1 0 0 0,-1-1 0 0 0,1 0 0 0 0,0 0-1 0 0,-1 1 1 0 0,1-1 0 0 0,0 0 0 0 0,0 0-1 0 0,0 0 1 0 0,1 1 0 0 0,4 5 51 0 0,1-1-1 0 0,0 0 1 0 0,0 0 0 0 0,12 7 0 0 0,-11-8 1 0 0,5 4 32 0 0,0 1 1 0 0,22 21 0 0 0,-32-28-106 0 0,1 1 0 0 0,-1 0 0 0 0,0 0 0 0 0,0 1 0 0 0,0-1 1 0 0,-1 0-1 0 0,0 1 0 0 0,1 0 0 0 0,-2-1 0 0 0,1 1 0 0 0,0 0 0 0 0,-1 0 0 0 0,1 6 0 0 0,-2-7 36 0 0,1 1-1 0 0,-1-1 1 0 0,0 0-1 0 0,0 0 1 0 0,0 1-1 0 0,-1-1 1 0 0,1 0-1 0 0,-1 0 0 0 0,0 1 1 0 0,0-1-1 0 0,-1 0 1 0 0,1 0-1 0 0,-1 0 1 0 0,0 0-1 0 0,0-1 1 0 0,0 1-1 0 0,-1 0 1 0 0,1-1-1 0 0,-1 0 1 0 0,0 1-1 0 0,0-1 1 0 0,0 0-1 0 0,0 0 1 0 0,0-1-1 0 0,-1 1 1 0 0,1-1-1 0 0,-1 0 0 0 0,0 1 1 0 0,0-2-1 0 0,0 1 1 0 0,0 0-1 0 0,-5 0 1 0 0,6-1-24 0 0,0 0 0 0 0,0-1 0 0 0,0 1 0 0 0,0-1-1 0 0,0 0 1 0 0,-1 0 0 0 0,1 0 0 0 0,0-1 0 0 0,0 1 0 0 0,0-1 0 0 0,0 1 0 0 0,0-1 0 0 0,0 0 0 0 0,0 0 0 0 0,-6-3 0 0 0,8 3 10 0 0,2-13-1236 0 0</inkml:trace>
</inkml:ink>
</file>

<file path=ppt/ink/ink3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07.919"/>
    </inkml:context>
    <inkml:brush xml:id="br0">
      <inkml:brushProperty name="width" value="0.1" units="cm"/>
      <inkml:brushProperty name="height" value="0.1" units="cm"/>
      <inkml:brushProperty name="color" value="#FFFFFF"/>
    </inkml:brush>
  </inkml:definitions>
  <inkml:trace contextRef="#ctx0" brushRef="#br0">1 96 2039 0 0,'4'14'9002'0'0,"-3"-14"-8912"0"0,1 1 0 0 0,-1 0 0 0 0,1-1 1 0 0,-1 1-1 0 0,1-1 0 0 0,-1 1 0 0 0,1-1 0 0 0,0 0 1 0 0,-1 1-1 0 0,1-1 0 0 0,-1 0 0 0 0,1 0 0 0 0,0 0 1 0 0,-1 0-1 0 0,1-1 0 0 0,-1 1 0 0 0,1 0 1 0 0,0-1-1 0 0,-1 1 0 0 0,1-1 0 0 0,1 0 0 0 0,4-2 102 0 0,-1 0-1 0 0,1 0 1 0 0,7-5-1 0 0,31-19 289 0 0,18-15 354 0 0,-61 41-784 0 0,0 0 0 0 0,0 0 0 0 0,-1-1 0 0 0,1 1 0 0 0,0-1 0 0 0,-1 1 0 0 0,1-1 0 0 0,-1 0 0 0 0,1 1 0 0 0,-1-1 0 0 0,0 0 0 0 0,0 0 0 0 0,1-3 626 0 0,-5 22-472 0 0,2 10-45 0 0,2 1-1 0 0,0 0 0 0 0,7 36 1 0 0,1 6 163 0 0,-7-46-294 0 0,1 4 86 0 0,-2 29 1 0 0,-1-49-86 0 0,0 0 1 0 0,-1 0-1 0 0,0 0 1 0 0,-1-1 0 0 0,0 1-1 0 0,0 0 1 0 0,-1-1-1 0 0,-5 12 1 0 0,7-18-17 0 0,1 0 0 0 0,-1 1 0 0 0,0-1 0 0 0,0 0 1 0 0,0 0-1 0 0,0 0 0 0 0,0 0 0 0 0,-1 0 0 0 0,1-1 0 0 0,0 1 1 0 0,0 0-1 0 0,-1 0 0 0 0,1-1 0 0 0,0 1 0 0 0,-1-1 0 0 0,1 1 0 0 0,0-1 1 0 0,-1 0-1 0 0,1 1 0 0 0,-1-1 0 0 0,1 0 0 0 0,-1 0 0 0 0,1 0 0 0 0,-1 0 1 0 0,1 0-1 0 0,-2-1 0 0 0,-4 1 21 0 0,0 1-15 0 0,1-1 0 0 0,-1-1 0 0 0,1 1 0 0 0,-1-1 0 0 0,1 0 0 0 0,0-1 0 0 0,-1 1 0 0 0,1-1 0 0 0,-11-5 0 0 0,13 4 7 0 0,3 2 50 0 0,3-4 132 0 0,9 1-174 0 0,-1 0 1 0 0,1 1-1 0 0,-1 1 0 0 0,1 0 0 0 0,17-1 0 0 0,59 2 124 0 0,-46 2-61 0 0,-31-2 397 0 0,-5 0-1395 0 0</inkml:trace>
</inkml:ink>
</file>

<file path=ppt/ink/ink3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08.668"/>
    </inkml:context>
    <inkml:brush xml:id="br0">
      <inkml:brushProperty name="width" value="0.1" units="cm"/>
      <inkml:brushProperty name="height" value="0.1" units="cm"/>
      <inkml:brushProperty name="color" value="#FFFFFF"/>
    </inkml:brush>
  </inkml:definitions>
  <inkml:trace contextRef="#ctx0" brushRef="#br0">1 117 4519 0 0,'0'0'347'0'0,"10"22"1524"0"0,-9-21-1793 0 0,1 0-1 0 0,-1 0 1 0 0,0 0 0 0 0,1 0 0 0 0,-1 0 0 0 0,1 0-1 0 0,0-1 1 0 0,-1 1 0 0 0,1 0 0 0 0,0-1 0 0 0,-1 1 0 0 0,1-1-1 0 0,0 1 1 0 0,0-1 0 0 0,-1 0 0 0 0,1 0 0 0 0,0 0 0 0 0,0 0-1 0 0,-1 0 1 0 0,1 0 0 0 0,0-1 0 0 0,0 1 0 0 0,-1 0-1 0 0,1-1 1 0 0,0 0 0 0 0,-1 1 0 0 0,1-1 0 0 0,0 0 0 0 0,1-1-1 0 0,2-1 68 0 0,0 0 0 0 0,0 0 0 0 0,-1 0 0 0 0,1-1 0 0 0,-1 0 0 0 0,0 0 0 0 0,0 0 0 0 0,-1-1 0 0 0,6-6 0 0 0,0-5 308 0 0,-4 8-103 0 0,-1 0 0 0 0,2 0 0 0 0,-1 1 0 0 0,11-12 1 0 0,9-12 1019 0 0,-25 30-1339 0 0,0 1-1 0 0,0 0 1 0 0,0 0 0 0 0,0 0-1 0 0,1 0 1 0 0,-1 0-1 0 0,0 0 1 0 0,0 0 0 0 0,0 0-1 0 0,0-1 1 0 0,1 1 0 0 0,-1 0-1 0 0,0 0 1 0 0,0 0-1 0 0,0 0 1 0 0,0 0 0 0 0,1 0-1 0 0,-1 0 1 0 0,0 0-1 0 0,0 0 1 0 0,0 0 0 0 0,0 0-1 0 0,1 0 1 0 0,-1 0-1 0 0,0 0 1 0 0,0 0 0 0 0,0 0-1 0 0,0 0 1 0 0,1 1-1 0 0,-1-1 1 0 0,0 0 0 0 0,0 0-1 0 0,0 0 1 0 0,0 0-1 0 0,0 0 1 0 0,1 0 0 0 0,-1 0-1 0 0,0 0 1 0 0,0 1-1 0 0,0-1 1 0 0,0 0 0 0 0,0 0-1 0 0,0 0 1 0 0,0 0-1 0 0,1 1 1 0 0,5 11 328 0 0,1 16-214 0 0,-5 8 325 0 0,12 166 828 0 0,-11-175-1143 0 0,-1-1 1 0 0,-2 1-1 0 0,0 0 0 0 0,-7 38 0 0 0,2-47 20 0 0,4-17 90 0 0,-17-6 30 0 0,15 4-231 0 0,1-1 0 0 0,-1 1 1 0 0,1-1-1 0 0,0 0 0 0 0,-1 1 1 0 0,1-1-1 0 0,0 0 0 0 0,-3-4 1 0 0,5 6-64 0 0,0 0 1 0 0,-1 0-1 0 0,1-1 1 0 0,0 1-1 0 0,0 0 1 0 0,0 0-1 0 0,0 0 1 0 0,-1-1 0 0 0,1 1-1 0 0,0 0 1 0 0,0 0-1 0 0,0-1 1 0 0,0 1-1 0 0,0 0 1 0 0,0 0-1 0 0,0-1 1 0 0,0 1 0 0 0,0 0-1 0 0,0-1 1 0 0,0 1-1 0 0,0 0 1 0 0,0 0-1 0 0,0-1 1 0 0,0 1-1 0 0,0 0 1 0 0,0 0 0 0 0,0-1-1 0 0,0 1 1 0 0,0 0-1 0 0,0 0 1 0 0,0-1-1 0 0,0 1 1 0 0,1 0-1 0 0,-1 0 1 0 0,0-1 0 0 0,0 1-1 0 0,0 0 1 0 0,0 0-1 0 0,1 0 1 0 0,-1-1-1 0 0,0 1 1 0 0,0 0-1 0 0,0 0 1 0 0,1 0 0 0 0,-1 0-1 0 0,0 0 1 0 0,0-1-1 0 0,1 1 1 0 0,9-1 1 0 0,-10 1 3 0 0,40 0 147 0 0,8 0-35 0 0,-9 3 52 0 0,-31-3-175 0 0,2-3 74 0 0,-8 0-239 0 0</inkml:trace>
</inkml:ink>
</file>

<file path=ppt/ink/ink3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10.025"/>
    </inkml:context>
    <inkml:brush xml:id="br0">
      <inkml:brushProperty name="width" value="0.1" units="cm"/>
      <inkml:brushProperty name="height" value="0.1" units="cm"/>
      <inkml:brushProperty name="color" value="#FFFFFF"/>
    </inkml:brush>
  </inkml:definitions>
  <inkml:trace contextRef="#ctx0" brushRef="#br0">0 93 2591 0 0,'13'2'11824'0'0,"6"22"-9225"0"0,-18-23-2390 0 0,-1-1-123 0 0,0 1 0 0 0,1-1 0 0 0,-1 0 0 0 0,0 1 0 0 0,0-1 0 0 0,1 0 0 0 0,-1 0 0 0 0,0 1-1 0 0,1-1 1 0 0,-1 0 0 0 0,0 0 0 0 0,1 1 0 0 0,-1-1 0 0 0,0 0 0 0 0,1 0 0 0 0,-1 0 0 0 0,1 0 0 0 0,-1 0-1 0 0,0 0 1 0 0,1 0 0 0 0,-1 0 0 0 0,1 1 0 0 0,-1-1 0 0 0,1-1 0 0 0,-1 1 0 0 0,0 0 0 0 0,1 0 0 0 0,-1 0 0 0 0,1 0-1 0 0,-1 0 1 0 0,0 0 0 0 0,1 0 0 0 0,-1 0 0 0 0,0-1 0 0 0,1 1 0 0 0,0-1 405 0 0,-9-1-411 0 0,7 2-74 0 0,1 0 1 0 0,0 0-1 0 0,0 0 0 0 0,0 0 0 0 0,0-1 1 0 0,-1 1-1 0 0,1 0 0 0 0,0 0 0 0 0,0 0 1 0 0,0-1-1 0 0,0 1 0 0 0,0 0 0 0 0,0 0 1 0 0,0-1-1 0 0,0 1 0 0 0,-1 0 0 0 0,1 0 1 0 0,0 0-1 0 0,0-1 0 0 0,0 1 0 0 0,0 0 0 0 0,0 0 1 0 0,0-1-1 0 0,0 1 0 0 0,0 0 0 0 0,0 0 1 0 0,1-1-1 0 0,-1 1 0 0 0,0 0 0 0 0,0 0 1 0 0,0 0-1 0 0,0-1 0 0 0,0 1 0 0 0,0 0 1 0 0,0 0-1 0 0,1 0 0 0 0,-1-1 0 0 0,7-8 39 0 0,-6 8-43 0 0,52-70 329 0 0,-52 68-345 0 0,0 1 10 0 0,0 0-1 0 0,0 0 0 0 0,1 0 1 0 0,-1 0-1 0 0,0 1 1 0 0,1-1-1 0 0,-1 0 1 0 0,1 1-1 0 0,0-1 1 0 0,-1 1-1 0 0,1-1 0 0 0,0 1 1 0 0,0 0-1 0 0,0 0 1 0 0,3-2-1 0 0,-1 2 5 0 0,0 1 0 0 0,0 1 0 0 0,-4 0 0 0 0,1-1 0 0 0,0 1 0 0 0,0 0 0 0 0,0-1 0 0 0,-1 1 0 0 0,1 0 0 0 0,0-1 0 0 0,-1 1 0 0 0,1 0 0 0 0,-1 0 0 0 0,1 0 0 0 0,-1-1 0 0 0,1 1 0 0 0,-1 0 0 0 0,1 0 0 0 0,-1 0 0 0 0,0 0 0 0 0,0 0 0 0 0,1 0 0 0 0,-1 0 0 0 0,0 0 0 0 0,0 0 0 0 0,0 1 0 0 0,1 3 0 0 0,2 11 0 0 0,0 0 0 0 0,0 21 0 0 0,0-2 0 0 0,4 91 223 0 0,-5-55-168 0 0,-1-53-35 0 0,0-1 1 0 0,1 1 0 0 0,8 29-1 0 0,-9-45-2 0 0,1 15 28 0 0,-1-12-35 0 0,-5 9 96 0 0,3-12-127 0 0,0 1-6 0 0,-4 3 18 0 0,5-5 8 0 0,0-1 0 0 0,-1 1 0 0 0,1-1 0 0 0,0 0 0 0 0,-1 1 0 0 0,1-1 0 0 0,-1 0 0 0 0,1 1 0 0 0,0-1 0 0 0,-1 0 0 0 0,1 0 0 0 0,-1 1 0 0 0,1-1 0 0 0,-1 0 0 0 0,1 0 0 0 0,-1 0 0 0 0,1 1 0 0 0,-1-1 0 0 0,1 0 0 0 0,-1 0 0 0 0,1 0 0 0 0,-1 0 0 0 0,1 0 0 0 0,-1 0 0 0 0,0-1 0 0 0,-2 1 14 0 0,1 1 5 0 0,-1 0 1 0 0,1 0 0 0 0,0-1-1 0 0,-1 1 1 0 0,1-1 0 0 0,-1 1-1 0 0,1-1 1 0 0,-1 0 0 0 0,1 0 0 0 0,-1 0-1 0 0,1-1 1 0 0,-1 1 0 0 0,1-1-1 0 0,-1 1 1 0 0,1-1 0 0 0,-1 0-1 0 0,-3-1 1 0 0,6 1-20 0 0,0 1 0 0 0,1 0 0 0 0,-1-1 0 0 0,0 1 0 0 0,0 0 0 0 0,0 0 0 0 0,0-1 0 0 0,0 1 0 0 0,0 0 0 0 0,0 0 0 0 0,0-1 0 0 0,1 1 0 0 0,-1 0 0 0 0,0 0 0 0 0,0-1 0 0 0,0 1 0 0 0,1 0 0 0 0,-1 0 0 0 0,0 0 0 0 0,0-1 0 0 0,0 1 0 0 0,1 0 0 0 0,-1 0 0 0 0,0 0 0 0 0,1 0 0 0 0,-1 0 0 0 0,0-1 0 0 0,0 1 0 0 0,1 0 0 0 0,-1 0 0 0 0,0 0 0 0 0,1 0 0 0 0,-1 0 0 0 0,1 0 0 0 0,13-5 0 0 0,40 8 0 0 0,-41-1 0 0 0,-9-1 0 0 0,-1-1 0 0 0,1 1 0 0 0,-1-1 0 0 0,0 0 0 0 0,5-1 0 0 0,-3 1 0 0 0,-2 1-172 0 0,1-1 1 0 0,-1 0-1 0 0,0 1 0 0 0,0-1 1 0 0,0 0-1 0 0,0-1 0 0 0,1 1 1 0 0,4-2-1 0 0,13-2-3410 0 0,-7 4-2212 0 0</inkml:trace>
</inkml:ink>
</file>

<file path=ppt/ink/ink3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10.835"/>
    </inkml:context>
    <inkml:brush xml:id="br0">
      <inkml:brushProperty name="width" value="0.1" units="cm"/>
      <inkml:brushProperty name="height" value="0.1" units="cm"/>
      <inkml:brushProperty name="color" value="#FFFFFF"/>
    </inkml:brush>
  </inkml:definitions>
  <inkml:trace contextRef="#ctx0" brushRef="#br0">0 241 4255 0 0,'0'0'2946'0'0,"9"-6"-348"0"0,33-64 3349 0 0,-32 52-5303 0 0,-7 14-482 0 0,-1 0 0 0 0,0 0 0 0 0,0 0 1 0 0,-1-1-1 0 0,1 1 0 0 0,-1-1 0 0 0,2-9 459 0 0,-5 30-424 0 0,2-14-179 0 0,0 0-1 0 0,0-1 1 0 0,0 1 0 0 0,0 0-1 0 0,0 0 1 0 0,1-1-1 0 0,-1 1 1 0 0,1 0 0 0 0,-1-1-1 0 0,1 1 1 0 0,0-1-1 0 0,-1 1 1 0 0,1 0 0 0 0,0-1-1 0 0,0 0 1 0 0,0 1-1 0 0,0-1 1 0 0,0 1 0 0 0,1-1-1 0 0,-1 0 1 0 0,0 0-1 0 0,1 0 1 0 0,-1 0 0 0 0,3 2-1 0 0,5-1 24 0 0,-1-1-1 0 0,1 0 1 0 0,-1 0-1 0 0,1-1 0 0 0,0 0 1 0 0,-1-1-1 0 0,1 1 1 0 0,13-4-1 0 0,6-3 114 0 0,33-13 0 0 0,-37 10-81 0 0,0-2-1 0 0,-1 0 1 0 0,0-2-1 0 0,-1 0 1 0 0,0-1 0 0 0,27-26-1 0 0,-34 29 4 0 0,-15 12-76 0 0,1 0 0 0 0,-1 0 0 0 0,0 0 0 0 0,0 0 0 0 0,0 0 0 0 0,1 0 0 0 0,-1 0 0 0 0,0 0 0 0 0,0 0 0 0 0,0 0 0 0 0,0 1 0 0 0,1-1 0 0 0,-1 0 0 0 0,0 0 0 0 0,0 0 0 0 0,0 0 0 0 0,0 0 0 0 0,1 0 0 0 0,-1 1 0 0 0,0-1 0 0 0,0 0 0 0 0,0 0 0 0 0,0 0 0 0 0,0 0 0 0 0,0 1 0 0 0,0-1 0 0 0,0 0 0 0 0,0 0 0 0 0,0 0 0 0 0,1 0 0 0 0,-1 1 0 0 0,0-1 0 0 0,0 0 0 0 0,0 0 0 0 0,0 0 0 0 0,0 1 0 0 0,0-1 0 0 0,0 0 0 0 0,0 0 0 0 0,-1 0 0 0 0,1 1 0 0 0,0-1 0 0 0,0 0 0 0 0,0 0 0 0 0,0 10 0 0 0,-2 10 4 0 0,-2 1 0 0 0,-1-1 0 0 0,0-1 0 0 0,-13 31-1 0 0,11-30 32 0 0,-11 21 117 0 0,-1 0 1 0 0,-26 39 0 0 0,-5 12 39 0 0,-2-3 97 0 0,2-3 9 0 0,50-85-245 0 0,0-3-117 0 0,1 1 0 0 0,0-1 0 0 0,0 1 0 0 0,0-1 0 0 0,0 1 0 0 0,0-1-1 0 0,0 1 1 0 0,2-3 0 0 0,2-2-777 0 0,4-13-5329 0 0</inkml:trace>
</inkml:ink>
</file>

<file path=ppt/ink/ink3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11.038"/>
    </inkml:context>
    <inkml:brush xml:id="br0">
      <inkml:brushProperty name="width" value="0.1" units="cm"/>
      <inkml:brushProperty name="height" value="0.1" units="cm"/>
      <inkml:brushProperty name="color" value="#FFFFFF"/>
    </inkml:brush>
  </inkml:definitions>
  <inkml:trace contextRef="#ctx0" brushRef="#br0">1 43 5671 0 0,'0'0'436'0'0,"0"-1"-288"0"0,0-2 91 0 0,0 2-2 0 0,0 0 1 0 0,0 1-1 0 0,0-1 1 0 0,1 0-1 0 0,-1 0 0 0 0,0 1 1 0 0,0-1-1 0 0,1 0 1 0 0,-1 1-1 0 0,1-1 0 0 0,-1 0 1 0 0,1 1-1 0 0,-1-1 1 0 0,1 1-1 0 0,-1-1 0 0 0,1 1 1 0 0,-1-1-1 0 0,1 1 1 0 0,0-1-1 0 0,-1 1 0 0 0,1 0 1 0 0,0-1-1 0 0,18-7 1668 0 0,-14 7-1402 0 0,5-3 57 0 0,1 1 1 0 0,1 0-1 0 0,-1 1 1 0 0,18-1-1 0 0,48 2 88 0 0,-45 2-421 0 0,-17-1-227 0 0,0 1-1 0 0,0 1 1 0 0,16 3-1 0 0,-1 4-4853 0 0,-8 1-802 0 0</inkml:trace>
</inkml:ink>
</file>

<file path=ppt/ink/ink3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13.006"/>
    </inkml:context>
    <inkml:brush xml:id="br0">
      <inkml:brushProperty name="width" value="0.1" units="cm"/>
      <inkml:brushProperty name="height" value="0.1" units="cm"/>
      <inkml:brushProperty name="color" value="#FFFFFF"/>
    </inkml:brush>
  </inkml:definitions>
  <inkml:trace contextRef="#ctx0" brushRef="#br0">267 0 2303 0 0,'18'1'2228'0'0,"-17"-1"-2042"0"0,0 0-1 0 0,-1 0 1 0 0,1 0-1 0 0,0 1 0 0 0,0-1 1 0 0,0 0-1 0 0,-1 1 1 0 0,1-1-1 0 0,0 0 1 0 0,0 1-1 0 0,-1-1 0 0 0,1 1 1 0 0,0-1-1 0 0,-1 1 1 0 0,1 0-1 0 0,-1-1 0 0 0,1 1 1 0 0,0 0-1 0 0,-1-1 1 0 0,0 1-1 0 0,1 1 0 0 0,0 0-5 0 0,0-1 0 0 0,-1 1 1 0 0,1 0-1 0 0,-1 0 0 0 0,0 0 0 0 0,0 0 0 0 0,0-1 0 0 0,0 1 0 0 0,0 3 0 0 0,-1 2 199 0 0,0 1 1 0 0,-1-1-1 0 0,0 0 1 0 0,-3 8 0 0 0,-6 11 452 0 0,-1-1 1 0 0,-29 45-1 0 0,41-70-832 0 0,-9 8 71 0 0,6-6-62 0 0,-1-1 0 0 0,1 1 1 0 0,-1-1-1 0 0,0 0 0 0 0,-4 1 1 0 0,-100 13 87 0 0,105-14-88 0 0,0 0-1 0 0,-1-1 1 0 0,1 1-1 0 0,0 0 1 0 0,-1 1 0 0 0,1-1-1 0 0,-5 3 1 0 0,7-3-5 0 0,0 0 1 0 0,0 0-1 0 0,1-1 0 0 0,-1 1 1 0 0,0 0-1 0 0,1 0 1 0 0,-1 0-1 0 0,0 0 0 0 0,1-1 1 0 0,-1 1-1 0 0,1 0 1 0 0,-1 2-1 0 0,-3 4-5 0 0,-24 25-919 0 0,16-20-2908 0 0</inkml:trace>
</inkml:ink>
</file>

<file path=ppt/ink/ink3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13.475"/>
    </inkml:context>
    <inkml:brush xml:id="br0">
      <inkml:brushProperty name="width" value="0.1" units="cm"/>
      <inkml:brushProperty name="height" value="0.1" units="cm"/>
      <inkml:brushProperty name="color" value="#FFFFFF"/>
    </inkml:brush>
  </inkml:definitions>
  <inkml:trace contextRef="#ctx0" brushRef="#br0">348 0 6703 0 0,'0'0'520'0'0,"1"17"90"0"0,2-1 481 0 0,0 1 1 0 0,12 28-1 0 0,-10-30-664 0 0,0 0-1 0 0,-1 0 1 0 0,2 17-1 0 0,-5-27-402 0 0,-1 1 0 0 0,1-1 1 0 0,-2 1-1 0 0,1 0 0 0 0,-1-1 0 0 0,1 1 0 0 0,-2 0 0 0 0,1-1 1 0 0,0 1-1 0 0,-1-1 0 0 0,0 0 0 0 0,-4 8 0 0 0,2-7-4 0 0,-1 1-1 0 0,0-1 1 0 0,0 1-1 0 0,0-1 1 0 0,-1-1-1 0 0,0 1 0 0 0,0-1 1 0 0,0 0-1 0 0,0 0 1 0 0,-1-1-1 0 0,0 0 1 0 0,-10 5-1 0 0,-3-1 46 0 0,0 0 0 0 0,0-2 1 0 0,-31 7-1 0 0,45-12-5 0 0,0 0 1 0 0,-1 0 0 0 0,1-1 0 0 0,-1 0 0 0 0,1 0 0 0 0,0-1-1 0 0,-9-1 1 0 0,14 2-45 0 0,-1 0-1 0 0,1 0 0 0 0,0-1 1 0 0,-1 1-1 0 0,1-1 0 0 0,0 1 1 0 0,-1-1-1 0 0,1 1 0 0 0,0-1 0 0 0,0 1 1 0 0,0-1-1 0 0,0 0 0 0 0,0 0 1 0 0,0 0-1 0 0,0 0 0 0 0,0 1 1 0 0,0-1-1 0 0,0-1 0 0 0,0 1 1 0 0,0 0-1 0 0,0 0 0 0 0,1 0 1 0 0,-1 0-1 0 0,1 0 0 0 0,-1-1 1 0 0,1 1-1 0 0,-1 0 0 0 0,1-1 0 0 0,0 1 1 0 0,-1 0-1 0 0,1-1 0 0 0,0 1 1 0 0,0 0-1 0 0,0-1 0 0 0,0 1 1 0 0,0 0-1 0 0,0-1 0 0 0,1 1 1 0 0,-1 0-1 0 0,1-2 0 0 0,0 0-13 0 0,0 1 0 0 0,0-1 0 0 0,1 1 0 0 0,-1-1 1 0 0,1 1-1 0 0,0 0 0 0 0,-1 0 0 0 0,1-1 0 0 0,0 1 0 0 0,0 1 0 0 0,0-1 0 0 0,1 0 0 0 0,-1 0 0 0 0,0 1 0 0 0,1 0 0 0 0,-1-1 0 0 0,1 1 0 0 0,5-2 0 0 0,-2 1 1 0 0,1-1 0 0 0,0 2 0 0 0,0-1 0 0 0,1 1 0 0 0,-1 0 0 0 0,9 0 0 0 0,-15 1-1 0 0,1 0-1 0 0,-1 0 0 0 0,1 0 1 0 0,0 0-1 0 0,-1 0 1 0 0,1 0-1 0 0,0 1 0 0 0,-1-1 1 0 0,1 1-1 0 0,-1-1 1 0 0,1 1-1 0 0,-1 0 0 0 0,1-1 1 0 0,-1 1-1 0 0,0 0 1 0 0,1 0-1 0 0,-1 0 0 0 0,0 0 1 0 0,0 0-1 0 0,1 0 0 0 0,-1 1 1 0 0,0-1-1 0 0,0 0 1 0 0,0 0-1 0 0,-1 1 0 0 0,1-1 1 0 0,0 1-1 0 0,0-1 1 0 0,-1 1-1 0 0,1-1 0 0 0,-1 1 1 0 0,1-1-1 0 0,-1 1 1 0 0,0 0-1 0 0,1-1 0 0 0,-1 1 1 0 0,0-1-1 0 0,0 1 1 0 0,0 0-1 0 0,-1-1 0 0 0,1 1 1 0 0,0 0-1 0 0,0-1 1 0 0,-1 1-1 0 0,0 1 0 0 0,-2 5 2 0 0,1-1 0 0 0,-2 0 0 0 0,1 0 0 0 0,-1 0 0 0 0,0 0 0 0 0,0-1 0 0 0,-8 9 0 0 0,-40 40 92 0 0,45-48-75 0 0,-51 44 628 0 0,26-30-1250 0 0,26-18-218 0 0,1-1 0 0 0,-1 1 0 0 0,1-1 0 0 0,-8 1-1 0 0,2-1-3887 0 0</inkml:trace>
</inkml:ink>
</file>

<file path=ppt/ink/ink3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13.853"/>
    </inkml:context>
    <inkml:brush xml:id="br0">
      <inkml:brushProperty name="width" value="0.1" units="cm"/>
      <inkml:brushProperty name="height" value="0.1" units="cm"/>
      <inkml:brushProperty name="color" value="#FFFFFF"/>
    </inkml:brush>
  </inkml:definitions>
  <inkml:trace contextRef="#ctx0" brushRef="#br0">554 0 6623 0 0,'-17'10'838'0'0,"8"-1"323"0"0,-41 40 2518 0 0,29-29-3027 0 0,-41 28 0 0 0,-41 14-53 0 0,22-14-308 0 0,53-29-227 0 0,-48 27 152 0 0,69-43-245 0 0,0 1-1 0 0,-1-1 1 0 0,1-1-1 0 0,-1 1 0 0 0,0-1 1 0 0,0 0-1 0 0,0-1 0 0 0,-12 1 1 0 0,19-2-14 0 0,0 0 0 0 0,0 0 0 0 0,0 0 0 0 0,0 0 0 0 0,0 0 0 0 0,0 0 0 0 0,0 0 0 0 0,0-1 1 0 0,0 1-1 0 0,1 0 0 0 0,-1 0 0 0 0,0-1 0 0 0,0 1 0 0 0,0-1 0 0 0,0 1 0 0 0,0-1 0 0 0,0 1 0 0 0,1-1 1 0 0,-1 1-1 0 0,0-1 0 0 0,1 0 0 0 0,-1 1 0 0 0,0-1 0 0 0,1 0 0 0 0,-1 0 0 0 0,1 0 0 0 0,-1 1 0 0 0,1-1 1 0 0,-1 0-1 0 0,1 0 0 0 0,-1 0 0 0 0,1 0 0 0 0,0 0 0 0 0,0 0 0 0 0,-1 0 0 0 0,1 0 0 0 0,0 0 0 0 0,0 0 1 0 0,0 0-1 0 0,0 0 0 0 0,0 0 0 0 0,0 0 0 0 0,1 1 0 0 0,-1-1 0 0 0,0-1 0 0 0,2-4-323 0 0,-1 0-1 0 0,1 0 0 0 0,0 1 1 0 0,0-1-1 0 0,1 1 0 0 0,3-7 1 0 0,11-14-837 0 0,2 1 0 0 0,1 0-1 0 0,24-22 1 0 0,-30 31 1177 0 0,-11 11 1533 0 0,-9 7-651 0 0,-14 10-142 0 0,15-9-467 0 0,-49 30 1233 0 0,33-17-3993 0 0</inkml:trace>
</inkml:ink>
</file>

<file path=ppt/ink/ink3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14.399"/>
    </inkml:context>
    <inkml:brush xml:id="br0">
      <inkml:brushProperty name="width" value="0.1" units="cm"/>
      <inkml:brushProperty name="height" value="0.1" units="cm"/>
      <inkml:brushProperty name="color" value="#FFFFFF"/>
    </inkml:brush>
  </inkml:definitions>
  <inkml:trace contextRef="#ctx0" brushRef="#br0">146 319 4895 0 0,'0'0'2898'0'0,"-1"9"-1544"0"0,-2 1-1023 0 0,0-1-1 0 0,-1 1 0 0 0,0-1 0 0 0,0 0 0 0 0,-10 15 1 0 0,6-11 26 0 0,-15 19 1 0 0,20-29-286 0 0,1-1-1 0 0,0 1 1 0 0,-1-1 0 0 0,1 1-1 0 0,-1-1 1 0 0,0 0 0 0 0,1 0-1 0 0,-1 0 1 0 0,0 0 0 0 0,0-1-1 0 0,-1 1 1 0 0,1-1 0 0 0,-4 1-1 0 0,6-2-47 0 0,0 0 0 0 0,0 0-1 0 0,0 0 1 0 0,0 0 0 0 0,0-1 0 0 0,0 1-1 0 0,0 0 1 0 0,0-1 0 0 0,0 1-1 0 0,0-1 1 0 0,0 1 0 0 0,1-1-1 0 0,-1 1 1 0 0,0-1 0 0 0,0 0 0 0 0,1 1-1 0 0,-1-1 1 0 0,0 0 0 0 0,1 0-1 0 0,-1 0 1 0 0,0 1 0 0 0,1-1-1 0 0,-1 0 1 0 0,0-1 0 0 0,-9-22 473 0 0,8 16-323 0 0,0 0 0 0 0,1 0 0 0 0,0 1 0 0 0,0-1 0 0 0,1 0 1 0 0,0-12-1 0 0,10-49 569 0 0,-4 33-401 0 0,27-190 568 0 0,-34 193-768 0 0,0 30 104 0 0,-3 6-137 0 0,-3 5-94 0 0,5-4-197 0 0,0 1 0 0 0,1-1-1 0 0,0 1 1 0 0,-1 0 0 0 0,2-1-1 0 0,-1 1 1 0 0,0 0 0 0 0,1 0-1 0 0,0-1 1 0 0,0 1 0 0 0,1 5-1 0 0,0 2-2834 0 0,0 3-2338 0 0</inkml:trace>
</inkml:ink>
</file>

<file path=ppt/ink/ink3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14.883"/>
    </inkml:context>
    <inkml:brush xml:id="br0">
      <inkml:brushProperty name="width" value="0.1" units="cm"/>
      <inkml:brushProperty name="height" value="0.1" units="cm"/>
      <inkml:brushProperty name="color" value="#FFFFFF"/>
    </inkml:brush>
  </inkml:definitions>
  <inkml:trace contextRef="#ctx0" brushRef="#br0">462 1 2815 0 0,'4'11'7952'0'0,"-4"-8"-7249"0"0,0 21 1315 0 0,-1-16-2006 0 0,0-1 1 0 0,0 0-1 0 0,-1 0 1 0 0,-4 13-1 0 0,2-13 67 0 0,-1 0-1 0 0,0 0 1 0 0,0 0-1 0 0,0-1 1 0 0,-1 0-1 0 0,0 0 1 0 0,0 0 0 0 0,0 0-1 0 0,-1-1 1 0 0,0 0-1 0 0,0-1 1 0 0,0 0-1 0 0,-1 0 1 0 0,-14 6 0 0 0,7-5 80 0 0,0 0 1 0 0,-1-1 0 0 0,1 0 0 0 0,-1-1 0 0 0,0-1 0 0 0,1-1-1 0 0,-17 0 1 0 0,28-1-122 0 0,0 0-1 0 0,1 0 1 0 0,-1-1 0 0 0,0 1-1 0 0,1-1 1 0 0,-1 0 0 0 0,0 0-1 0 0,1-1 1 0 0,-1 1-1 0 0,1-1 1 0 0,0 1 0 0 0,-4-4-1 0 0,6 4-25 0 0,0 0 0 0 0,0 0 0 0 0,0 0 0 0 0,0 0 0 0 0,0 0-1 0 0,0 0 1 0 0,1 0 0 0 0,-1 0 0 0 0,0-1 0 0 0,1 1 0 0 0,-1 0 0 0 0,1-1-1 0 0,-1 1 1 0 0,1 0 0 0 0,0-1 0 0 0,0 1 0 0 0,-1 0 0 0 0,1-1 0 0 0,0 1-1 0 0,0-1 1 0 0,0 1 0 0 0,1 0 0 0 0,-1-1 0 0 0,0 1 0 0 0,0-1 0 0 0,1 1-1 0 0,-1 0 1 0 0,1-1 0 0 0,-1 1 0 0 0,1 0 0 0 0,0 0 0 0 0,-1-1 0 0 0,1 1-1 0 0,1-2 1 0 0,1-1 14 0 0,-1 0-1 0 0,1 1 1 0 0,0-1-1 0 0,0 0 1 0 0,0 1-1 0 0,1 0 1 0 0,-1-1-1 0 0,6-2 1 0 0,-6 4-21 0 0,-1 1 0 0 0,1-1 0 0 0,-1 1 0 0 0,1 0 0 0 0,0 0 0 0 0,0 0 0 0 0,-1 0 0 0 0,1 1 0 0 0,0-1-1 0 0,0 1 1 0 0,0 0 0 0 0,0 0 0 0 0,-1 0 0 0 0,7 0 0 0 0,-8 1-5 0 0,1-1 0 0 0,-1 0 1 0 0,0 1-1 0 0,0-1 0 0 0,0 1 0 0 0,1-1 0 0 0,-1 1 0 0 0,0 0 0 0 0,0-1 0 0 0,0 1 0 0 0,0 0 0 0 0,0 0 0 0 0,0 0 0 0 0,0 0 1 0 0,0 0-1 0 0,0 0 0 0 0,-1 0 0 0 0,1 0 0 0 0,0 0 0 0 0,-1 0 0 0 0,1 0 0 0 0,-1 0 0 0 0,1 1 0 0 0,-1-1 0 0 0,1 0 1 0 0,-1 0-1 0 0,0 1 0 0 0,1-1 0 0 0,-1 0 0 0 0,0 0 0 0 0,0 1 0 0 0,0-1 0 0 0,0 0 0 0 0,0 1 0 0 0,-1 0 0 0 0,0 5 29 0 0,1-1 0 0 0,-2 1 1 0 0,1-1-1 0 0,-1 0 0 0 0,-4 10 0 0 0,1-5 44 0 0,0 0 1 0 0,-1 0 0 0 0,0-1 0 0 0,-15 17 0 0 0,-35 33 304 0 0,43-47-328 0 0,6-6-41 0 0,-1 0 0 0 0,1 0 1 0 0,-1 0-1 0 0,0-1 0 0 0,-1 0 0 0 0,0-1 0 0 0,0 0 1 0 0,0 0-1 0 0,0-1 0 0 0,-1 0 0 0 0,-18 4 1 0 0,15-9-392 0 0</inkml:trace>
</inkml:ink>
</file>

<file path=ppt/ink/ink3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15.649"/>
    </inkml:context>
    <inkml:brush xml:id="br0">
      <inkml:brushProperty name="width" value="0.1" units="cm"/>
      <inkml:brushProperty name="height" value="0.1" units="cm"/>
      <inkml:brushProperty name="color" value="#FFFFFF"/>
    </inkml:brush>
  </inkml:definitions>
  <inkml:trace contextRef="#ctx0" brushRef="#br0">0 442 2935 0 0,'5'4'4658'0'0,"51"-130"1009"0"0,-46 101-5254 0 0,-2-2 0 0 0,-1 1-1 0 0,4-30 1 0 0,-10 49-402 0 0,30-161-190 0 0,-28 158-3395 0 0</inkml:trace>
</inkml:ink>
</file>

<file path=ppt/ink/ink3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16.460"/>
    </inkml:context>
    <inkml:brush xml:id="br0">
      <inkml:brushProperty name="width" value="0.1" units="cm"/>
      <inkml:brushProperty name="height" value="0.1" units="cm"/>
      <inkml:brushProperty name="color" value="#FFFFFF"/>
    </inkml:brush>
  </inkml:definitions>
  <inkml:trace contextRef="#ctx0" brushRef="#br0">1 27 4319 0 0,'10'-2'384'0'0,"-5"2"-312"0"0,1-1-72 0 0,2 0 0 0 0,2-1 1104 0 0,3 0 208 0 0,2 0 32 0 0,2 0 16 0 0,2 0-472 0 0,1 0-96 0 0,-1 0-24 0 0,0 0 0 0 0,0 0-472 0 0,-3-1-96 0 0,-1 2-16 0 0,1 1-3840 0 0,-1 1-768 0 0</inkml:trace>
</inkml:ink>
</file>

<file path=ppt/ink/ink3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16.883"/>
    </inkml:context>
    <inkml:brush xml:id="br0">
      <inkml:brushProperty name="width" value="0.1" units="cm"/>
      <inkml:brushProperty name="height" value="0.1" units="cm"/>
      <inkml:brushProperty name="color" value="#FFFFFF"/>
    </inkml:brush>
  </inkml:definitions>
  <inkml:trace contextRef="#ctx0" brushRef="#br0">272 1 5815 0 0,'0'0'1819'0'0,"2"16"3082"0"0,-3-10-4672 0 0,0 0-1 0 0,-1 0 1 0 0,1 0-1 0 0,-1-1 1 0 0,-1 1-1 0 0,1 0 1 0 0,-1-1-1 0 0,0 0 1 0 0,0 0-1 0 0,-7 9 1 0 0,-6 5 188 0 0,-23 22 1 0 0,31-34-325 0 0,-22 24-264 0 0,-45 43 939 0 0,20-29-5487 0 0,36-31-377 0 0</inkml:trace>
</inkml:ink>
</file>

<file path=ppt/ink/ink3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23.690"/>
    </inkml:context>
    <inkml:brush xml:id="br0">
      <inkml:brushProperty name="width" value="0.1" units="cm"/>
      <inkml:brushProperty name="height" value="0.1" units="cm"/>
      <inkml:brushProperty name="color" value="#FFFFFF"/>
    </inkml:brush>
  </inkml:definitions>
  <inkml:trace contextRef="#ctx0" brushRef="#br0">1753 181 2359 0 0,'0'0'7480'0'0,"-1"0"-7397"0"0,1 0 0 0 0,0 0 0 0 0,-1-1 0 0 0,1 1 0 0 0,0 0 0 0 0,-1 0-1 0 0,1 0 1 0 0,0-1 0 0 0,-1 1 0 0 0,1 0 0 0 0,-1 0 0 0 0,1 0 0 0 0,0 0 0 0 0,-1 0-1 0 0,1 0 1 0 0,-1 0 0 0 0,1 0 0 0 0,-1 0 0 0 0,-12 7 778 0 0,1 0 0 0 0,0 0 0 0 0,-17 16 0 0 0,15-12-293 0 0,-25 16 1 0 0,-137 61 1089 0 0,149-78-1549 0 0,-1-1-1 0 0,0-1 1 0 0,0-2 0 0 0,0-1 0 0 0,-1-1 0 0 0,-49 1 0 0 0,44-4-65 0 0,22 0-35 0 0,0 0 0 0 0,0-1 0 0 0,0-1-1 0 0,-23-3 1 0 0,22 1-5 0 0,11 3-2 0 0,0 0 0 0 0,0-1 0 0 0,0 1 0 0 0,-1-1 0 0 0,1 1 1 0 0,0-1-1 0 0,0 1 0 0 0,0-1 0 0 0,0 0 0 0 0,0 0 1 0 0,0 0-1 0 0,1 0 0 0 0,-1-1 0 0 0,0 1 0 0 0,0 0 0 0 0,1-1 1 0 0,-1 1-1 0 0,1-1 0 0 0,-1 0 0 0 0,1 1 0 0 0,0-1 0 0 0,-2-3 1 0 0,-1-4 2 0 0,2 0 1 0 0,-1 0-1 0 0,1-1 1 0 0,0 1-1 0 0,1-1 1 0 0,-1-15-1 0 0,7-59 28 0 0,-3 58-30 0 0,2-22-3 0 0,2-32 0 0 0,-1 35 0 0 0,-14 247 0 0 0,6-184 0 0 0,0 0 0 0 0,-2-1 0 0 0,0 1 0 0 0,0-1 0 0 0,-17 33 0 0 0,16-41 0 0 0,0-1 0 0 0,-1 0 0 0 0,0 0 0 0 0,0-1 0 0 0,-1 0 0 0 0,0 0 0 0 0,0-1 0 0 0,-1 0 0 0 0,1 0 0 0 0,-12 5 0 0 0,11-7 4 0 0,-1 0-1 0 0,1-1 1 0 0,-1 0-1 0 0,1-1 1 0 0,-1 0 0 0 0,0 0-1 0 0,0-1 1 0 0,-16 0-1 0 0,13-1 2 0 0,0-1-1 0 0,0 0 1 0 0,0-1 0 0 0,0 0-1 0 0,0-1 1 0 0,-14-6-1 0 0,3 1-130 0 0,0-2 0 0 0,1-1 0 0 0,-38-23 0 0 0,59 32 111 0 0,0 1 0 0 0,-1-1 1 0 0,1 0-1 0 0,0 0 0 0 0,0 0 0 0 0,0 0 0 0 0,1 0 0 0 0,-1 0 0 0 0,0 0 0 0 0,1-1 1 0 0,-1 1-1 0 0,1-1 0 0 0,0 1 0 0 0,0-1 0 0 0,0 1 0 0 0,0-1 0 0 0,0 0 1 0 0,1 0-1 0 0,-1 1 0 0 0,1-1 0 0 0,0 0 0 0 0,0 0 0 0 0,0 0 0 0 0,0 1 0 0 0,0-1 1 0 0,2-5-1 0 0,-1 5-48 0 0,0-1 0 0 0,1 0 1 0 0,-1 1-1 0 0,1-1 0 0 0,0 1 0 0 0,0 0 1 0 0,0 0-1 0 0,1 0 0 0 0,-1 0 0 0 0,1 0 1 0 0,-1 0-1 0 0,1 0 0 0 0,0 1 1 0 0,0-1-1 0 0,1 1 0 0 0,-1 0 0 0 0,0 0 1 0 0,1 0-1 0 0,3-1 0 0 0,-4 2 3 0 0,0-1 1 0 0,1 1-1 0 0,-1 0 0 0 0,0 0 0 0 0,1 0 0 0 0,-1 1 0 0 0,1-1 1 0 0,-1 1-1 0 0,1 0 0 0 0,-1 0 0 0 0,6 1 0 0 0,-7-1 51 0 0,0 1 0 0 0,0 0 1 0 0,0-1-1 0 0,0 1 0 0 0,0 0 0 0 0,-1 0 0 0 0,1 0 0 0 0,0 0 0 0 0,0 1 1 0 0,-1-1-1 0 0,1 0 0 0 0,-1 1 0 0 0,1-1 0 0 0,-1 1 0 0 0,0 0 1 0 0,1-1-1 0 0,-1 1 0 0 0,0 0 0 0 0,0 0 0 0 0,1 3 0 0 0,1 1 39 0 0,-1 0-1 0 0,0 0 1 0 0,0 0-1 0 0,0 0 0 0 0,-1 0 1 0 0,1 0-1 0 0,-1 1 1 0 0,-1 7-1 0 0,0-9 5 0 0,0-1 0 0 0,-1 0 0 0 0,0 0 0 0 0,0 0 0 0 0,0 0 0 0 0,0 0 0 0 0,-1 0 0 0 0,1 0 0 0 0,-1 0 0 0 0,0-1 0 0 0,0 1 1 0 0,-1-1-1 0 0,-4 6 0 0 0,2-3 50 0 0,-1 0 0 0 0,0-1 0 0 0,-1 0 0 0 0,1 0 1 0 0,-1-1-1 0 0,0 0 0 0 0,0 0 0 0 0,0 0 1 0 0,-1-1-1 0 0,-10 3 0 0 0,-7 2 142 0 0,-48 7 0 0 0,35-8-150 0 0,1-3 0 0 0,-1-1-1 0 0,0-1 1 0 0,-59-7 0 0 0,60 2-21 0 0,13 1-61 0 0,-44-10 0 0 0,62 11 24 0 0,-1-1 1 0 0,1 0 0 0 0,0-1-1 0 0,0 1 1 0 0,0-1 0 0 0,1 0-1 0 0,-1-1 1 0 0,1 1 0 0 0,0-1-1 0 0,-1 0 1 0 0,-7-8 0 0 0,12 10-34 0 0,0 1 0 0 0,0-1 0 0 0,0 1 0 0 0,0-1 0 0 0,0 0 0 0 0,0 1 0 0 0,1-1 0 0 0,-1 0 0 0 0,0 0 0 0 0,1 0 1 0 0,-1 1-1 0 0,1-1 0 0 0,0 0 0 0 0,0 0 0 0 0,-1-3 0 0 0,6-17-4750 0 0,3 6-989 0 0</inkml:trace>
</inkml:ink>
</file>

<file path=ppt/ink/ink3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23.889"/>
    </inkml:context>
    <inkml:brush xml:id="br0">
      <inkml:brushProperty name="width" value="0.1" units="cm"/>
      <inkml:brushProperty name="height" value="0.1" units="cm"/>
      <inkml:brushProperty name="color" value="#FFFFFF"/>
    </inkml:brush>
  </inkml:definitions>
  <inkml:trace contextRef="#ctx0" brushRef="#br0">10 0 2879 0 0,'-2'1'12126'0'0,"-4"7"-11662"0"0,5 0-845 0 0</inkml:trace>
</inkml:ink>
</file>

<file path=ppt/ink/ink3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24.969"/>
    </inkml:context>
    <inkml:brush xml:id="br0">
      <inkml:brushProperty name="width" value="0.1" units="cm"/>
      <inkml:brushProperty name="height" value="0.1" units="cm"/>
      <inkml:brushProperty name="color" value="#FFFFFF"/>
    </inkml:brush>
  </inkml:definitions>
  <inkml:trace contextRef="#ctx0" brushRef="#br0">1 1 5903 0 0,'0'0'1698'0'0,"5"13"-38"0"0,-1 2-1038 0 0,0 1 0 0 0,-1 0 0 0 0,-1 0 0 0 0,0 0 0 0 0,-1 21 1 0 0,-11 79 787 0 0,0 7-1264 0 0</inkml:trace>
</inkml:ink>
</file>

<file path=ppt/ink/ink3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25.440"/>
    </inkml:context>
    <inkml:brush xml:id="br0">
      <inkml:brushProperty name="width" value="0.1" units="cm"/>
      <inkml:brushProperty name="height" value="0.1" units="cm"/>
      <inkml:brushProperty name="color" value="#FFFFFF"/>
    </inkml:brush>
  </inkml:definitions>
  <inkml:trace contextRef="#ctx0" brushRef="#br0">53 337 3335 0 0,'0'0'258'0'0,"-9"6"3331"0"0,6-8-3245 0 0,1 0-1 0 0,-1 0 1 0 0,1-1-1 0 0,-1 1 1 0 0,1-1-1 0 0,0 1 1 0 0,0-1-1 0 0,0 0 1 0 0,0 0-1 0 0,1 1 1 0 0,-1-1-1 0 0,1 0 1 0 0,-2-6-1 0 0,-1-6-140 0 0,1 1-1 0 0,0-1 1 0 0,1 0-1 0 0,1 0 1 0 0,0 0-1 0 0,1-1 1 0 0,1 1-1 0 0,0 0 1 0 0,1 0-1 0 0,1 0 1 0 0,0 1-1 0 0,1-1 0 0 0,9-23 1 0 0,-10 32-195 0 0,1-1 1 0 0,0 1-1 0 0,0 0 0 0 0,0 0 0 0 0,0 0 1 0 0,10-8-1 0 0,-12 12-8 0 0,0 0 0 0 0,0 1-1 0 0,0-1 1 0 0,0 1 0 0 0,0 0 0 0 0,0-1 0 0 0,0 1-1 0 0,0 0 1 0 0,1 0 0 0 0,-1 0 0 0 0,0 1 0 0 0,1-1-1 0 0,-1 1 1 0 0,1-1 0 0 0,-1 1 0 0 0,1 0 0 0 0,-1 0-1 0 0,1 0 1 0 0,-1 0 0 0 0,0 0 0 0 0,1 0 0 0 0,-1 1-1 0 0,4 0 1 0 0,-5 0 0 0 0,1 0 0 0 0,0 0 0 0 0,0 0 0 0 0,0 1 0 0 0,-1-1 0 0 0,1 0 0 0 0,0 1 0 0 0,-1 0 0 0 0,0-1 0 0 0,1 1 0 0 0,-1 0 0 0 0,0-1 0 0 0,0 1 0 0 0,0 0 0 0 0,0 0 0 0 0,0 0 0 0 0,0 0 0 0 0,0 0 0 0 0,0 3 0 0 0,2 6 0 0 0,-1 1 0 0 0,2 14 0 0 0,-4-20 0 0 0,4 23 80 0 0,-2 0-1 0 0,-2 1 0 0 0,0-1 1 0 0,-2 0-1 0 0,-7 38 0 0 0,6-57-29 0 0,0-1 0 0 0,0 1 0 0 0,-1 0 0 0 0,-1-1 0 0 0,-7 13 0 0 0,11-21-162 0 0,1-1 1 0 0,0 1-1 0 0,0-1 0 0 0,0 0 0 0 0,0 1 1 0 0,0-1-1 0 0,0 0 0 0 0,0 1 0 0 0,-1-1 1 0 0,1 0-1 0 0,0 1 0 0 0,0-1 0 0 0,0 0 0 0 0,-1 0 1 0 0,1 1-1 0 0,0-1 0 0 0,-1 0 0 0 0,1 0 1 0 0,0 1-1 0 0,0-1 0 0 0,-1 0 0 0 0,1 0 0 0 0,0 0 1 0 0,-1 1-1 0 0,1-1 0 0 0,0 0 0 0 0,-1 0 1 0 0</inkml:trace>
</inkml:ink>
</file>

<file path=ppt/ink/ink3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25.893"/>
    </inkml:context>
    <inkml:brush xml:id="br0">
      <inkml:brushProperty name="width" value="0.1" units="cm"/>
      <inkml:brushProperty name="height" value="0.1" units="cm"/>
      <inkml:brushProperty name="color" value="#FFFFFF"/>
    </inkml:brush>
  </inkml:definitions>
  <inkml:trace contextRef="#ctx0" brushRef="#br0">102 326 2359 0 0,'-5'25'506'0'0,"0"-18"443"0"0,1-4-280 0 0,3-2-489 0 0,0 0 0 0 0,0 1 0 0 0,0-1-1 0 0,0 0 1 0 0,0 0 0 0 0,0 0 0 0 0,0 0-1 0 0,-1 0 1 0 0,1 0 0 0 0,0 0 0 0 0,-1-1 0 0 0,1 1-1 0 0,-1 0 1 0 0,1-1 0 0 0,-1 1 0 0 0,1-1-1 0 0,-1 0 1 0 0,1 1 0 0 0,-1-1 0 0 0,0 0-1 0 0,1 0 1 0 0,-1 0 0 0 0,1 0 0 0 0,-1 0-1 0 0,1 0 1 0 0,-1-1 0 0 0,0 1 0 0 0,1 0-1 0 0,-1-1 1 0 0,1 1 0 0 0,-1-1 0 0 0,1 0-1 0 0,0 0 1 0 0,-1 1 0 0 0,1-1 0 0 0,0 0-1 0 0,-1 0 1 0 0,1 0 0 0 0,0 0 0 0 0,0 0-1 0 0,0 0 1 0 0,-2-3 0 0 0,0 0 7 0 0,0 0 0 0 0,0 0 0 0 0,0 0 1 0 0,1-1-1 0 0,-1 1 0 0 0,1-1 0 0 0,0 0 0 0 0,1 0 0 0 0,-1 1 0 0 0,1-1 1 0 0,0 0-1 0 0,-1-8 0 0 0,2-1-32 0 0,1-1 1 0 0,0 1-1 0 0,2 0 1 0 0,-1 0 0 0 0,8-21-1 0 0,29-67 41 0 0,-35 93-196 0 0,1 0-1 0 0,0 1 1 0 0,0-1-1 0 0,8-9 1 0 0,-11 15 4 0 0,1 0 1 0 0,-1 0-1 0 0,1 1 1 0 0,0-1-1 0 0,0 1 1 0 0,0-1-1 0 0,0 1 0 0 0,0 0 1 0 0,1 0-1 0 0,-1 1 1 0 0,0-1-1 0 0,1 1 0 0 0,0-1 1 0 0,4 0-1 0 0,-6 2-4 0 0,1 0 0 0 0,0 0 0 0 0,-1 0 0 0 0,1 1 0 0 0,0-1 0 0 0,-1 1 0 0 0,1 0 0 0 0,0-1 0 0 0,-1 1 0 0 0,1 0 0 0 0,-1 1 0 0 0,1-1 0 0 0,-1 0 0 0 0,3 3 0 0 0,0-1 0 0 0,1 1 0 0 0,-1 1 0 0 0,0-1 0 0 0,7 9 0 0 0,-7-7 36 0 0,-1-1-1 0 0,0 1 0 0 0,-1 0 1 0 0,1 0-1 0 0,-1 1 0 0 0,0-1 1 0 0,-1 1-1 0 0,0-1 0 0 0,0 1 1 0 0,0 0-1 0 0,-1 0 0 0 0,0 0 0 0 0,0 0 1 0 0,-1 0-1 0 0,0 0 0 0 0,0 0 1 0 0,0 0-1 0 0,-1 0 0 0 0,0 0 1 0 0,-1 0-1 0 0,1 0 0 0 0,-5 10 1 0 0,-1 0 29 0 0,-1 0 0 0 0,-1 0 0 0 0,0 0 0 0 0,-2-1 0 0 0,1-1 0 0 0,-2 0 0 0 0,-15 16 1 0 0,8-10-867 0 0</inkml:trace>
</inkml:ink>
</file>

<file path=ppt/ink/ink3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43.865"/>
    </inkml:context>
    <inkml:brush xml:id="br0">
      <inkml:brushProperty name="width" value="0.1" units="cm"/>
      <inkml:brushProperty name="height" value="0.1" units="cm"/>
      <inkml:brushProperty name="color" value="#FFFFFF"/>
    </inkml:brush>
  </inkml:definitions>
  <inkml:trace contextRef="#ctx0" brushRef="#br0">7 15 3679 0 0,'0'0'1930'0'0,"1"21"327"0"0,-5 2-1421 0 0,2 1 1 0 0,0 0-1 0 0,2 0 0 0 0,4 35 0 0 0,-4-46-787 0 0,0-10-11 0 0,0 0 0 0 0,0 0 0 0 0,0 0 0 0 0,1 1 0 0 0,-1-1 0 0 0,2 5 0 0 0,-1-7-25 0 0,-1 0 0 0 0,1 1 1 0 0,0-1-1 0 0,0 1 0 0 0,0-1 0 0 0,0 0 0 0 0,0 0 1 0 0,0 0-1 0 0,0 1 0 0 0,0-1 0 0 0,0 0 0 0 0,1 0 1 0 0,-1 0-1 0 0,0-1 0 0 0,1 1 0 0 0,-1 0 0 0 0,1 0 0 0 0,1 0 1 0 0,2 0 27 0 0,0 0 1 0 0,0 0 0 0 0,0 0 0 0 0,0 0-1 0 0,0-1 1 0 0,0 0 0 0 0,0 0 0 0 0,0 0-1 0 0,0-1 1 0 0,0 0 0 0 0,0 0-1 0 0,0 0 1 0 0,0 0 0 0 0,0-1 0 0 0,-1 0-1 0 0,1 0 1 0 0,0 0 0 0 0,-1-1 0 0 0,5-2-1 0 0,-5 1-22 0 0,0 0-1 0 0,-1 0 0 0 0,0 0 0 0 0,1 0 1 0 0,-1 0-1 0 0,0 0 0 0 0,-1-1 1 0 0,1 0-1 0 0,2-7 0 0 0,-1 3 6 0 0,10-19 60 0 0,-1-1 1 0 0,-2-1-1 0 0,11-44 0 0 0,-21 70-84 0 0,2-5 0 0 0,-2 7 0 0 0,1 7 0 0 0,1 9 0 0 0,-3-12 0 0 0,-1 83 0 0 0,-1-61 7 0 0,2-17 7 0 0,-1 0 1 0 0,1 0-1 0 0,0 1 1 0 0,1-1-1 0 0,0 0 1 0 0,3 13 499 0 0,-7 7-496 0 0,2-25 34 0 0,-1 17 145 0 0,3-7-10 0 0,-1-1 0 0 0,5 22 0 0 0,-2-11-167 0 0,11 80 412 0 0,-13-101-481 0 0,0 1-9 0 0</inkml:trace>
</inkml:ink>
</file>

<file path=ppt/ink/ink3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44.584"/>
    </inkml:context>
    <inkml:brush xml:id="br0">
      <inkml:brushProperty name="width" value="0.1" units="cm"/>
      <inkml:brushProperty name="height" value="0.1" units="cm"/>
      <inkml:brushProperty name="color" value="#FFFFFF"/>
    </inkml:brush>
  </inkml:definitions>
  <inkml:trace contextRef="#ctx0" brushRef="#br0">21 0 4863 0 0,'0'0'375'0'0,"4"17"820"0"0,3 4-265 0 0,-2-1 1 0 0,0 1 0 0 0,-2 1 0 0 0,0-1-1 0 0,-1 26 1 0 0,-9 108 819 0 0,-12-34-261 0 0,9-70-553 0 0,-2 53-1 0 0,12-100-846 0 0,-1 0 4 0 0,1 0 1 0 0,0 1-1 0 0,0-1 0 0 0,0 0 0 0 0,0 0 1 0 0,1 0-1 0 0,0 1 0 0 0,2 7 0 0 0,-3-12-93 0 0,0 0 1 0 0,1 0-1 0 0,-1 1 0 0 0,0-1 0 0 0,0 0 0 0 0,0 1 1 0 0,0-1-1 0 0,1 0 0 0 0,-1 0 0 0 0,0 0 0 0 0,0 1 0 0 0,1-1 1 0 0,-1 0-1 0 0,0 0 0 0 0,0 0 0 0 0,1 1 0 0 0,-1-1 1 0 0,0 0-1 0 0,1 0 0 0 0,-1 0 0 0 0,0 0 0 0 0,0 0 1 0 0,1 0-1 0 0,-1 0 0 0 0,0 0 0 0 0,1 0 0 0 0,-1 0 0 0 0,0 0 1 0 0,1 0-1 0 0,-1 0 0 0 0,0 0 0 0 0,1 0 0 0 0,-1 0 1 0 0,0 0-1 0 0,0 0 0 0 0,1 0 0 0 0,-1 0 0 0 0,0 0 1 0 0,1-1-1 0 0,-1 1 0 0 0,1 0 0 0 0,7-7-1117 0 0,0-7-4146 0 0</inkml:trace>
</inkml:ink>
</file>

<file path=ppt/ink/ink3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45.049"/>
    </inkml:context>
    <inkml:brush xml:id="br0">
      <inkml:brushProperty name="width" value="0.1" units="cm"/>
      <inkml:brushProperty name="height" value="0.1" units="cm"/>
      <inkml:brushProperty name="color" value="#FFFFFF"/>
    </inkml:brush>
  </inkml:definitions>
  <inkml:trace contextRef="#ctx0" brushRef="#br0">1 1 4487 0 0,'0'0'586'0'0,"17"0"5300"0"0,-15 1-5693 0 0,0 0-1 0 0,0 1 1 0 0,0-1 0 0 0,0 1-1 0 0,-1 0 1 0 0,1 0-1 0 0,0-1 1 0 0,-1 1-1 0 0,0 0 1 0 0,1 0 0 0 0,-1 0-1 0 0,0 0 1 0 0,0 1-1 0 0,0-1 1 0 0,0 0-1 0 0,0 0 1 0 0,0 4 0 0 0,2 5 53 0 0,-1 1 1 0 0,1 13 0 0 0,-2-18-55 0 0,2 28 281 0 0,-2 0 0 0 0,-3 40 0 0 0,-13 71 630 0 0,11-109-954 0 0,2-23-131 0 0,-1 10 112 0 0,0 1 0 0 0,2-1 0 0 0,2 30 0 0 0,1-45-166 0 0,-2-8-157 0 0,3-1-389 0 0</inkml:trace>
</inkml:ink>
</file>

<file path=ppt/ink/ink3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45.300"/>
    </inkml:context>
    <inkml:brush xml:id="br0">
      <inkml:brushProperty name="width" value="0.1" units="cm"/>
      <inkml:brushProperty name="height" value="0.1" units="cm"/>
      <inkml:brushProperty name="color" value="#FFFFFF"/>
    </inkml:brush>
  </inkml:definitions>
  <inkml:trace contextRef="#ctx0" brushRef="#br0">0 18 4831 0 0,'14'-2'520'0'0,"36"-5"3353"0"0,90-1 0 0 0,51 17-2512 0 0,-169-6-4830 0 0,-4 0-1249 0 0</inkml:trace>
</inkml:ink>
</file>

<file path=ppt/ink/ink3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46.989"/>
    </inkml:context>
    <inkml:brush xml:id="br0">
      <inkml:brushProperty name="width" value="0.1" units="cm"/>
      <inkml:brushProperty name="height" value="0.1" units="cm"/>
      <inkml:brushProperty name="color" value="#FFFFFF"/>
    </inkml:brush>
  </inkml:definitions>
  <inkml:trace contextRef="#ctx0" brushRef="#br0">63 25 2991 0 0,'0'-1'34'0'0,"0"0"-1"0"0,0 0 0 0 0,1 0 0 0 0,-1 0 0 0 0,0 0 0 0 0,0 0 0 0 0,0 0 0 0 0,1 1 0 0 0,-1-1 0 0 0,1 0 0 0 0,-1 0 0 0 0,0 0 0 0 0,1 0 0 0 0,0 0 0 0 0,-1 1 0 0 0,1-1 0 0 0,-1 0 0 0 0,1 0 0 0 0,0 1 0 0 0,-1-1 1 0 0,1 1-1 0 0,8-7 3887 0 0,-14 11-3044 0 0,4-2-719 0 0,0 0-1 0 0,0-1 1 0 0,0 1-1 0 0,0 0 1 0 0,0 1-1 0 0,1-1 0 0 0,-1 0 1 0 0,1 0-1 0 0,-1 0 1 0 0,1 0-1 0 0,0 0 1 0 0,0 1-1 0 0,0-1 0 0 0,0 0 1 0 0,0 3-1 0 0,0 7 328 0 0,1 15 413 0 0,0-21-774 0 0,-1 0-1 0 0,0 0 1 0 0,0 0 0 0 0,-1 7 0 0 0,-2-3-97 0 0,0-1 0 0 0,0 0 0 0 0,-1 0 1 0 0,0 0-1 0 0,0 0 0 0 0,-1 0 0 0 0,0-1 0 0 0,-8 10 1 0 0,-11 18 158 0 0,24-35-132 0 0,17-5-430 0 0,-5-3-3442 0 0</inkml:trace>
</inkml:ink>
</file>

<file path=ppt/ink/ink3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56.021"/>
    </inkml:context>
    <inkml:brush xml:id="br0">
      <inkml:brushProperty name="width" value="0.1" units="cm"/>
      <inkml:brushProperty name="height" value="0.1" units="cm"/>
      <inkml:brushProperty name="color" value="#FFFFFF"/>
    </inkml:brush>
  </inkml:definitions>
  <inkml:trace contextRef="#ctx0" brushRef="#br0">162 10 2383 0 0,'5'-9'5778'0'0,"-1"14"-4414"0"0,-3-2-1184 0 0,0 1 0 0 0,-1 0 0 0 0,0 0 0 0 0,0 0 0 0 0,0 0 0 0 0,0 0 0 0 0,-1 0 0 0 0,1 0 0 0 0,-1 0 0 0 0,0 0 0 0 0,0-1 0 0 0,-3 7 0 0 0,-3 4 349 0 0,-14 25 1 0 0,16-31-355 0 0,-15 21 209 0 0,-1-1 1 0 0,-26 28-1 0 0,10-13-895 0 0,30-34-2796 0 0</inkml:trace>
</inkml:ink>
</file>

<file path=ppt/ink/ink3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3:56.515"/>
    </inkml:context>
    <inkml:brush xml:id="br0">
      <inkml:brushProperty name="width" value="0.1" units="cm"/>
      <inkml:brushProperty name="height" value="0.1" units="cm"/>
      <inkml:brushProperty name="color" value="#FFFFFF"/>
    </inkml:brush>
  </inkml:definitions>
  <inkml:trace contextRef="#ctx0" brushRef="#br0">310 0 3823 0 0,'0'0'298'0'0,"-2"14"1926"0"0,1-6-1816 0 0,-1 0 0 0 0,2 0-1 0 0,-1 0 1 0 0,1 0 0 0 0,0 0 0 0 0,1 0 0 0 0,1 9 0 0 0,0 8 255 0 0,0 5-6 0 0,3 78 1233 0 0,-6-90-1663 0 0,0 0 0 0 0,-1-1-1 0 0,-1 1 1 0 0,-5 18-1 0 0,6-28-170 0 0,-1 1 0 0 0,0-1 0 0 0,-1 0-1 0 0,0 0 1 0 0,0-1 0 0 0,-1 1 0 0 0,-9 11-1 0 0,10-15-27 0 0,0 0 0 0 0,0 0 0 0 0,0 0 0 0 0,-1 0 0 0 0,0-1-1 0 0,0 1 1 0 0,0-1 0 0 0,0 0 0 0 0,0-1 0 0 0,0 1 0 0 0,-1-1-1 0 0,-6 2 1 0 0,10-4-18 0 0,-1 1 0 0 0,1-1 0 0 0,0 1 1 0 0,0-1-1 0 0,-1 0 0 0 0,1 0 0 0 0,0 0 0 0 0,-1-1 0 0 0,1 1 0 0 0,0 0 0 0 0,0-1 0 0 0,0 1 0 0 0,-1-1 0 0 0,1 0 0 0 0,0 0 0 0 0,0 0 0 0 0,0 0 0 0 0,0 0 0 0 0,0 0 1 0 0,0-1-1 0 0,1 1 0 0 0,-1 0 0 0 0,0-1 0 0 0,1 0 0 0 0,-3-1 0 0 0,-1-5 68 0 0,-1 0 0 0 0,1 0 0 0 0,1 0 0 0 0,-7-16 0 0 0,2 6-20 0 0,9 17-53 0 0,0 0 0 0 0,-1 0 1 0 0,1 0-1 0 0,-1 1 1 0 0,1-1-1 0 0,-1 0 0 0 0,1 1 1 0 0,-1-1-1 0 0,1 0 0 0 0,-1 1 1 0 0,0-1-1 0 0,1 1 1 0 0,-1-1-1 0 0,0 1 0 0 0,1-1 1 0 0,-1 1-1 0 0,0-1 0 0 0,0 1 1 0 0,0 0-1 0 0,1-1 1 0 0,-1 1-1 0 0,0 0 0 0 0,0 0 1 0 0,-1-1-1 0 0,0 2 4 0 0,0-1-1 0 0,1 0 1 0 0,-1 1 0 0 0,0-1 0 0 0,1 1-1 0 0,-1-1 1 0 0,0 1 0 0 0,1 0-1 0 0,-1-1 1 0 0,1 1 0 0 0,-3 2-1 0 0,-3 3 49 0 0,1-1 0 0 0,0 1 0 0 0,-11 14 0 0 0,0 3-1422 0 0,13-16-1588 0 0</inkml:trace>
</inkml:ink>
</file>

<file path=ppt/ink/ink3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4:06.691"/>
    </inkml:context>
    <inkml:brush xml:id="br0">
      <inkml:brushProperty name="width" value="0.1" units="cm"/>
      <inkml:brushProperty name="height" value="0.1" units="cm"/>
      <inkml:brushProperty name="color" value="#FFFFFF"/>
    </inkml:brush>
  </inkml:definitions>
  <inkml:trace contextRef="#ctx0" brushRef="#br0">517 1 2791 0 0,'0'0'1942'0'0,"-11"5"672"0"0,1 0-1703 0 0,-1-1-1 0 0,1-1 0 0 0,-1 0 0 0 0,0 0 0 0 0,-11 1 1 0 0,-27 7 493 0 0,39-8-1089 0 0,-1-1 0 0 0,-13 2 0 0 0,-4-1 84 0 0,10 0-95 0 0,-22 0 1 0 0,4-1-42 0 0,-51 1 203 0 0,20-5-50 0 0,19 1 104 0 0,46 1-456 0 0,-2-1 6 0 0,4 1 20 0 0,-2 0 81 0 0,0 1-269 0 0,1 8 1127 0 0,2-8-1021 0 0,-2 12 58 0 0,0-12-63 0 0,8 15 386 0 0,-5-10-389 0 0,2-3 16 0 0,-3-2 13 0 0,1 1 0 0 0,0 0-1 0 0,-1-1 1 0 0,1 1 0 0 0,-1 0-1 0 0,0 0 1 0 0,3 4 0 0 0,-4-1-19 0 0,0 0 0 0 0,0 0 0 0 0,0 0 0 0 0,0 0 0 0 0,-1-1 0 0 0,-2 9 0 0 0,2-9-6 0 0,0 1 24 0 0,0 1-1 0 0,1-1 1 0 0,-1 0 0 0 0,1 0-1 0 0,0 1 1 0 0,1-1 0 0 0,-1 0-1 0 0,1 0 1 0 0,0 1-1 0 0,0-1 1 0 0,4 9 0 0 0,-2-6 8 0 0,-1 0 0 0 0,1 0 0 0 0,-2 1 0 0 0,2 8 0 0 0,-3-13-25 0 0,1 1 254 0 0,1-7-144 0 0,4-11-100 0 0,-3 6 9 0 0,-1 4-20 0 0,0 0 0 0 0,1 1 0 0 0,-1-1 0 0 0,1 0 1 0 0,-1 1-1 0 0,1 0 0 0 0,0 0 0 0 0,-1 0 0 0 0,1 0 0 0 0,0 0 0 0 0,0 1 0 0 0,1-1 0 0 0,-1 1 0 0 0,0-1 0 0 0,0 1 0 0 0,1 1 0 0 0,5-2 1 0 0,22-3 149 0 0,36 5-150 0 0,-24 0 25 0 0,-34-1-29 0 0,1 1 0 0 0,-1 0-1 0 0,0 1 1 0 0,13 1 0 0 0,-15 0-4 0 0,1 0 6 0 0,-1 0 1 0 0,1 0 0 0 0,6 3-1 0 0,-11-3-5 0 0,0-1-1 0 0,0 1 1 0 0,-1-1-1 0 0,1 1 1 0 0,-1 0 0 0 0,0 0-1 0 0,0 0 1 0 0,1 1-1 0 0,-1-1 1 0 0,3 5-1 0 0,-2-4-2 0 0,-1 1 0 0 0,0-1 0 0 0,1 1 0 0 0,-1-1 0 0 0,-1 1 0 0 0,1 0 0 0 0,0 0 0 0 0,-1 0 0 0 0,0-1 0 0 0,0 2 0 0 0,0-1 0 0 0,0 0 0 0 0,-1 0 0 0 0,0 0 0 0 0,1 0 0 0 0,-2 0 0 0 0,1 0 0 0 0,-1 5 0 0 0,-1-1 7 0 0,0-1 1 0 0,0 1-1 0 0,-1-1 0 0 0,0 0 1 0 0,0 0-1 0 0,-1-1 0 0 0,0 1 1 0 0,0-1-1 0 0,0 1 0 0 0,-1-1 1 0 0,0 0-1 0 0,0-1 0 0 0,-1 1 0 0 0,1-1 1 0 0,-1 0-1 0 0,0-1 0 0 0,-1 1 1 0 0,1-1-1 0 0,-1-1 0 0 0,0 1 1 0 0,0-1-1 0 0,0 0 0 0 0,0-1 1 0 0,-8 3-1 0 0,-15 2 65 0 0,16-4-72 0 0,1 0 1 0 0,-17 2-1 0 0,-62 2-1870 0 0,70-4-5228 0 0</inkml:trace>
</inkml:ink>
</file>

<file path=ppt/ink/ink3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4:07.525"/>
    </inkml:context>
    <inkml:brush xml:id="br0">
      <inkml:brushProperty name="width" value="0.1" units="cm"/>
      <inkml:brushProperty name="height" value="0.1" units="cm"/>
      <inkml:brushProperty name="color" value="#FFFFFF"/>
    </inkml:brush>
  </inkml:definitions>
  <inkml:trace contextRef="#ctx0" brushRef="#br0">248 69 2071 0 0,'0'0'4810'0'0,"-6"4"-3773"0"0,7 1-254 0 0,0 11 1149 0 0,-1-13-1813 0 0,-1-1 0 0 0,-1 0 0 0 0,1 0 0 0 0,0 0 0 0 0,0 0 0 0 0,-1 0 0 0 0,1 0 0 0 0,-1 0 0 0 0,0 0 0 0 0,1 0 0 0 0,-1-1 0 0 0,0 1 0 0 0,0-1 0 0 0,0 0 0 0 0,0 1 0 0 0,-1-1 0 0 0,1 0 0 0 0,0 0 0 0 0,0 0 0 0 0,-1 0 0 0 0,1-1 0 0 0,0 1 0 0 0,-1-1 0 0 0,1 1 0 0 0,-1-1 0 0 0,1 0 0 0 0,0 0 0 0 0,-1 0 1 0 0,1 0-1 0 0,-1-1 0 0 0,-2 1 0 0 0,1-1-60 0 0,1 1 1 0 0,-1-1 0 0 0,1 0 0 0 0,-1 0 0 0 0,1 0 0 0 0,-1 0-1 0 0,1 0 1 0 0,-1-1 0 0 0,1 0 0 0 0,0 0 0 0 0,0 0 0 0 0,0 0-1 0 0,0 0 1 0 0,0 0 0 0 0,1-1 0 0 0,-1 1 0 0 0,1-1-1 0 0,-1 0 1 0 0,1 0 0 0 0,-3-4 0 0 0,5 5-49 0 0,-1 1 0 0 0,0-1 0 0 0,1 1 0 0 0,0-1-1 0 0,-1 0 1 0 0,1 1 0 0 0,0-1 0 0 0,0 0 0 0 0,0 1 0 0 0,0-1 0 0 0,0 0 0 0 0,0 0 0 0 0,1 1 0 0 0,-1-1 0 0 0,1 1-1 0 0,-1-1 1 0 0,2-2 0 0 0,-1 1 27 0 0,1 0-1 0 0,-1 0 1 0 0,1 1 0 0 0,0-1-1 0 0,1 0 1 0 0,-1 1-1 0 0,0-1 1 0 0,4-2 0 0 0,-2 1 0 0 0,0 1 1 0 0,0 0-1 0 0,1 1 1 0 0,-1-1-1 0 0,1 1 1 0 0,-1-1-1 0 0,1 1 1 0 0,0 1 0 0 0,0-1-1 0 0,0 1 1 0 0,8-2-1 0 0,-9 3-33 0 0,0 0-1 0 0,0 0 1 0 0,0 1 0 0 0,1-1-1 0 0,-1 1 1 0 0,4 1-1 0 0,-6-2-2 0 0,-1 1-1 0 0,0-1 1 0 0,1 1 0 0 0,-1 0-1 0 0,1 0 1 0 0,-1-1-1 0 0,0 1 1 0 0,0 0 0 0 0,1 0-1 0 0,-1 0 1 0 0,0 0-1 0 0,0 1 1 0 0,0-1 0 0 0,0 0-1 0 0,0 0 1 0 0,0 1-1 0 0,-1-1 1 0 0,1 0 0 0 0,1 4-1 0 0,0 2 32 0 0,-1 0 0 0 0,0 0 0 0 0,0 0 1 0 0,-1 0-1 0 0,0 0 0 0 0,0 0 0 0 0,0 0 0 0 0,-1 0 0 0 0,0 0 0 0 0,-1 0 0 0 0,1 0 0 0 0,-1 0 0 0 0,-4 8 0 0 0,0 0 67 0 0,-1 0 1 0 0,0 0-1 0 0,-1 0 0 0 0,-17 21 0 0 0,14-22-140 0 0,-2-1-1 0 0,0-1 0 0 0,0-1 1 0 0,-1 0-1 0 0,0 0 0 0 0,-1-1 1 0 0,0-1-1 0 0,-1-1 0 0 0,-24 10 1 0 0,11-9-5110 0 0</inkml:trace>
</inkml:ink>
</file>

<file path=ppt/ink/ink3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4:08.070"/>
    </inkml:context>
    <inkml:brush xml:id="br0">
      <inkml:brushProperty name="width" value="0.1" units="cm"/>
      <inkml:brushProperty name="height" value="0.1" units="cm"/>
      <inkml:brushProperty name="color" value="#FFFFFF"/>
    </inkml:brush>
  </inkml:definitions>
  <inkml:trace contextRef="#ctx0" brushRef="#br0">761 0 2415 0 0,'0'1'4682'0'0,"-4"10"-3815"0"0,0-1 0 0 0,2 0 0 0 0,-1 1 1 0 0,1 0-1 0 0,0 0 0 0 0,1 20 0 0 0,3 94 2038 0 0,0-83-2418 0 0,-4 74 0 0 0,1-104-414 0 0,-1 1 1 0 0,-1-1-1 0 0,0 1 0 0 0,0-1 1 0 0,-1 0-1 0 0,-1 0 0 0 0,0-1 1 0 0,0 1-1 0 0,-1-1 0 0 0,-9 12 1 0 0,13-21-63 0 0,1 0 0 0 0,0 0 0 0 0,0-1 1 0 0,-1 1-1 0 0,1-1 0 0 0,-1 1 1 0 0,0-1-1 0 0,1 0 0 0 0,-1 0 0 0 0,0 1 1 0 0,0-1-1 0 0,0 0 0 0 0,1-1 0 0 0,-5 2 1 0 0,5-2-3 0 0,0 1 1 0 0,0-1 0 0 0,0-1 0 0 0,0 1-1 0 0,-1 0 1 0 0,1 0 0 0 0,0 0 0 0 0,0-1-1 0 0,0 1 1 0 0,0 0 0 0 0,0-1-1 0 0,0 1 1 0 0,0-1 0 0 0,0 1 0 0 0,0-1-1 0 0,0 0 1 0 0,0 1 0 0 0,0-1-1 0 0,0 0 1 0 0,1 0 0 0 0,-1 1 0 0 0,0-1-1 0 0,0 0 1 0 0,1 0 0 0 0,-1 0-1 0 0,1 0 1 0 0,-2-2 0 0 0,-1-4 34 0 0,-1 0-1 0 0,1-1 1 0 0,0 1 0 0 0,1-1-1 0 0,0 0 1 0 0,-1-8 0 0 0,-8-24 283 0 0,11 40-324 0 0,0 0 1 0 0,0-1-1 0 0,0 1 0 0 0,0 0 0 0 0,0 0 0 0 0,-1 0 0 0 0,1 0 1 0 0,0 0-1 0 0,0 0 0 0 0,0 0 0 0 0,0-1 0 0 0,0 1 0 0 0,0 0 1 0 0,-1 0-1 0 0,1 0 0 0 0,0 0 0 0 0,0 0 0 0 0,0 0 0 0 0,0 0 1 0 0,-1 0-1 0 0,1 0 0 0 0,0 0 0 0 0,0 0 0 0 0,0 0 0 0 0,0 0 1 0 0,-1 0-1 0 0,1 0 0 0 0,0 0 0 0 0,0 0 0 0 0,0 0 0 0 0,0 0 1 0 0,0 0-1 0 0,-1 0 0 0 0,1 0 0 0 0,0 0 0 0 0,0 0 0 0 0,0 1 1 0 0,0-1-1 0 0,0 0 0 0 0,-1 0 0 0 0,1 0 0 0 0,0 0 0 0 0,0 0 1 0 0,0 0-1 0 0,0 0 0 0 0,0 1 0 0 0,0-1 0 0 0,0 0 0 0 0,0 0 0 0 0,-1 0 1 0 0,1 1-1 0 0,-6 6 6 0 0,6-6 1 0 0,-7 8 29 0 0,0-1-1 0 0,0 1 1 0 0,-1-1-1 0 0,0 0 1 0 0,0-1-1 0 0,-1 0 1 0 0,0 0-1 0 0,0-1 1 0 0,-1 0-1 0 0,0 0 1 0 0,0-1-1 0 0,0-1 1 0 0,0 0-1 0 0,-1 0 1 0 0,-16 3-1 0 0,-2-1 54 0 0,1-2 0 0 0,-1-1-1 0 0,1-1 1 0 0,-1-2 0 0 0,0 0-1 0 0,1-2 1 0 0,-57-12 0 0 0,74 12-39 0 0,0-2 1 0 0,1 0 0 0 0,-1 0 0 0 0,1-1 0 0 0,0 0-1 0 0,-15-10 1 0 0,20 11-47 0 0,0 1 0 0 0,0-1 0 0 0,1 0 0 0 0,-1 0 0 0 0,1-1 0 0 0,0 1 0 0 0,0-1 0 0 0,1 0 0 0 0,-1 0 0 0 0,1 0 0 0 0,0-1 0 0 0,0 1 0 0 0,-3-11 0 0 0,5 13-72 0 0,1 0-1 0 0,-1-1 1 0 0,1 1-1 0 0,0 0 0 0 0,0-1 1 0 0,0 1-1 0 0,1-6 1 0 0,5-12-5193 0 0</inkml:trace>
</inkml:ink>
</file>

<file path=ppt/ink/ink3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4:08.197"/>
    </inkml:context>
    <inkml:brush xml:id="br0">
      <inkml:brushProperty name="width" value="0.1" units="cm"/>
      <inkml:brushProperty name="height" value="0.1" units="cm"/>
      <inkml:brushProperty name="color" value="#FFFFFF"/>
    </inkml:brush>
  </inkml:definitions>
  <inkml:trace contextRef="#ctx0" brushRef="#br0">1 36 7487 0 0,'1'-22'160'0'0,"4"22"40"0"0,3 1 8 0 0,1 0 0 0 0,1 0-208 0 0,2-1 0 0 0,3-2 0 0 0,0 2 0 0 0,3 0 808 0 0,2-2 120 0 0,4-1 32 0 0,2-1 0 0 0,2 4-672 0 0,-1-1-136 0 0,1-1-24 0 0,-2 0-3448 0 0,-3 2-680 0 0</inkml:trace>
</inkml:ink>
</file>

<file path=ppt/ink/ink3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4:08.916"/>
    </inkml:context>
    <inkml:brush xml:id="br0">
      <inkml:brushProperty name="width" value="0.1" units="cm"/>
      <inkml:brushProperty name="height" value="0.1" units="cm"/>
      <inkml:brushProperty name="color" value="#FFFFFF"/>
    </inkml:brush>
  </inkml:definitions>
  <inkml:trace contextRef="#ctx0" brushRef="#br0">33 2 2303 0 0,'-4'-1'8664'0'0,"3"3"-8314"0"0,-1 1-1 0 0,1 0 1 0 0,-1-1-1 0 0,1 1 1 0 0,0 0-1 0 0,0 0 1 0 0,0 0-1 0 0,1 0 1 0 0,-1 0-1 0 0,1 0 1 0 0,0 6-1 0 0,3 40 626 0 0,-1-23-346 0 0,-2 18-158 0 0,-2-1 0 0 0,-13 79 0 0 0,10-91-474 0 0,5-15-466 0 0</inkml:trace>
</inkml:ink>
</file>

<file path=ppt/ink/ink3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4:09.387"/>
    </inkml:context>
    <inkml:brush xml:id="br0">
      <inkml:brushProperty name="width" value="0.1" units="cm"/>
      <inkml:brushProperty name="height" value="0.1" units="cm"/>
      <inkml:brushProperty name="color" value="#FFFFFF"/>
    </inkml:brush>
  </inkml:definitions>
  <inkml:trace contextRef="#ctx0" brushRef="#br0">101 288 4319 0 0,'0'1'231'0'0,"0"1"-1"0"0,1-1 1 0 0,-1 0-1 0 0,0 1 0 0 0,0-1 1 0 0,0 1-1 0 0,-1-1 1 0 0,1 0-1 0 0,0 1 0 0 0,0-1 1 0 0,-1 1-1 0 0,1-1 1 0 0,-1 0-1 0 0,1 1 0 0 0,-1-1 1 0 0,0 0-1 0 0,1 0 1 0 0,-1 1-1 0 0,0-1 0 0 0,0 0 1 0 0,0 0-1 0 0,0 0 0 0 0,0 0 1 0 0,-2 1-1 0 0,2-1 37 0 0,0-1-1 0 0,0 1 1 0 0,0-1 0 0 0,0 0-1 0 0,0 1 1 0 0,-1-1-1 0 0,1 0 1 0 0,0 0 0 0 0,0 0-1 0 0,0 0 1 0 0,0 0-1 0 0,0 0 1 0 0,0 0-1 0 0,-1 0 1 0 0,1 0 0 0 0,-1-1-1 0 0,-14-7-166 0 0,12 5 13 0 0,0 0 1 0 0,0-1-1 0 0,0 0 0 0 0,0 0 0 0 0,1 0 0 0 0,-1 0 0 0 0,1 0 0 0 0,0-1 0 0 0,0 0 1 0 0,1 1-1 0 0,0-1 0 0 0,-1 0 0 0 0,2 0 0 0 0,-1-1 0 0 0,0 1 0 0 0,1 0 0 0 0,0 0 1 0 0,1-1-1 0 0,-1 1 0 0 0,1-1 0 0 0,0 1 0 0 0,0 0 0 0 0,0-1 0 0 0,1 1 1 0 0,2-9-1 0 0,0 3-79 0 0,0 1 0 0 0,0-1 0 0 0,1 1 0 0 0,0 0 0 0 0,1 1 0 0 0,0-1 0 0 0,1 1 0 0 0,0 0 0 0 0,0 0 0 0 0,1 0 0 0 0,0 1 0 0 0,9-7 0 0 0,-14 13-52 0 0,6-6 45 0 0,1 1 0 0 0,0 0 0 0 0,0 0 0 0 0,17-9 0 0 0,-24 15-18 0 0,0 1-1 0 0,0-1 0 0 0,-1 0 0 0 0,1 1 1 0 0,0-1-1 0 0,0 1 0 0 0,0-1 1 0 0,0 1-1 0 0,0 0 0 0 0,0 0 1 0 0,0 0-1 0 0,0 0 0 0 0,0 0 1 0 0,3 1-1 0 0,-3 0-13 0 0,-1 0-1 0 0,1 0 1 0 0,-1-1-1 0 0,1 1 1 0 0,-1 0 0 0 0,0 0-1 0 0,1 0 1 0 0,-1 1-1 0 0,0-1 1 0 0,0 0-1 0 0,0 0 1 0 0,0 1 0 0 0,0-1-1 0 0,0 1 1 0 0,0-1-1 0 0,-1 1 1 0 0,1-1-1 0 0,0 1 1 0 0,-1-1 0 0 0,1 3-1 0 0,1 5-2 0 0,-1-1 0 0 0,0 1 0 0 0,-1 0 0 0 0,0 0 0 0 0,0-1 0 0 0,-1 1 0 0 0,0 0 0 0 0,-3 14 0 0 0,1-8 16 0 0,-2 8-8 0 0,-2-1 0 0 0,0 0 0 0 0,-18 39 0 0 0,9-26 0 0 0,1 0-357 0 0,5-13-4263 0 0,2-6-1035 0 0</inkml:trace>
</inkml:ink>
</file>

<file path=ppt/ink/ink3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4:09.931"/>
    </inkml:context>
    <inkml:brush xml:id="br0">
      <inkml:brushProperty name="width" value="0.1" units="cm"/>
      <inkml:brushProperty name="height" value="0.1" units="cm"/>
      <inkml:brushProperty name="color" value="#FFFFFF"/>
    </inkml:brush>
  </inkml:definitions>
  <inkml:trace contextRef="#ctx0" brushRef="#br0">8 1 3599 0 0,'8'0'3852'0'0,"-8"1"-3753"0"0,6 11 1541 0 0,0 19-124 0 0,-6-29-1191 0 0,4 29 747 0 0,-1 1-1 0 0,-2-1 0 0 0,-5 51 1 0 0,-23 93-1174 0 0,24-158-3715 0 0,2-2-1118 0 0</inkml:trace>
</inkml:ink>
</file>

<file path=ppt/ink/ink3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4:10.291"/>
    </inkml:context>
    <inkml:brush xml:id="br0">
      <inkml:brushProperty name="width" value="0.1" units="cm"/>
      <inkml:brushProperty name="height" value="0.1" units="cm"/>
      <inkml:brushProperty name="color" value="#FFFFFF"/>
    </inkml:brush>
  </inkml:definitions>
  <inkml:trace contextRef="#ctx0" brushRef="#br0">515 1 5759 0 0,'0'-1'565'0'0,"-7"3"-530"0"0,-95 60 2241 0 0,46-24-726 0 0,43-28-1266 0 0,-1-1 1 0 0,1 0-1 0 0,-1-1 0 0 0,-1 0 0 0 0,1-1 0 0 0,-26 8 0 0 0,38-15-261 0 0,1 0 1 0 0,-1 1-1 0 0,0-1 1 0 0,1 0-1 0 0,-1 0 0 0 0,0 0 1 0 0,0 0-1 0 0,1 0 1 0 0,-1 0-1 0 0,0-1 0 0 0,0 1 1 0 0,1 0-1 0 0,-1-1 1 0 0,0 0-1 0 0,1 1 0 0 0,-1-1 1 0 0,1 0-1 0 0,-1 0 0 0 0,1 0 1 0 0,-1 0-1 0 0,-2-2 1 0 0,0-2 103 0 0,0 1 0 0 0,0-2-1 0 0,0 1 1 0 0,-5-10 0 0 0,5 9-48 0 0,1 0-1 0 0,-1 0 0 0 0,-7-6 1 0 0,8 8-31 0 0,0 2 0 0 0,-1-1-1 0 0,1 0 1 0 0,-1 1 0 0 0,0-1 0 0 0,0 1 0 0 0,0 0 0 0 0,0 0 0 0 0,0 1 0 0 0,0-1 0 0 0,-8-1 0 0 0,9 3-9 0 0,0-1 0 0 0,0 1 0 0 0,0 0-1 0 0,0 0 1 0 0,0 0 0 0 0,-1 0 0 0 0,1 0 0 0 0,0 1 0 0 0,0 0-1 0 0,0-1 1 0 0,0 1 0 0 0,0 0 0 0 0,1 1 0 0 0,-1-1 0 0 0,0 0 0 0 0,0 1-1 0 0,-4 3 1 0 0,-8 4 25 0 0,1 1-880 0 0</inkml:trace>
</inkml:ink>
</file>

<file path=ppt/ink/ink3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4:10.947"/>
    </inkml:context>
    <inkml:brush xml:id="br0">
      <inkml:brushProperty name="width" value="0.1" units="cm"/>
      <inkml:brushProperty name="height" value="0.1" units="cm"/>
      <inkml:brushProperty name="color" value="#FFFFFF"/>
    </inkml:brush>
  </inkml:definitions>
  <inkml:trace contextRef="#ctx0" brushRef="#br0">707 66 3679 0 0,'0'0'16'0'0,"3"5"104"0"0,-1 0-1 0 0,1 0 0 0 0,5 7 1 0 0,-5-9 197 0 0,0-1 0 0 0,0 0 1 0 0,0 0-1 0 0,0 0 0 0 0,0 0 1 0 0,1 0-1 0 0,-1-1 0 0 0,5 2 1 0 0,-7-2-259 0 0,1-1 0 0 0,-1 1 1 0 0,0-1-1 0 0,1 0 0 0 0,-1 1 0 0 0,1-1 1 0 0,-1 0-1 0 0,1 0 0 0 0,-1 0 0 0 0,1 0 0 0 0,-1 0 1 0 0,1 0-1 0 0,-1-1 0 0 0,1 1 0 0 0,-1 0 1 0 0,1-1-1 0 0,-1 1 0 0 0,0-1 0 0 0,1 0 1 0 0,-1 1-1 0 0,0-1 0 0 0,3-1 0 0 0,-3 1 8 0 0,-2-4 11 0 0,1 0 0 0 0,-1 1 1 0 0,1-1-1 0 0,-1 0 0 0 0,-1 0 0 0 0,1 1 0 0 0,-1-1 0 0 0,1 1 1 0 0,-1-1-1 0 0,-5-6 0 0 0,1 2 428 0 0,-1 0 1 0 0,1 0-1 0 0,-13-11 0 0 0,19 20-466 0 0,-1 0 0 0 0,1 0 0 0 0,-1 0 0 0 0,1-1 0 0 0,0 1 0 0 0,-1 0 0 0 0,1 0 0 0 0,0 0 0 0 0,-1 0 0 0 0,1 0 0 0 0,-1 0 0 0 0,1 0 0 0 0,-1 0 0 0 0,1 0 0 0 0,0 0 0 0 0,-1 0 0 0 0,1 0 0 0 0,-1 0 0 0 0,1 0 0 0 0,0 0 0 0 0,-1 0 0 0 0,1 0 0 0 0,-1 0 0 0 0,1 0 0 0 0,0 1 0 0 0,-1-1 0 0 0,1 0 0 0 0,0 0 0 0 0,-1 1 0 0 0,1-1 0 0 0,0 0 0 0 0,-1 1-1 0 0,-11 11 546 0 0,11-11-571 0 0,-34 41 1059 0 0,21-23-731 0 0,-2-1 1 0 0,0-1-1 0 0,-24 21 0 0 0,37-36-312 0 0,0 0 0 0 0,0 0 0 0 0,0 0 0 0 0,-1 0 0 0 0,1-1 0 0 0,-1 1 0 0 0,1-1 0 0 0,-1 0 0 0 0,1 0 0 0 0,-1 0 0 0 0,-4 0 0 0 0,6-1-8 0 0,-1 0 1 0 0,1 0 0 0 0,0 0 0 0 0,0 0 0 0 0,0 0 0 0 0,0-1 0 0 0,0 1 0 0 0,0-1 0 0 0,0 1 0 0 0,0-1 0 0 0,0 0 0 0 0,0 0 0 0 0,1 0 0 0 0,-1 0 0 0 0,0 0 0 0 0,0 0 0 0 0,1 0-1 0 0,-1-1 1 0 0,1 1 0 0 0,-1-1 0 0 0,-1-2 0 0 0,-3-5 79 0 0,0 0-1 0 0,1 0 1 0 0,0-1-1 0 0,-6-16 0 0 0,7 14 18 0 0,-1 1 0 0 0,-12-22 0 0 0,17 33-112 0 0,-1-1 0 0 0,1 0 0 0 0,-1 1 0 0 0,1-1 0 0 0,-1 1 0 0 0,1-1 0 0 0,-1 0 0 0 0,0 1 0 0 0,1-1 0 0 0,-1 1 0 0 0,1-1 0 0 0,-1 1 0 0 0,0 0 0 0 0,0-1-1 0 0,1 1 1 0 0,-1 0 0 0 0,0-1 0 0 0,0 1 0 0 0,1 0 0 0 0,-1 0 0 0 0,0 0 0 0 0,0-1 0 0 0,-1 1 0 0 0,1 1 3 0 0,0-1-1 0 0,0 0 1 0 0,-1 1-1 0 0,1-1 1 0 0,0 1-1 0 0,0-1 1 0 0,-1 1-1 0 0,1-1 1 0 0,0 1 0 0 0,0 0-1 0 0,0 0 1 0 0,-2 1-1 0 0,-2 4 33 0 0,0-1 0 0 0,1 1 0 0 0,-8 12-1 0 0,11-17-35 0 0,-16 28 54 0 0,11-18 6 0 0,0-1 0 0 0,0 1 0 0 0,-1-1 0 0 0,-1 0 0 0 0,-16 17 0 0 0,23-26-59 0 0,1-1 0 0 0,-1 1 0 0 0,0 0 0 0 0,1-1 1 0 0,-1 1-1 0 0,0-1 0 0 0,0 0 0 0 0,1 1 0 0 0,-1-1 0 0 0,0 1 0 0 0,0-1 0 0 0,1 0 0 0 0,-1 0 0 0 0,0 0 0 0 0,0 1 0 0 0,0-1 0 0 0,0 0 0 0 0,1 0 0 0 0,-1 0 1 0 0,0 0-1 0 0,0 0 0 0 0,0 0 0 0 0,0 0 0 0 0,0-1 0 0 0,1 1 0 0 0,-1 0 0 0 0,0 0 0 0 0,0-1 0 0 0,0 1 0 0 0,1 0 0 0 0,-1-1 0 0 0,0 0 0 0 0,-2-1 2 0 0,1 0-1 0 0,0 0 1 0 0,1 0-1 0 0,-1-1 1 0 0,0 1-1 0 0,1-1 1 0 0,-1 1-1 0 0,-1-5 1 0 0,-2-7 132 0 0,4 11-86 0 0,1 0 0 0 0,-1 0 0 0 0,0 1 0 0 0,0-1 0 0 0,-1 1 0 0 0,1-1 1 0 0,0 1-1 0 0,-1-1 0 0 0,0 1 0 0 0,1 0 0 0 0,-4-3 0 0 0,4 6-4 0 0,-1 0-1 0 0,0 0 1 0 0,0 1-1 0 0,1-1 1 0 0,-1 1-1 0 0,1-1 1 0 0,-1 1-1 0 0,1-1 1 0 0,-3 4 0 0 0,2-2-45 0 0,-73 100 341 0 0,64-91-288 0 0,0 1 0 0 0,-1-1-1 0 0,0-1 1 0 0,-1 0-1 0 0,-23 14 1 0 0,18-18 46 0 0,14-5-226 0 0,1-1 1 0 0,-1 0 0 0 0,0 1-1 0 0,1 0 1 0 0,-1 0 0 0 0,-5 4 0 0 0</inkml:trace>
</inkml:ink>
</file>

<file path=ppt/ink/ink3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24:11.176"/>
    </inkml:context>
    <inkml:brush xml:id="br0">
      <inkml:brushProperty name="width" value="0.1" units="cm"/>
      <inkml:brushProperty name="height" value="0.1" units="cm"/>
      <inkml:brushProperty name="color" value="#FFFFFF"/>
    </inkml:brush>
  </inkml:definitions>
  <inkml:trace contextRef="#ctx0" brushRef="#br0">0 14 11575 0 0,'7'-2'168'0'0,"0"-1"-1"0"0,0 1 1 0 0,0 0-1 0 0,0 1 0 0 0,0 0 1 0 0,0 0-1 0 0,0 0 1 0 0,1 1-1 0 0,9 0 0 0 0,-10 1 63 0 0,0-1 0 0 0,-1 1-1 0 0,1 0 1 0 0,-1 1 0 0 0,1 0-1 0 0,-1 0 1 0 0,0 0-1 0 0,0 1 1 0 0,0 0 0 0 0,9 5-1 0 0,-14-7-171 0 0,1 0-1 0 0,-1 0 0 0 0,1 0 1 0 0,-1 1-1 0 0,1-1 1 0 0,-1 1-1 0 0,0-1 0 0 0,0 1 1 0 0,0-1-1 0 0,0 1 1 0 0,0 0-1 0 0,0-1 0 0 0,0 1 1 0 0,0 0-1 0 0,-1 0 1 0 0,1 0-1 0 0,-1 0 0 0 0,1 0 1 0 0,-1-1-1 0 0,0 1 1 0 0,1 2-1 0 0,-2 0 6 0 0,1 0-1 0 0,-1 0 1 0 0,0-1-1 0 0,0 1 1 0 0,0 0-1 0 0,-1-1 1 0 0,1 1-1 0 0,-1-1 1 0 0,0 1-1 0 0,-2 2 1 0 0,-2 4-124 0 0,-1-1 0 0 0,0 0 1 0 0,-1 0-1 0 0,0-1 0 0 0,0 0 0 0 0,-1-1 1 0 0,0 0-1 0 0,-13 8 0 0 0,8-6-6055 0 0</inkml:trace>
</inkml:ink>
</file>

<file path=ppt/ink/ink3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6:56.045"/>
    </inkml:context>
    <inkml:brush xml:id="br0">
      <inkml:brushProperty name="width" value="0.1" units="cm"/>
      <inkml:brushProperty name="height" value="0.1" units="cm"/>
      <inkml:brushProperty name="color" value="#E71224"/>
    </inkml:brush>
  </inkml:definitions>
  <inkml:trace contextRef="#ctx0" brushRef="#br0">3537 365 2959 0 0,'0'0'3224'0'0,"-14"-12"-1496"0"0,4 4-828 0 0,0 1 0 0 0,1 0 0 0 0,-14-7 0 0 0,-26-17 582 0 0,-19-10-124 0 0,27 23-557 0 0,-65-19 0 0 0,51 19-523 0 0,-183-44 680 0 0,213 57-969 0 0,-166-34 327 0 0,-197-13 111 0 0,177 39-111 0 0,-281 17 0 0 0,94 30-238 0 0,302-25-56 0 0,49-5-1 0 0,-56 11 0 0 0,12 4 103 0 0,-142 10 0 0 0,85-7-14 0 0,142-21-102 0 0,-65 17 3 0 0,26-6-12 0 0,40-10 1 0 0,-2 0 0 0 0,0-1 0 0 0,0 1 0 0 0,0-1 0 0 0,0 0 0 0 0,0-1 0 0 0,-1 1 0 0 0,-7-2 0 0 0,4 1 0 0 0,-5-2 0 0 0,7-2-37 0 0,7 4 3 0 0,0 0 1 0 0,0-1-1 0 0,0 0 0 0 0,0 1 1 0 0,1-1-1 0 0,-1 0 0 0 0,0 0 1 0 0,1 0-1 0 0,-1 0 0 0 0,0 0 1 0 0,1 0-1 0 0,0 0 1 0 0,-1-1-1 0 0,1 1 0 0 0,-1 0 1 0 0,-1-4-1 0 0,3 4-195 0 0,-1 0 64 0 0,1-1 0 0 0,0 1 0 0 0,0-1 0 0 0,0 1 0 0 0,0 0 0 0 0,0-1 0 0 0,0 1 0 0 0,0-1 0 0 0,0 1 0 0 0,1-1 0 0 0,0-1 0 0 0,-1-4-2406 0 0,0 6 2345 0 0,-1 0 1 0 0,1 0-1 0 0,0 0 0 0 0,-1 0 0 0 0,1 0 0 0 0,-1 0 0 0 0,1 0 1 0 0,-1 0-1 0 0,0 0 0 0 0,0 0 0 0 0,1 0 0 0 0,-1 0 0 0 0,0 1 1 0 0,0-1-1 0 0,0 0 0 0 0,0 0 0 0 0,0 1 0 0 0,-1-1 0 0 0,1-1 41 0 0,-1 1-1 0 0,0 0 1 0 0,1-1-1 0 0,-1 1 1 0 0,1-1-1 0 0,-1 1 0 0 0,1-1 1 0 0,0 0-1 0 0,-1 1 1 0 0,1-1-1 0 0,0 0 1 0 0,0 0-1 0 0,0 0 0 0 0,1 0 1 0 0,-1 0-1 0 0,0-3 1 0 0,0 4 327 0 0,1-1 0 0 0,0 0 1 0 0,0 1-1 0 0,0-1 1 0 0,0 1-1 0 0,0-1 0 0 0,0 0 1 0 0,0 1-1 0 0,0-1 0 0 0,1 0 1 0 0,-1 1-1 0 0,1-1 0 0 0,8-13 5866 0 0,-9 17-5856 0 0,1 1 0 0 0,-1-1 0 0 0,0 0 0 0 0,-1 0 0 0 0,1 0 0 0 0,0 0 0 0 0,0 0 0 0 0,-1 0 0 0 0,0 3 0 0 0,0-4-102 0 0,0 0-1 0 0,0 1 1 0 0,0-1-1 0 0,0 0 1 0 0,0 1-1 0 0,0-1 1 0 0,-1 0-1 0 0,1 0 1 0 0,0 0-1 0 0,0 0 1 0 0,-1 0 0 0 0,-2 1-1 0 0,-22 10 362 0 0,17-8-274 0 0,-87 42 935 0 0,87-42-953 0 0,1 0 4 0 0,0 0 0 0 0,-1 1 0 0 0,-9 7 0 0 0,14-8-98 0 0,4-4-14 0 0,0 0-1 0 0,0 0 1 0 0,0 0 0 0 0,-1 0-1 0 0,1 0 1 0 0,0 1-1 0 0,0-1 1 0 0,0 0 0 0 0,0 0-1 0 0,0 0 1 0 0,0 0-1 0 0,0 0 1 0 0,0 1 0 0 0,0-1-1 0 0,0 0 1 0 0,0 0-1 0 0,0 0 1 0 0,0 0 0 0 0,-1 1-1 0 0,1-1 1 0 0,0 0-1 0 0,0 0 1 0 0,0 0 0 0 0,0 0-1 0 0,1 1 1 0 0,-1-1-1 0 0,0 0 1 0 0,0 0 0 0 0,0 0-1 0 0,0 0 1 0 0,0 0-1 0 0,0 1 1 0 0,0-1 0 0 0,0 0-1 0 0,0 0 1 0 0,0 0-1 0 0,8 3 143 0 0,15-4-128 0 0,-16 1 67 0 0,13 0 56 0 0,0 1 0 0 0,0 1 1 0 0,-1 1-1 0 0,1 1 1 0 0,21 7-1 0 0,-28-6-54 0 0,0 1-1 0 0,12 8 1 0 0,-16-8-60 0 0,1-1 0 0 0,-1-1 1 0 0,1 1-1 0 0,17 4 0 0 0,-20-7-34 0 0,-3-1 22 0 0,-3-1 195 0 0</inkml:trace>
</inkml:ink>
</file>

<file path=ppt/ink/ink3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6:57.296"/>
    </inkml:context>
    <inkml:brush xml:id="br0">
      <inkml:brushProperty name="width" value="0.1" units="cm"/>
      <inkml:brushProperty name="height" value="0.1" units="cm"/>
      <inkml:brushProperty name="color" value="#E71224"/>
    </inkml:brush>
  </inkml:definitions>
  <inkml:trace contextRef="#ctx0" brushRef="#br0">400 1 4543 0 0,'0'0'354'0'0,"-1"3"-233"0"0,1 2-10 0 0,0-1-1 0 0,0 1 1 0 0,0 0-1 0 0,1-1 1 0 0,1 6-1 0 0,-1-4 289 0 0,0 1-1 0 0,0-1 0 0 0,-1 0 0 0 0,0 12 1 0 0,-1-13-177 0 0,1 1 1 0 0,-1 0 0 0 0,-1 0-1 0 0,1-1 1 0 0,-1 1 0 0 0,0-1-1 0 0,0 1 1 0 0,0-1 0 0 0,-1 0-1 0 0,0 0 1 0 0,0 0 0 0 0,-1 0-1 0 0,1 0 1 0 0,-1-1 0 0 0,0 0-1 0 0,0 0 1 0 0,0 0 0 0 0,-1 0-1 0 0,1 0 1 0 0,-8 4 0 0 0,-1-2-24 0 0,1-1 1 0 0,-1 0-1 0 0,0 0 1 0 0,-1-2 0 0 0,1 1-1 0 0,-1-2 1 0 0,0 0 0 0 0,0 0-1 0 0,1-1 1 0 0,-1-1-1 0 0,0 0 1 0 0,0-1 0 0 0,-18-4-1 0 0,29 5-171 0 0,1-1 0 0 0,0 1-1 0 0,0-1 1 0 0,0 0-1 0 0,0 1 1 0 0,0-1 0 0 0,1 0-1 0 0,-1 0 1 0 0,0 0 0 0 0,0 0-1 0 0,0-1 1 0 0,1 1 0 0 0,-1 0-1 0 0,1-1 1 0 0,-1 1 0 0 0,1-1-1 0 0,0 0 1 0 0,-1 1 0 0 0,1-1-1 0 0,-1-2 1 0 0,2 3-23 0 0,-1-1 0 0 0,1 1 0 0 0,0-1 0 0 0,0 1 0 0 0,0 0 0 0 0,0-1 0 0 0,0 1 0 0 0,0-1 0 0 0,0 1 0 0 0,0-1 0 0 0,0 1 0 0 0,1 0 0 0 0,-1-1 0 0 0,1 1 0 0 0,-1 0 0 0 0,1-1 0 0 0,-1 1 0 0 0,1 0 0 0 0,0 0 0 0 0,0-1 0 0 0,-1 1 0 0 0,1 0 0 0 0,0 0 0 0 0,0 0 0 0 0,0 0 0 0 0,0 0 0 0 0,1 0 0 0 0,-1 1 0 0 0,0-1 0 0 0,2-1 0 0 0,-1 0-5 0 0,1 1 0 0 0,-1-1-1 0 0,0 1 1 0 0,1 0 0 0 0,-1 0 0 0 0,1 0-1 0 0,-1 0 1 0 0,1 0 0 0 0,0 0-1 0 0,-1 0 1 0 0,1 1 0 0 0,0 0 0 0 0,-1-1-1 0 0,1 1 1 0 0,0 0 0 0 0,0 0 0 0 0,-1 1-1 0 0,1-1 1 0 0,0 1 0 0 0,3 0-1 0 0,-4 0 4 0 0,0 0 0 0 0,0 0 0 0 0,0 1 1 0 0,0-1-1 0 0,0 0 0 0 0,0 1 0 0 0,-1 0 0 0 0,1-1 0 0 0,0 1 0 0 0,-1 0 0 0 0,1 0 0 0 0,-1 0 0 0 0,0 0 0 0 0,1 0 0 0 0,-1 0 0 0 0,0 0 0 0 0,0 0 0 0 0,-1 0 0 0 0,1 1 0 0 0,0-1 0 0 0,-1 0 0 0 0,1 1 0 0 0,-1 2 0 0 0,0 0 5 0 0,0-1 1 0 0,0 1-1 0 0,0-1 1 0 0,-1 1-1 0 0,0-1 1 0 0,0 1-1 0 0,0-1 1 0 0,-1 0-1 0 0,1 1 0 0 0,-1-1 1 0 0,0 0-1 0 0,0 0 1 0 0,-1 0-1 0 0,1-1 1 0 0,-1 1-1 0 0,0 0 1 0 0,0-1-1 0 0,-5 6 1 0 0,-5 3 33 0 0,0-1 1 0 0,-1 0-1 0 0,-22 13 1 0 0,-27 10 0 0 0,36-21-4745 0 0</inkml:trace>
</inkml:ink>
</file>

<file path=ppt/ink/ink3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6:57.546"/>
    </inkml:context>
    <inkml:brush xml:id="br0">
      <inkml:brushProperty name="width" value="0.1" units="cm"/>
      <inkml:brushProperty name="height" value="0.1" units="cm"/>
      <inkml:brushProperty name="color" value="#E71224"/>
    </inkml:brush>
  </inkml:definitions>
  <inkml:trace contextRef="#ctx0" brushRef="#br0">1 0 2015 0 0,'1'1'147'0'0,"9"5"965"0"0,0 0 0 0 0,16 6 0 0 0,0-1 2024 0 0,-11-4-1263 0 0,-13-7-1771 0 0,-1 1-1 0 0,1 0 0 0 0,0-1 0 0 0,0 1 0 0 0,0 0 0 0 0,0 0 1 0 0,-1 0-1 0 0,1 1 0 0 0,0-1 0 0 0,-1 0 0 0 0,1 1 1 0 0,-1-1-1 0 0,1 1 0 0 0,-1-1 0 0 0,0 1 0 0 0,0 0 0 0 0,2 2 1 0 0,-3-3 57 0 0,0 0 1 0 0,-1 0-1 0 0,1 0 1 0 0,0 0-1 0 0,0 0 1 0 0,0 0-1 0 0,-1 0 1 0 0,1 0-1 0 0,-1 0 1 0 0,1 0-1 0 0,0 0 1 0 0,-1 0-1 0 0,0 0 1 0 0,1 0-1 0 0,-2 2 1 0 0,1-3 5 0 0,-2 5-93 0 0,-1 0 0 0 0,0-1-1 0 0,0 1 1 0 0,0-1 0 0 0,0 0 0 0 0,-1 0-1 0 0,0-1 1 0 0,0 1 0 0 0,0-1 0 0 0,0 0 0 0 0,0-1-1 0 0,-11 5 1 0 0</inkml:trace>
</inkml:ink>
</file>

<file path=ppt/ink/ink3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6:57.952"/>
    </inkml:context>
    <inkml:brush xml:id="br0">
      <inkml:brushProperty name="width" value="0.1" units="cm"/>
      <inkml:brushProperty name="height" value="0.1" units="cm"/>
      <inkml:brushProperty name="color" value="#E71224"/>
    </inkml:brush>
  </inkml:definitions>
  <inkml:trace contextRef="#ctx0" brushRef="#br0">155 21 1951 0 0,'17'-21'8647'0'0,"-15"30"-6070"0"0,-2-4-2375 0 0,0 0-1 0 0,0 0 0 0 0,0 0 0 0 0,-1 0 0 0 0,0 0 1 0 0,0 0-1 0 0,0 0 0 0 0,-1-1 0 0 0,1 1 0 0 0,-1 0 1 0 0,-4 6-1 0 0,-3 5 102 0 0,-20 25 0 0 0,25-35-226 0 0,-9 9-40 0 0,0-1 0 0 0,-1 0 0 0 0,-22 17 0 0 0,-4 4-5181 0 0</inkml:trace>
</inkml:ink>
</file>

<file path=ppt/ink/ink3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6:58.307"/>
    </inkml:context>
    <inkml:brush xml:id="br0">
      <inkml:brushProperty name="width" value="0.1" units="cm"/>
      <inkml:brushProperty name="height" value="0.1" units="cm"/>
      <inkml:brushProperty name="color" value="#E71224"/>
    </inkml:brush>
  </inkml:definitions>
  <inkml:trace contextRef="#ctx0" brushRef="#br0">755 0 4975 0 0,'0'0'388'0'0,"-7"8"2250"0"0,-1 1-1979 0 0,0 1 0 0 0,-1-2 0 0 0,1 1 0 0 0,-2-1 0 0 0,1-1 0 0 0,-1 0 0 0 0,-1 0-1 0 0,1-1 1 0 0,-1 0 0 0 0,0-1 0 0 0,-14 5 0 0 0,-8 1-159 0 0,-1-1 0 0 0,-57 9-1 0 0,43-11-86 0 0,-75 2 0 0 0,103-10-314 0 0,0-1 0 0 0,1 0 0 0 0,-1-2 0 0 0,1 0 1 0 0,0-1-1 0 0,-34-12 0 0 0,43 12-11 0 0,0-1 0 0 0,0 0-1 0 0,0-1 1 0 0,1 0 0 0 0,-13-10 0 0 0,17 11-264 0 0,0 0 0 0 0,0 0 0 0 0,0 0 1 0 0,-3-6-1 0 0,5 7-546 0 0,1 0 1 0 0,-1 0-1 0 0,1 0 0 0 0,1-1 1 0 0,-1 1-1 0 0,-2-8 0 0 0,2-3-5090 0 0</inkml:trace>
</inkml:ink>
</file>

<file path=ppt/ink/ink3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6:58.465"/>
    </inkml:context>
    <inkml:brush xml:id="br0">
      <inkml:brushProperty name="width" value="0.1" units="cm"/>
      <inkml:brushProperty name="height" value="0.1" units="cm"/>
      <inkml:brushProperty name="color" value="#E71224"/>
    </inkml:brush>
  </inkml:definitions>
  <inkml:trace contextRef="#ctx0" brushRef="#br0">1 12 5327 0 0,'15'4'472'0'0,"-6"-4"-376"0"0,4-3-96 0 0,3 1 0 0 0,4 2 960 0 0,0-2 168 0 0,3-3 40 0 0,-1 2 8 0 0,1 4-800 0 0,-1-1-160 0 0,-2-2-32 0 0,-2 2-3128 0 0,-1 3-616 0 0</inkml:trace>
</inkml:ink>
</file>

<file path=ppt/ink/ink3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6:59.418"/>
    </inkml:context>
    <inkml:brush xml:id="br0">
      <inkml:brushProperty name="width" value="0.1" units="cm"/>
      <inkml:brushProperty name="height" value="0.1" units="cm"/>
      <inkml:brushProperty name="color" value="#E71224"/>
    </inkml:brush>
  </inkml:definitions>
  <inkml:trace contextRef="#ctx0" brushRef="#br0">11 1 3599 0 0,'-2'2'2511'0'0,"1"-1"-2308"0"0,0 0 0 0 0,0 1 0 0 0,0-1 0 0 0,0 1 0 0 0,1-1 0 0 0,-1 1 0 0 0,0 0 0 0 0,1-1 0 0 0,-1 1 0 0 0,1 0 0 0 0,0-1 0 0 0,0 1 0 0 0,-1 0 0 0 0,1-1 0 0 0,1 3 0 0 0,2 33 2680 0 0,0-14-1923 0 0,8 96 1402 0 0,-10-111-2316 0 0,0-2-47 0 0,0-1 0 0 0,0 1 0 0 0,-1-1 0 0 0,0 1 0 0 0,0-1 0 0 0,-1 1 0 0 0,1-1 0 0 0,-1 1 0 0 0,0-1 0 0 0,-1 0 0 0 0,1 1 0 0 0,-1-1 0 0 0,-5 9 0 0 0</inkml:trace>
</inkml:ink>
</file>

<file path=ppt/ink/ink3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6:59.779"/>
    </inkml:context>
    <inkml:brush xml:id="br0">
      <inkml:brushProperty name="width" value="0.1" units="cm"/>
      <inkml:brushProperty name="height" value="0.1" units="cm"/>
      <inkml:brushProperty name="color" value="#E71224"/>
    </inkml:brush>
  </inkml:definitions>
  <inkml:trace contextRef="#ctx0" brushRef="#br0">156 95 4031 0 0,'0'0'306'0'0,"-4"7"-188"0"0,4-6-91 0 0,-1 0-1 0 0,1 0 0 0 0,-1 0 1 0 0,0 0-1 0 0,1 0 0 0 0,-1 0 1 0 0,0-1-1 0 0,0 1 0 0 0,0 0 1 0 0,0 0-1 0 0,1-1 0 0 0,-1 1 1 0 0,0 0-1 0 0,-1-1 0 0 0,1 1 1 0 0,-2 0-1 0 0,-1 1 366 0 0,-2 1 315 0 0,0 0-1 0 0,0-1 0 0 0,0 1 0 0 0,0-1 0 0 0,-1 0 0 0 0,0-1 1 0 0,-12 3-1 0 0,16-4-611 0 0,0 0 0 0 0,0 0 0 0 0,0 0 1 0 0,0 0-1 0 0,0 0 0 0 0,0 0 0 0 0,0-1 1 0 0,0 1-1 0 0,0-1 0 0 0,0 0 0 0 0,0 0 1 0 0,0 0-1 0 0,1 0 0 0 0,-1-1 0 0 0,0 1 0 0 0,1-1 1 0 0,-1 1-1 0 0,1-1 0 0 0,0 0 0 0 0,-3-2 1 0 0,4 2-22 0 0,0 0 0 0 0,0-1-1 0 0,0 1 1 0 0,0 0 0 0 0,1 0 0 0 0,-1 0 0 0 0,1 0 0 0 0,-1-1 0 0 0,1 1 0 0 0,0 0 0 0 0,0-1 0 0 0,0 1 0 0 0,0 0 0 0 0,0 0 0 0 0,0-1 0 0 0,1 1 0 0 0,-1 0-1 0 0,1 0 1 0 0,1-5 0 0 0,0 2-30 0 0,0-1-1 0 0,0 1 1 0 0,1-1-1 0 0,0 1 0 0 0,0 0 1 0 0,6-8-1 0 0,-7 11-27 0 0,1-1-1 0 0,-1 1 0 0 0,0 0 1 0 0,1 0-1 0 0,-1 0 0 0 0,1 0 0 0 0,0 1 1 0 0,0-1-1 0 0,-1 1 0 0 0,1 0 1 0 0,5-2-1 0 0,-7 3-34 0 0,0-1 0 0 0,1 1-1 0 0,-1 0 1 0 0,0 0 0 0 0,0 0 0 0 0,0 0 0 0 0,1 0-1 0 0,-1 0 1 0 0,0 1 0 0 0,0-1 0 0 0,0 0 0 0 0,0 1 0 0 0,0-1-1 0 0,0 1 1 0 0,1-1 0 0 0,-1 1 0 0 0,0-1 0 0 0,0 1-1 0 0,0-1 1 0 0,-1 1 0 0 0,1 0 0 0 0,0 0 0 0 0,0 0-1 0 0,0 0 1 0 0,0-1 0 0 0,-1 1 0 0 0,1 0 0 0 0,0 0-1 0 0,-1 0 1 0 0,1 0 0 0 0,-1 0 0 0 0,1 1 0 0 0,-1-1-1 0 0,1 2 1 0 0,2 12-3411 0 0,-2 5-1212 0 0</inkml:trace>
</inkml:ink>
</file>

<file path=ppt/ink/ink3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00.343"/>
    </inkml:context>
    <inkml:brush xml:id="br0">
      <inkml:brushProperty name="width" value="0.1" units="cm"/>
      <inkml:brushProperty name="height" value="0.1" units="cm"/>
      <inkml:brushProperty name="color" value="#E71224"/>
    </inkml:brush>
  </inkml:definitions>
  <inkml:trace contextRef="#ctx0" brushRef="#br0">28 82 2415 0 0,'-11'12'1052'0'0,"10"-12"-835"0"0,1 0 0 0 0,-1 1 0 0 0,0-1 0 0 0,1 1 0 0 0,-1-1-1 0 0,1 0 1 0 0,-1 0 0 0 0,0 1 0 0 0,1-1 0 0 0,-1 0-1 0 0,0 0 1 0 0,1 0 0 0 0,-1 0 0 0 0,0 0 0 0 0,1 0 0 0 0,-1 0-1 0 0,0 0 1 0 0,0 0-189 0 0,1 0 0 0 0,0 0 0 0 0,-1-1 0 0 0,1 1 0 0 0,0 0 0 0 0,0 0-1 0 0,-1-1 1 0 0,1 1 0 0 0,0 0 0 0 0,0 0 0 0 0,0-1 0 0 0,-1 1 0 0 0,1 0 0 0 0,0-1 0 0 0,0 1 0 0 0,0 0-1 0 0,0 0 1 0 0,0-1 0 0 0,0 1 0 0 0,0 0 0 0 0,0-1 0 0 0,0 1 0 0 0,0 0 0 0 0,0-1 0 0 0,0 1 0 0 0,0 0 0 0 0,0-1-1 0 0,0 1 1 0 0,0 0 0 0 0,0-1 0 0 0,0 1 0 0 0,0 0 0 0 0,0-1 0 0 0,0 1 0 0 0,0 0 0 0 0,1-1 0 0 0,-1 1-1 0 0,0 0 1 0 0,0 0 0 0 0,0-1 0 0 0,1 1 0 0 0,3-7 298 0 0,1 0-1 0 0,0 0 1 0 0,0 1-1 0 0,0 0 1 0 0,1 0-1 0 0,0 1 1 0 0,0-1-1 0 0,1 1 1 0 0,-1 0 0 0 0,1 1-1 0 0,14-7 1 0 0,-18 9-275 0 0,0 1 1 0 0,1 0 0 0 0,-1-1-1 0 0,1 1 1 0 0,0 1 0 0 0,-1-1 0 0 0,1 0-1 0 0,-1 1 1 0 0,1 0 0 0 0,0 0-1 0 0,-1 0 1 0 0,1 0 0 0 0,0 1 0 0 0,-1-1-1 0 0,1 1 1 0 0,0 0 0 0 0,-1 0-1 0 0,7 3 1 0 0,-7-2-31 0 0,0-1 0 0 0,-1 1 1 0 0,1-1-1 0 0,-1 1 0 0 0,0 0 0 0 0,0 0 0 0 0,0 0 0 0 0,0 0 0 0 0,0 0 0 0 0,0 1 1 0 0,0-1-1 0 0,0 1 0 0 0,-1-1 0 0 0,0 1 0 0 0,1 0 0 0 0,-1-1 0 0 0,0 1 0 0 0,0 0 1 0 0,0 0-1 0 0,-1 0 0 0 0,1 0 0 0 0,-1-1 0 0 0,0 1 0 0 0,1 4 0 0 0,-2 3 118 0 0,0 0 1 0 0,-1-1-1 0 0,0 1 0 0 0,0-1 0 0 0,-1 1 0 0 0,0-1 0 0 0,-1 0 0 0 0,0 0 0 0 0,-7 12 1 0 0,-5 5 463 0 0,-32 40 1 0 0,43-60-511 0 0,4-5-68 0 0,0 0 1 0 0,-1 0 0 0 0,1 1-1 0 0,0-1 1 0 0,0 1 0 0 0,0-1-1 0 0,0 1 1 0 0,0 0 0 0 0,0-1-1 0 0,0 1 1 0 0,0 0 0 0 0,1 0 0 0 0,-1-1-1 0 0,1 1 1 0 0,-1 0 0 0 0,1 3-1 0 0,0-5-19 0 0,0 1-1 0 0,1-1 1 0 0,-1 1-1 0 0,0-1 1 0 0,1 1-1 0 0,-1-1 1 0 0,1 1-1 0 0,-1-1 1 0 0,1 1-1 0 0,-1-1 1 0 0,1 0-1 0 0,-1 1 1 0 0,1-1-1 0 0,0 0 1 0 0,-1 0-1 0 0,1 1 1 0 0,-1-1-1 0 0,1 0 1 0 0,0 0-1 0 0,-1 0 1 0 0,1 0-1 0 0,0 0 1 0 0,-1 0-1 0 0,1 0 1 0 0,-1 0-1 0 0,1 0 1 0 0,0 0-1 0 0,-1 0 1 0 0,2 0-1 0 0,0-1 9 0 0,20 0 110 0 0,38-7 0 0 0,-46 5-162 0 0,0 1 1 0 0,1 0-1 0 0,-1 1 1 0 0,1 1-1 0 0,-1 0 1 0 0,19 2-1 0 0,-32-1-335 0 0</inkml:trace>
</inkml:ink>
</file>

<file path=ppt/ink/ink3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00.721"/>
    </inkml:context>
    <inkml:brush xml:id="br0">
      <inkml:brushProperty name="width" value="0.1" units="cm"/>
      <inkml:brushProperty name="height" value="0.1" units="cm"/>
      <inkml:brushProperty name="color" value="#E71224"/>
    </inkml:brush>
  </inkml:definitions>
  <inkml:trace contextRef="#ctx0" brushRef="#br0">256 14 5727 0 0,'0'0'443'0'0,"-8"-11"3626"0"0,6 10-3820 0 0,-1 1 0 0 0,0-1-1 0 0,1 1 1 0 0,-1 0-1 0 0,0-1 1 0 0,0 1 0 0 0,1 0-1 0 0,-1 1 1 0 0,0-1-1 0 0,1 1 1 0 0,-1-1 0 0 0,0 1-1 0 0,1 0 1 0 0,-4 1-1 0 0,-35 17 1071 0 0,27-11-1070 0 0,0 1-1 0 0,1 0 1 0 0,0 1 0 0 0,1 0-1 0 0,0 1 1 0 0,-19 22-1 0 0,25-25-192 0 0,0 0-1 0 0,0 0 0 0 0,1 0 0 0 0,0 1 0 0 0,1-1 0 0 0,0 1 0 0 0,0 1 0 0 0,1-1 0 0 0,0 0 0 0 0,0 1 0 0 0,1-1 0 0 0,-1 15 0 0 0,3-21-30 0 0,-1 1-1 0 0,2 0 1 0 0,-1 0 0 0 0,0-1-1 0 0,1 1 1 0 0,0 0-1 0 0,-1-1 1 0 0,2 1-1 0 0,-1 0 1 0 0,0-1 0 0 0,1 1-1 0 0,-1-1 1 0 0,1 0-1 0 0,0 0 1 0 0,0 1 0 0 0,4 3-1 0 0,-2-3 5 0 0,0 0-1 0 0,1-1 1 0 0,-1 1 0 0 0,1-1-1 0 0,0 0 1 0 0,0 0-1 0 0,0-1 1 0 0,0 1-1 0 0,0-1 1 0 0,6 1 0 0 0,5 1-19 0 0,0 0 0 0 0,1-2 1 0 0,-1 0-1 0 0,0-1 1 0 0,1-1-1 0 0,27-2 1 0 0,-29 0-393 0 0,26-7 1 0 0,-5-2-4174 0 0,-5 2-1141 0 0</inkml:trace>
</inkml:ink>
</file>

<file path=ppt/ink/ink3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09.555"/>
    </inkml:context>
    <inkml:brush xml:id="br0">
      <inkml:brushProperty name="width" value="0.1" units="cm"/>
      <inkml:brushProperty name="height" value="0.1" units="cm"/>
      <inkml:brushProperty name="color" value="#E71224"/>
    </inkml:brush>
  </inkml:definitions>
  <inkml:trace contextRef="#ctx0" brushRef="#br0">1 432 4543 0 0,'0'0'3035'0'0,"9"-17"1466"0"0,-3 8-3752 0 0,1 1 1 0 0,0 0-1 0 0,1 0 0 0 0,-1 1 0 0 0,13-9 0 0 0,2-4-168 0 0,-17 15-478 0 0,0 1 0 0 0,0-1 0 0 0,0 1 1 0 0,1 0-1 0 0,7-4 0 0 0,34-14 550 0 0,96-30 1 0 0,32-6-280 0 0,-143 49-361 0 0,403-103 476 0 0,75 59 0 0 0,-492 52-480 0 0,161-1-9 0 0,-92 4 0 0 0,254 17 64 0 0,-131-3-64 0 0,278 37 0 0 0,-408-38 88 0 0,126 43 0 0 0,-194-53-74 0 0,-10-4-8 0 0,0 0 0 0 0,1 0 1 0 0,-1 0-1 0 0,0 0 0 0 0,1-1 0 0 0,-1 1 0 0 0,1-1 0 0 0,-1 1 0 0 0,6-1 0 0 0,-7 0 37 0 0,4 2-33 0 0,-1-1-10 0 0,-1 0 0 0 0,-2-1 0 0 0,-1 0 1 0 0,1 0-1 0 0,-1 0 0 0 0,0 0 0 0 0,1 0 1 0 0,-1 0-1 0 0,1 0 0 0 0,-1 0 0 0 0,0 0 1 0 0,1 0-1 0 0,-1 0 0 0 0,0 0 0 0 0,1 0 0 0 0,-1 0 1 0 0,1-1-1 0 0,-1 1 0 0 0,0 0 0 0 0,1 0 1 0 0,-1 0-1 0 0,0-1 0 0 0,0 1 0 0 0,1 0 1 0 0,-1 0-1 0 0,0-1 0 0 0,1 1 0 0 0,-1 0 1 0 0,0-1-1 0 0,0 1 0 0 0,0 0 0 0 0,1-1 0 0 0,-1 1 1 0 0,0 0-1 0 0,0-1 0 0 0,0 1 0 0 0,0-1 1 0 0,0 1-1 0 0,0 0 0 0 0,0-1 0 0 0,0 1 1 0 0,0-1-1 0 0,0 1 0 0 0,0 0 0 0 0,0-1 0 0 0,0 1 1 0 0,0 0-1 0 0,0-1 0 0 0,0 1 0 0 0,0-1 1 0 0,0 1-1 0 0,-1-1 0 0 0,-30-65 132 0 0,26 45-132 0 0,3 15 0 0 0,-2 0 756 0 0,13 6-1163 0 0,6 2 186 0 0,-1 2 234 0 0,-1 0 6 0 0,0 0-1 0 0,0 1 0 0 0,0 0 1 0 0,-1 1-1 0 0,0 0 0 0 0,0 1 1 0 0,15 12-1 0 0,-26-18-18 0 0,0 0 0 0 0,-1-1 0 0 0,1 1 0 0 0,-1 0 0 0 0,1-1 0 0 0,-1 1 0 0 0,1 0 0 0 0,-1 0 0 0 0,1-1 0 0 0,-1 1 0 0 0,0 0 0 0 0,1 0 0 0 0,-1 0 0 0 0,0 0 0 0 0,0 0 0 0 0,0-1 0 0 0,0 1 0 0 0,0 0 0 0 0,0 0 0 0 0,0 0 0 0 0,0 0 0 0 0,0 0 0 0 0,0 0 0 0 0,0-1 0 0 0,-1 1 0 0 0,1 2 0 0 0,-2-1 6 0 0,0 1-1 0 0,-1 0 1 0 0,1-1-1 0 0,0 1 1 0 0,-1-1-1 0 0,1 0 0 0 0,-1 0 1 0 0,0 0-1 0 0,0 0 1 0 0,-3 1-1 0 0,-36 14 147 0 0,8-3 154 0 0,-7 6-288 0 0,30-11-4294 0 0</inkml:trace>
</inkml:ink>
</file>

<file path=ppt/ink/ink3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11.357"/>
    </inkml:context>
    <inkml:brush xml:id="br0">
      <inkml:brushProperty name="width" value="0.1" units="cm"/>
      <inkml:brushProperty name="height" value="0.1" units="cm"/>
      <inkml:brushProperty name="color" value="#E71224"/>
    </inkml:brush>
  </inkml:definitions>
  <inkml:trace contextRef="#ctx0" brushRef="#br0">290 11 3823 0 0,'20'-10'298'0'0,"-20"10"-267"0"0,1 0 0 0 0,-1 0 0 0 0,0 0 0 0 0,1 1 0 0 0,-1-1 0 0 0,0 0 0 0 0,1 0 0 0 0,-1 0 0 0 0,0 1 0 0 0,0-1 0 0 0,1 0 0 0 0,-1 0 0 0 0,0 1 0 0 0,0-1 0 0 0,1 0 0 0 0,-1 1 0 0 0,0-1 0 0 0,0 0 0 0 0,0 1 0 0 0,0-1 0 0 0,1 0 0 0 0,-1 1 0 0 0,0-1 0 0 0,0 0 0 0 0,0 1 0 0 0,0-1 1 0 0,0 0-1 0 0,0 1 0 0 0,0 0 0 0 0,3 14 1110 0 0,-3-14-1236 0 0,1 3 241 0 0,-1 1-1 0 0,0-1 1 0 0,0 0-1 0 0,0 1 1 0 0,-1-1-1 0 0,1 0 1 0 0,-1 1-1 0 0,0-1 1 0 0,0 0-1 0 0,-1 0 1 0 0,-3 7-1 0 0,2-4 24 0 0,0 0 0 0 0,-1-1 0 0 0,0 0 0 0 0,0 1 0 0 0,-1-1 0 0 0,-5 5 0 0 0,7-8-139 0 0,0-1-1 0 0,0 1 0 0 0,-1-1 1 0 0,1 0-1 0 0,-1 0 1 0 0,0 0-1 0 0,1 0 0 0 0,-1-1 1 0 0,0 1-1 0 0,-5 0 1 0 0,-43 6 245 0 0,37-7-175 0 0,4 0-17 0 0,1-1 0 0 0,0 0 0 0 0,0-1 0 0 0,-1 0-1 0 0,-10-2 1 0 0,20 3-69 0 0,1-1 0 0 0,-1 1 0 0 0,0 0 0 0 0,0 0 0 0 0,0 0 0 0 0,0-1 0 0 0,0 1 0 0 0,0 0 0 0 0,0-1 0 0 0,0 1-1 0 0,1-1 1 0 0,-1 1 0 0 0,0-1 0 0 0,0 1 0 0 0,1-1 0 0 0,-1 1 0 0 0,0-1 0 0 0,1 0 0 0 0,-1 0 0 0 0,0 1 0 0 0,1-1-1 0 0,-1 0 1 0 0,1 0 0 0 0,-1 1 0 0 0,1-1 0 0 0,0 0 0 0 0,-1 0 0 0 0,1-2 0 0 0,0 2-6 0 0,0 0 0 0 0,0 0 0 0 0,0 0 0 0 0,0 0 0 0 0,1 0 0 0 0,-1 0 0 0 0,0 0 0 0 0,1 0 1 0 0,-1 0-1 0 0,1 0 0 0 0,-1 0 0 0 0,1 0 0 0 0,-1 1 0 0 0,1-1 0 0 0,0 0 0 0 0,-1 0 0 0 0,1 0 0 0 0,0 1 0 0 0,0-1 0 0 0,-1 0 0 0 0,1 1 0 0 0,0-1 0 0 0,0 1 1 0 0,0-1-1 0 0,1 0 0 0 0,5-3 19 0 0,0 1 0 0 0,1 0 1 0 0,-1 0-1 0 0,10-2 0 0 0,-14 5-26 0 0,-1-1 0 0 0,1 1-1 0 0,-1-1 1 0 0,1 1-1 0 0,0 0 1 0 0,-1 0-1 0 0,1 0 1 0 0,0 0 0 0 0,-1 1-1 0 0,1-1 1 0 0,-1 1-1 0 0,1 0 1 0 0,-1-1 0 0 0,1 1-1 0 0,-1 0 1 0 0,4 3-1 0 0,-5-4 5 0 0,0 1-1 0 0,-1-1 1 0 0,1 1-1 0 0,-1 0 1 0 0,1 0-1 0 0,-1-1 1 0 0,1 1 0 0 0,-1 0-1 0 0,1 0 1 0 0,-1-1-1 0 0,0 1 1 0 0,1 0-1 0 0,-1 0 1 0 0,0 0-1 0 0,0 0 1 0 0,0 0-1 0 0,0 0 1 0 0,1-1-1 0 0,-1 1 1 0 0,0 0-1 0 0,-1 0 1 0 0,1 0-1 0 0,0 0 1 0 0,0 0-1 0 0,0 0 1 0 0,0-1-1 0 0,-1 1 1 0 0,1 0-1 0 0,0 0 1 0 0,-1 0 0 0 0,1 0-1 0 0,-1-1 1 0 0,1 1-1 0 0,-1 0 1 0 0,1-1-1 0 0,-2 2 1 0 0,-1 3 29 0 0,-1 0 0 0 0,0-1 0 0 0,0 0 0 0 0,-5 5 0 0 0,1-1 73 0 0,-77 69 752 0 0,55-49-406 0 0,-3 4-4262 0 0</inkml:trace>
</inkml:ink>
</file>

<file path=ppt/ink/ink3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11.718"/>
    </inkml:context>
    <inkml:brush xml:id="br0">
      <inkml:brushProperty name="width" value="0.1" units="cm"/>
      <inkml:brushProperty name="height" value="0.1" units="cm"/>
      <inkml:brushProperty name="color" value="#E71224"/>
    </inkml:brush>
  </inkml:definitions>
  <inkml:trace contextRef="#ctx0" brushRef="#br0">1 1 5815 0 0,'0'0'6178'0'0,"4"9"-2908"0"0,-2-7-3265 0 0,0-1-1 0 0,-1 1 1 0 0,1 0-1 0 0,0 0 1 0 0,-1-1-1 0 0,1 1 1 0 0,-1 0-1 0 0,0 0 1 0 0,1 0-1 0 0,-1 1 1 0 0,0-1-1 0 0,0 0 1 0 0,0 0-1 0 0,-1 1 1 0 0,1-1-1 0 0,-1 0 1 0 0,1 1-1 0 0,-1-1 1 0 0,1 4-1 0 0,-1-5-3 0 0,0 4 99 0 0,-1-1 1 0 0,1 1-1 0 0,-1-1 0 0 0,0 0 1 0 0,0 1-1 0 0,0-1 0 0 0,0 0 1 0 0,-1 0-1 0 0,0 0 0 0 0,0 0 1 0 0,0 0-1 0 0,0 0 0 0 0,-1 0 1 0 0,1-1-1 0 0,-4 5 0 0 0,5-7-4 0 0</inkml:trace>
</inkml:ink>
</file>

<file path=ppt/ink/ink3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12.187"/>
    </inkml:context>
    <inkml:brush xml:id="br0">
      <inkml:brushProperty name="width" value="0.1" units="cm"/>
      <inkml:brushProperty name="height" value="0.1" units="cm"/>
      <inkml:brushProperty name="color" value="#E71224"/>
    </inkml:brush>
  </inkml:definitions>
  <inkml:trace contextRef="#ctx0" brushRef="#br0">47 1 5727 0 0,'0'0'126'0'0,"1"0"0"0"0,-1 0 0 0 0,1 0-1 0 0,-1 0 1 0 0,1 0 0 0 0,-1 0 0 0 0,1 0-1 0 0,-1 0 1 0 0,1 0 0 0 0,0 0 0 0 0,-1 0-1 0 0,1 1 1 0 0,-1-1 0 0 0,1 0 0 0 0,-1 0-1 0 0,1 0 1 0 0,-1 1 0 0 0,1-1 0 0 0,-1 0-1 0 0,0 1 1 0 0,1-1 0 0 0,-1 0 0 0 0,1 1-1 0 0,-1-1 1 0 0,0 1 0 0 0,1-1 0 0 0,-1 1-1 0 0,0-1 1 0 0,0 1 0 0 0,1-1 0 0 0,-1 1-1 0 0,0-1 1 0 0,0 1 0 0 0,0-1 0 0 0,1 1-1 0 0,-1 0 1 0 0,5 21 1301 0 0,-5-16-1199 0 0,0 1 0 0 0,-1 0-1 0 0,0 0 1 0 0,0-1 0 0 0,-1 1 0 0 0,0 0-1 0 0,0-1 1 0 0,-3 7 0 0 0,-3 3-313 0 0,-17 28 0 0 0,6-21-2450 0 0</inkml:trace>
</inkml:ink>
</file>

<file path=ppt/ink/ink3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12.614"/>
    </inkml:context>
    <inkml:brush xml:id="br0">
      <inkml:brushProperty name="width" value="0.1" units="cm"/>
      <inkml:brushProperty name="height" value="0.1" units="cm"/>
      <inkml:brushProperty name="color" value="#E71224"/>
    </inkml:brush>
  </inkml:definitions>
  <inkml:trace contextRef="#ctx0" brushRef="#br0">614 0 3023 0 0,'0'0'2730'0'0,"-8"11"-637"0"0,-84 46 3612 0 0,79-50-5382 0 0,0-1-1 0 0,-1 0 1 0 0,0-1 0 0 0,0 0 0 0 0,-20 3-1 0 0,-5-1 113 0 0,5-1-175 0 0,-1-1 1 0 0,-52 1-1 0 0,43-5-111 0 0,-17-1 70 0 0,43 0-187 0 0,-26-5 54 0 0,40 4-82 0 0,1 1 0 0 0,-1-1-1 0 0,1 0 1 0 0,0-1 0 0 0,0 1 0 0 0,-1-1 0 0 0,1 1 0 0 0,0-1 0 0 0,0 0-1 0 0,-4-4 1 0 0,-2-7-4756 0 0</inkml:trace>
</inkml:ink>
</file>

<file path=ppt/ink/ink3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12.770"/>
    </inkml:context>
    <inkml:brush xml:id="br0">
      <inkml:brushProperty name="width" value="0.1" units="cm"/>
      <inkml:brushProperty name="height" value="0.1" units="cm"/>
      <inkml:brushProperty name="color" value="#E71224"/>
    </inkml:brush>
  </inkml:definitions>
  <inkml:trace contextRef="#ctx0" brushRef="#br0">0 32 4895 0 0,'10'-2'432'0'0,"2"-2"-344"0"0,1-1-88 0 0,3 0 0 0 0,-1 1 672 0 0,-2 1 112 0 0,3 0 24 0 0,-1 0 8 0 0,1 0-464 0 0</inkml:trace>
</inkml:ink>
</file>

<file path=ppt/ink/ink3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13.586"/>
    </inkml:context>
    <inkml:brush xml:id="br0">
      <inkml:brushProperty name="width" value="0.1" units="cm"/>
      <inkml:brushProperty name="height" value="0.1" units="cm"/>
      <inkml:brushProperty name="color" value="#E71224"/>
    </inkml:brush>
  </inkml:definitions>
  <inkml:trace contextRef="#ctx0" brushRef="#br0">0 0 2383 0 0,'0'0'2132'0'0,"5"15"1050"0"0,11 20 450 0 0,-10-25-3354 0 0,-2-1 1 0 0,1 1-1 0 0,-1 0 1 0 0,-1 0-1 0 0,0 0 1 0 0,2 16-1 0 0,-4-18-255 0 0,0 1 0 0 0,-1 0-1 0 0,-1 0 1 0 0,0-1 0 0 0,-3 18 0 0 0,-5 3-4565 0 0</inkml:trace>
</inkml:ink>
</file>

<file path=ppt/ink/ink3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13.926"/>
    </inkml:context>
    <inkml:brush xml:id="br0">
      <inkml:brushProperty name="width" value="0.1" units="cm"/>
      <inkml:brushProperty name="height" value="0.1" units="cm"/>
      <inkml:brushProperty name="color" value="#E71224"/>
    </inkml:brush>
  </inkml:definitions>
  <inkml:trace contextRef="#ctx0" brushRef="#br0">96 98 4031 0 0,'0'0'306'0'0,"-11"9"240"0"0,9-8-430 0 0,-1 1 0 0 0,1-1 0 0 0,-1 0 0 0 0,1 0 0 0 0,-1 0 0 0 0,0 0 0 0 0,1 0 0 0 0,-1-1 0 0 0,0 1 0 0 0,0-1 0 0 0,1 0 0 0 0,-1 0 0 0 0,0 0 0 0 0,0 0 0 0 0,1 0 0 0 0,-1 0 0 0 0,0-1 0 0 0,0 0 0 0 0,-2 0 0 0 0,3 0-30 0 0,0 0 1 0 0,0 0-1 0 0,1 0 0 0 0,-1 0 1 0 0,1 0-1 0 0,-1 0 0 0 0,1 0 1 0 0,-1-1-1 0 0,1 1 0 0 0,0 0 1 0 0,-1-1-1 0 0,1 1 0 0 0,0-1 0 0 0,0 0 1 0 0,0 1-1 0 0,0-1 0 0 0,0 0 1 0 0,1 1-1 0 0,-1-1 0 0 0,0 0 1 0 0,1 0-1 0 0,0 0 0 0 0,-1 0 0 0 0,1 0 1 0 0,0 1-1 0 0,0-1 0 0 0,0 0 1 0 0,0-3-1 0 0,0 2 12 0 0,1 0-1 0 0,-1 0 1 0 0,1 0 0 0 0,0 0-1 0 0,0 1 1 0 0,0-1-1 0 0,0 0 1 0 0,0 0 0 0 0,1 1-1 0 0,-1-1 1 0 0,1 1 0 0 0,0-1-1 0 0,-1 1 1 0 0,1-1 0 0 0,0 1-1 0 0,1 0 1 0 0,-1 0-1 0 0,0 0 1 0 0,0 0 0 0 0,1 1-1 0 0,-1-1 1 0 0,5-1 0 0 0,-3 1-67 0 0,-1 1 1 0 0,0-1 0 0 0,1 1-1 0 0,0 0 1 0 0,-1 0 0 0 0,1 1-1 0 0,0-1 1 0 0,-1 1 0 0 0,1-1-1 0 0,0 1 1 0 0,0 0 0 0 0,-1 1 0 0 0,1-1-1 0 0,0 1 1 0 0,-1 0 0 0 0,1 0-1 0 0,7 2 1 0 0,-10-2-202 0 0,1 0 0 0 0,-1 0 0 0 0,1 0 0 0 0,-1 0 0 0 0,1 0 0 0 0,-1 1 0 0 0,0-1 1 0 0,0 0-1 0 0,1 1 0 0 0,-1-1 0 0 0,0 1 0 0 0,0-1 0 0 0,-1 1 0 0 0,1 0 0 0 0,0-1 0 0 0,0 1 0 0 0,-1 0 0 0 0,1-1 0 0 0,0 4 0 0 0,1 12-3746 0 0</inkml:trace>
</inkml:ink>
</file>

<file path=ppt/ink/ink3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14.462"/>
    </inkml:context>
    <inkml:brush xml:id="br0">
      <inkml:brushProperty name="width" value="0.1" units="cm"/>
      <inkml:brushProperty name="height" value="0.1" units="cm"/>
      <inkml:brushProperty name="color" value="#E71224"/>
    </inkml:brush>
  </inkml:definitions>
  <inkml:trace contextRef="#ctx0" brushRef="#br0">0 77 3567 0 0,'0'0'455'0'0,"12"6"1138"0"0,-10-6-1517 0 0,0 0 1 0 0,0 0-1 0 0,0 0 0 0 0,-1 0 0 0 0,1 0 0 0 0,0 0 0 0 0,0-1 0 0 0,0 1 0 0 0,-1-1 0 0 0,1 1 0 0 0,0-1 0 0 0,-1 0 0 0 0,1 0 1 0 0,-1 1-1 0 0,1-1 0 0 0,-1 0 0 0 0,3-2 0 0 0,25-23-122 0 0,-20 17 201 0 0,0 1-4 0 0,14-14 458 0 0,-21 21-525 0 0,-1 1 0 0 0,0-1 0 0 0,1 0 0 0 0,-1 0-1 0 0,0 0 1 0 0,1 1 0 0 0,-1-1 0 0 0,1 1 0 0 0,0-1 0 0 0,-1 1-1 0 0,1 0 1 0 0,-1-1 0 0 0,1 1 0 0 0,0 0 0 0 0,-1 0 0 0 0,3 0-1 0 0,-3 1-14 0 0,0-1-1 0 0,0 0 0 0 0,0 1 0 0 0,-1-1 1 0 0,1 1-1 0 0,0-1 0 0 0,0 1 1 0 0,0-1-1 0 0,0 1 0 0 0,-1-1 0 0 0,1 1 1 0 0,0 0-1 0 0,0 0 0 0 0,-1-1 1 0 0,1 1-1 0 0,0 0 0 0 0,-1 0 0 0 0,1 0 1 0 0,-1 0-1 0 0,0-1 0 0 0,1 1 0 0 0,-1 0 1 0 0,1 0-1 0 0,-1 0 0 0 0,0 0 1 0 0,0 0-1 0 0,0 0 0 0 0,0 0 0 0 0,0 2 1 0 0,1 1 94 0 0,-1 0 0 0 0,-1 0 0 0 0,1 0 0 0 0,-1 0 1 0 0,1 0-1 0 0,-2 5 0 0 0,-7 15 283 0 0,-1-1 1 0 0,-1 0-1 0 0,-21 32 0 0 0,23-31-247 0 0,8-22-120 0 0,2-2-71 0 0,-1 1 0 0 0,0 0 0 0 0,1-1-1 0 0,-1 1 1 0 0,0 0 0 0 0,1-1 0 0 0,-1 1 0 0 0,1-1 0 0 0,-1 1 0 0 0,1 0 0 0 0,-1-1 0 0 0,1 0 0 0 0,0 1 0 0 0,-1-1 0 0 0,1 1 0 0 0,-1-1 0 0 0,1 0 0 0 0,0 1 0 0 0,-1-1 0 0 0,1 0 0 0 0,0 0 0 0 0,-1 1 0 0 0,1-1 0 0 0,0 0 0 0 0,0 0 0 0 0,-1 0 0 0 0,1 0 0 0 0,1 0 0 0 0,-1 0 1 0 0,6 1 19 0 0,1-1 1 0 0,-1 0-1 0 0,0-1 1 0 0,10-1-1 0 0,22-2-24 0 0,-28 5-34 0 0,-5-2 4 0 0,-1 1 1 0 0,1 0 0 0 0,0 1-1 0 0,-1-1 1 0 0,1 1-1 0 0,0 0 1 0 0,-1 1-1 0 0,0-1 1 0 0,1 1-1 0 0,-1 0 1 0 0,0 1-1 0 0,9 4 1 0 0</inkml:trace>
</inkml:ink>
</file>

<file path=ppt/ink/ink3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14.869"/>
    </inkml:context>
    <inkml:brush xml:id="br0">
      <inkml:brushProperty name="width" value="0.1" units="cm"/>
      <inkml:brushProperty name="height" value="0.1" units="cm"/>
      <inkml:brushProperty name="color" value="#E71224"/>
    </inkml:brush>
  </inkml:definitions>
  <inkml:trace contextRef="#ctx0" brushRef="#br0">171 1 4319 0 0,'0'0'1774'0'0,"-16"2"130"0"0,8 0-1652 0 0,1 0 1 0 0,-1 0-1 0 0,1 1 0 0 0,0 0 1 0 0,0 1-1 0 0,0-1 1 0 0,1 1-1 0 0,-1 0 0 0 0,1 1 1 0 0,0 0-1 0 0,0 0 1 0 0,1 0-1 0 0,-7 8 1 0 0,6-5 63 0 0,0-1-1 0 0,0 2 1 0 0,0-1 0 0 0,1 1 0 0 0,0 0 0 0 0,1 0 0 0 0,0 0 0 0 0,0 1 0 0 0,-3 16 0 0 0,6-23-272 0 0,1 1 0 0 0,-1-1 0 0 0,1 1 0 0 0,0-1 0 0 0,0 1 0 0 0,0-1 0 0 0,1 1 0 0 0,-1-1 0 0 0,1 1 0 0 0,0-1 0 0 0,0 0 0 0 0,0 1 0 0 0,0-1 0 0 0,0 0 0 0 0,1 0 0 0 0,-1 0 0 0 0,1 0 0 0 0,0 0 0 0 0,0 0 0 0 0,0 0 0 0 0,1-1 0 0 0,-1 1 0 0 0,1-1 0 0 0,-1 1 0 0 0,1-1 0 0 0,0 0 0 0 0,0 0 0 0 0,-1 0 0 0 0,2 0 0 0 0,-1-1 0 0 0,0 1 0 0 0,0-1 0 0 0,0 0 0 0 0,1 0 0 0 0,-1 0 0 0 0,1 0 0 0 0,-1-1 0 0 0,4 1 0 0 0,6 0-12 0 0,3 1 22 0 0,0-1 1 0 0,0-1 0 0 0,-1 0 0 0 0,1-1 0 0 0,21-4 0 0 0,-10-4-55 0 0</inkml:trace>
</inkml:ink>
</file>

<file path=ppt/ink/ink3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23.299"/>
    </inkml:context>
    <inkml:brush xml:id="br0">
      <inkml:brushProperty name="width" value="0.1" units="cm"/>
      <inkml:brushProperty name="height" value="0.1" units="cm"/>
      <inkml:brushProperty name="color" value="#E71224"/>
    </inkml:brush>
  </inkml:definitions>
  <inkml:trace contextRef="#ctx0" brushRef="#br0">956 17 4143 0 0,'1'-16'7354'0'0,"9"30"-5802"0"0,-2 0-821 0 0,0 2 0 0 0,-2-1 0 0 0,10 29 0 0 0,7 53 104 0 0,-14-56-440 0 0,16 47 180 0 0,-15-54-266 0 0,12 59-1 0 0,-17-53-198 0 0,1 51 1 0 0,-7-74-45 0 0,1-1 1 0 0,-2 1-1 0 0,0 0 1 0 0,-1-1 0 0 0,-9 29-1 0 0,7-34-57 0 0,0 1 0 0 0,0-1 0 0 0,-2-1 1 0 0,1 1-1 0 0,-15 17 0 0 0,-46 43 321 0 0,24-27-267 0 0,27-29-33 0 0,0 0 1 0 0,-1-1-1 0 0,-1-1 0 0 0,0-1 0 0 0,0 0 1 0 0,-2-1-1 0 0,1-1 0 0 0,-36 12 0 0 0,4-5 61 0 0,-1-2 0 0 0,-73 10-1 0 0,52-17-21 0 0,1-2 1 0 0,-94-7-1 0 0,157 1-65 0 0,-102-10 171 0 0,42 2-402 0 0,68 8 118 0 0</inkml:trace>
</inkml:ink>
</file>

<file path=ppt/ink/ink3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23.711"/>
    </inkml:context>
    <inkml:brush xml:id="br0">
      <inkml:brushProperty name="width" value="0.1" units="cm"/>
      <inkml:brushProperty name="height" value="0.1" units="cm"/>
      <inkml:brushProperty name="color" value="#E71224"/>
    </inkml:brush>
  </inkml:definitions>
  <inkml:trace contextRef="#ctx0" brushRef="#br0">206 1 4087 0 0,'0'0'2480'0'0,"-14"4"-94"0"0,11-3-1976 0 0,-1 1 1 0 0,1-1-1 0 0,-1 1 1 0 0,1 0-1 0 0,0 0 1 0 0,0 1 0 0 0,-1-1-1 0 0,2 1 1 0 0,-4 2-1 0 0,-24 30 1608 0 0,11-11-1275 0 0,-54 57 944 0 0,45-54-907 0 0,24-22-543 0 0,1 1 223 0 0,9 2-272 0 0,-3-5-120 0 0,1 0-1 0 0,-1-1 1 0 0,1 1-1 0 0,0-1 1 0 0,0 0-1 0 0,0 0 1 0 0,0-1-1 0 0,0 1 1 0 0,5 0-1 0 0,-3 0-29 0 0,0 0-1 0 0,-1 0 0 0 0,1 1 0 0 0,6 3 1 0 0,-11-5-15 0 0,1 0 1 0 0,0 0-1 0 0,-1 1 1 0 0,1-1 0 0 0,-1 0-1 0 0,0 1 1 0 0,1-1-1 0 0,-1 1 1 0 0,0-1 0 0 0,0 1-1 0 0,0 0 1 0 0,0-1 0 0 0,0 1-1 0 0,0 0 1 0 0,0 0-1 0 0,0 0 1 0 0,-1 0 0 0 0,1-1-1 0 0,-1 1 1 0 0,0 0 0 0 0,1 0-1 0 0,-1 0 1 0 0,0 3-1 0 0,-1-2-8 0 0,1 0 0 0 0,-1 0 0 0 0,0 0 0 0 0,0 0 0 0 0,0 0-1 0 0,-1 0 1 0 0,1 0 0 0 0,-1 0 0 0 0,1-1 0 0 0,-1 1 0 0 0,0-1-1 0 0,0 1 1 0 0,-4 3 0 0 0,5-5-285 0 0</inkml:trace>
</inkml:ink>
</file>

<file path=ppt/ink/ink3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25.960"/>
    </inkml:context>
    <inkml:brush xml:id="br0">
      <inkml:brushProperty name="width" value="0.1" units="cm"/>
      <inkml:brushProperty name="height" value="0.1" units="cm"/>
      <inkml:brushProperty name="color" value="#E71224"/>
    </inkml:brush>
  </inkml:definitions>
  <inkml:trace contextRef="#ctx0" brushRef="#br0">344 25 2959 0 0,'-1'-2'220'0'0,"0"1"-101"0"0,1 0-1 0 0,-1 0 1 0 0,0 0-1 0 0,1 0 0 0 0,-1 0 1 0 0,1-1-1 0 0,-1 1 1 0 0,1 0-1 0 0,0 0 0 0 0,-1-3 1 0 0,1 4-50 0 0,0 0 1 0 0,0-1-1 0 0,0 1 0 0 0,0 0 1 0 0,0-1-1 0 0,0 1 1 0 0,0 0-1 0 0,1 0 0 0 0,-1-1 1 0 0,0 1-1 0 0,0 0 1 0 0,0-1-1 0 0,0 1 0 0 0,0 0 1 0 0,1 0-1 0 0,-1-1 1 0 0,0 1-1 0 0,0 0 0 0 0,0 0 1 0 0,1 0-1 0 0,-1-1 0 0 0,0 1 1 0 0,0 0-1 0 0,1 0 1 0 0,-1 0-1 0 0,1-1 93 0 0,0 1 0 0 0,-1 0 0 0 0,1 0 0 0 0,0 0 0 0 0,-1-1 0 0 0,1 1 0 0 0,0 0 0 0 0,0 0 0 0 0,-1 0 0 0 0,1 0 0 0 0,0 1 0 0 0,0-1 0 0 0,-1 0 0 0 0,1 0 0 0 0,0 0 0 0 0,-1 0 0 0 0,2 1 0 0 0,0 1-20 0 0,0 0 0 0 0,0 0 1 0 0,-1 0-1 0 0,1 1 0 0 0,-1-1 0 0 0,1 0 1 0 0,-1 1-1 0 0,0-1 0 0 0,0 1 0 0 0,0-1 1 0 0,0 1-1 0 0,0 0 0 0 0,-1-1 0 0 0,1 1 0 0 0,-1 0 1 0 0,0-1-1 0 0,0 1 0 0 0,0 5 0 0 0,-1 2 126 0 0,0 0-1 0 0,0 0 1 0 0,-5 17-1 0 0,4-20-173 0 0,-1 0-1 0 0,0 1 1 0 0,0-1-1 0 0,0 0 1 0 0,-1 0 0 0 0,0-1-1 0 0,0 1 1 0 0,-1-1-1 0 0,0 0 1 0 0,0 0-1 0 0,0 0 1 0 0,-1-1 0 0 0,0 1-1 0 0,0-2 1 0 0,0 1-1 0 0,-1-1 1 0 0,1 0 0 0 0,-1 0-1 0 0,0 0 1 0 0,0-1-1 0 0,-1 0 1 0 0,1-1-1 0 0,0 1 1 0 0,-1-2 0 0 0,-10 2-1 0 0,8-1-19 0 0,0-1-1 0 0,0-1 1 0 0,-20-1-1 0 0,28 1-67 0 0,-1 0-1 0 0,1-1 0 0 0,0 1 1 0 0,0 0-1 0 0,-1-1 0 0 0,1 0 1 0 0,0 0-1 0 0,0 0 0 0 0,0 0 1 0 0,0 0-1 0 0,0 0 1 0 0,0 0-1 0 0,0 0 0 0 0,1-1 1 0 0,-1 1-1 0 0,0-1 0 0 0,1 1 1 0 0,-1-1-1 0 0,1 0 0 0 0,-1 0 1 0 0,1 0-1 0 0,0 0 1 0 0,0 0-1 0 0,-2-3 0 0 0,3 2 2 0 0,-1 0-1 0 0,1 0 1 0 0,0 0 0 0 0,0 0-1 0 0,0 0 1 0 0,0 0-1 0 0,0 0 1 0 0,1 0-1 0 0,-1 0 1 0 0,1 0 0 0 0,0 0-1 0 0,0 0 1 0 0,0 0-1 0 0,0 0 1 0 0,1 0-1 0 0,-1 1 1 0 0,1-1 0 0 0,-1 1-1 0 0,1-1 1 0 0,4-3-1 0 0,-5 4 1 0 0,1 0 0 0 0,-1 0 0 0 0,1 0-1 0 0,0 1 1 0 0,0-1 0 0 0,0 1-1 0 0,-1 0 1 0 0,1-1 0 0 0,0 1 0 0 0,1 0-1 0 0,-1 0 1 0 0,0 0 0 0 0,0 0 0 0 0,0 1-1 0 0,1-1 1 0 0,-1 1 0 0 0,0-1 0 0 0,0 1-1 0 0,1 0 1 0 0,-1 0 0 0 0,0 0 0 0 0,1 0-1 0 0,-1 0 1 0 0,0 0 0 0 0,1 1-1 0 0,-1-1 1 0 0,4 2 0 0 0,-4-1-12 0 0,-1 0-1 0 0,1 0 1 0 0,-1 0-1 0 0,1 1 1 0 0,-1-1 0 0 0,0 0-1 0 0,1 1 1 0 0,-1-1 0 0 0,0 1-1 0 0,0-1 1 0 0,0 1 0 0 0,0 0-1 0 0,0-1 1 0 0,-1 1 0 0 0,1 0-1 0 0,0-1 1 0 0,-1 1 0 0 0,1 0-1 0 0,-1 0 1 0 0,0 0-1 0 0,1 0 1 0 0,-1 0 0 0 0,0-1-1 0 0,-1 4 1 0 0,1 2 34 0 0,0 0-1 0 0,-1 1 1 0 0,0-1-1 0 0,-1 0 1 0 0,-2 7-1 0 0,2-8-18 0 0,-1 0-1 0 0,0 0 0 0 0,0 0 1 0 0,-1 0-1 0 0,1 0 0 0 0,-1-1 1 0 0,0 1-1 0 0,-1-1 0 0 0,1 0 1 0 0,-1 0-1 0 0,-6 4 0 0 0,-7 4 23 0 0,-38 23-1 0 0,41-28-6 0 0,7-4-61 0 0,1 0-1 0 0,-1-1 1 0 0,-11 3-1 0 0,2-2-4573 0 0</inkml:trace>
</inkml:ink>
</file>

<file path=ppt/ink/ink3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26.178"/>
    </inkml:context>
    <inkml:brush xml:id="br0">
      <inkml:brushProperty name="width" value="0.1" units="cm"/>
      <inkml:brushProperty name="height" value="0.1" units="cm"/>
      <inkml:brushProperty name="color" value="#E71224"/>
    </inkml:brush>
  </inkml:definitions>
  <inkml:trace contextRef="#ctx0" brushRef="#br0">1 1 3079 0 0,'3'3'385'0'0,"0"0"-1"0"0,1-1 0 0 0,0 1 0 0 0,0-1 0 0 0,-1 0 1 0 0,1 0-1 0 0,0 0 0 0 0,1 0 0 0 0,7 1 0 0 0,5 3 1862 0 0,0 1-244 0 0,-12-5-1441 0 0,1 0 0 0 0,-1 0 0 0 0,1 1 0 0 0,-1 0 0 0 0,0 0 0 0 0,7 5 0 0 0,-11-7-489 0 0,0 0 0 0 0,0 1 1 0 0,0-1-1 0 0,0 1 0 0 0,0-1 0 0 0,0 1 0 0 0,0-1 1 0 0,0 1-1 0 0,-1-1 0 0 0,1 1 0 0 0,-1 0 1 0 0,1-1-1 0 0,-1 1 0 0 0,1 0 0 0 0,-1 0 0 0 0,0-1 1 0 0,0 1-1 0 0,0 0 0 0 0,0 0 0 0 0,0-1 1 0 0,0 1-1 0 0,-1 0 0 0 0,1 0 0 0 0,0-1 0 0 0,-1 1 1 0 0,-1 2-1 0 0,1 0-51 0 0,-1 0 0 0 0,-1 0 1 0 0,1 0-1 0 0,0 0 0 0 0,-1 0 0 0 0,0-1 1 0 0,0 1-1 0 0,0-1 0 0 0,0 0 1 0 0,-1 0-1 0 0,1 0 0 0 0,-1 0 0 0 0,0-1 1 0 0,0 0-1 0 0,0 1 0 0 0,0-1 0 0 0,0-1 1 0 0,-7 3-1 0 0,6-2-86 0 0</inkml:trace>
</inkml:ink>
</file>

<file path=ppt/ink/ink3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26.552"/>
    </inkml:context>
    <inkml:brush xml:id="br0">
      <inkml:brushProperty name="width" value="0.1" units="cm"/>
      <inkml:brushProperty name="height" value="0.1" units="cm"/>
      <inkml:brushProperty name="color" value="#E71224"/>
    </inkml:brush>
  </inkml:definitions>
  <inkml:trace contextRef="#ctx0" brushRef="#br0">102 0 6191 0 0,'0'0'656'0'0,"-1"12"-656"0"0,-2 0 0 0 0,-2-2 848 0 0,-2 2 144 0 0,0 3 32 0 0,-1 3 8 0 0,0-3-520 0 0,-2-2-96 0 0,1 1-32 0 0,0-1 0 0 0,-1 1-224 0 0,0-2-56 0 0,3-3-8 0 0,-1-1-3496 0 0</inkml:trace>
</inkml:ink>
</file>

<file path=ppt/ink/ink3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26.928"/>
    </inkml:context>
    <inkml:brush xml:id="br0">
      <inkml:brushProperty name="width" value="0.1" units="cm"/>
      <inkml:brushProperty name="height" value="0.1" units="cm"/>
      <inkml:brushProperty name="color" value="#E71224"/>
    </inkml:brush>
  </inkml:definitions>
  <inkml:trace contextRef="#ctx0" brushRef="#br0">699 0 5727 0 0,'0'0'443'0'0,"-5"7"-156"0"0,-8 6 962 0 0,0-1 0 0 0,-1 0 0 0 0,0-1 0 0 0,-20 13 0 0 0,14-12-408 0 0,-1-1 0 0 0,-39 14 0 0 0,17-11-398 0 0,0-3 0 0 0,-1-1 0 0 0,-46 4 0 0 0,69-12-318 0 0,1 0 0 0 0,-1-1 1 0 0,0-2-1 0 0,1 0 0 0 0,-1-1 1 0 0,1-1-1 0 0,-26-7 0 0 0,38 8-69 0 0,1 0 0 0 0,0-1 0 0 0,-1-1 0 0 0,1 1-1 0 0,1-1 1 0 0,-1 0 0 0 0,-11-10 0 0 0,15 12-178 0 0,1-1 0 0 0,-1 0 0 0 0,1 0 0 0 0,0 0 0 0 0,0 0 1 0 0,0 0-1 0 0,0 0 0 0 0,-1-4 0 0 0,2 4-387 0 0,0 0 0 0 0,0 0 0 0 0,0-1 1 0 0,0 1-1 0 0,1 0 0 0 0,0 0 0 0 0,-1-1 0 0 0,1 1 0 0 0,1-7 1 0 0,2-6-4770 0 0</inkml:trace>
</inkml:ink>
</file>

<file path=ppt/ink/ink3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27.051"/>
    </inkml:context>
    <inkml:brush xml:id="br0">
      <inkml:brushProperty name="width" value="0.1" units="cm"/>
      <inkml:brushProperty name="height" value="0.1" units="cm"/>
      <inkml:brushProperty name="color" value="#E71224"/>
    </inkml:brush>
  </inkml:definitions>
  <inkml:trace contextRef="#ctx0" brushRef="#br0">0 31 6215 0 0,'11'0'552'0'0,"3"-3"-440"0"0,3-2-112 0 0,3 1 0 0 0,0 0 800 0 0,-1-1 144 0 0,1 0 24 0 0,-2 2 8 0 0,0 2-744 0 0</inkml:trace>
</inkml:ink>
</file>

<file path=ppt/ink/ink3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28.977"/>
    </inkml:context>
    <inkml:brush xml:id="br0">
      <inkml:brushProperty name="width" value="0.1" units="cm"/>
      <inkml:brushProperty name="height" value="0.1" units="cm"/>
      <inkml:brushProperty name="color" value="#E71224"/>
    </inkml:brush>
  </inkml:definitions>
  <inkml:trace contextRef="#ctx0" brushRef="#br0">410 48 2991 0 0,'3'5'5736'0'0,"7"-12"-5440"0"0,1 0 0 0 0,-1 0 0 0 0,10-10 0 0 0,-3 3 944 0 0,-16 17-1062 0 0,1 1-1 0 0,-1-1 1 0 0,1 1-1 0 0,0-1 1 0 0,0 1-1 0 0,0-1 1 0 0,0 0-1 0 0,1 0 1 0 0,4 5-1 0 0,-4-6-117 0 0,-1 0 1 0 0,1 0-1 0 0,0 0 0 0 0,-1-1 1 0 0,1 1-1 0 0,0-1 0 0 0,0 0 0 0 0,0 0 1 0 0,0 0-1 0 0,0 0 0 0 0,0 0 1 0 0,1-1-1 0 0,-1 1 0 0 0,0-1 1 0 0,5 0-1 0 0,7 0 110 0 0,0-1 0 0 0,16-4 1 0 0,-10 2-14 0 0,36-1 491 0 0,-63 14-294 0 0,-6 0-165 0 0,0 0 1 0 0,-1-1 0 0 0,0 0-1 0 0,-19 8 1 0 0,-3 3 147 0 0,11-5-189 0 0,-37 16 1 0 0,52-27-133 0 0,1-1-1 0 0,0 0 1 0 0,-1-1-1 0 0,0 0 1 0 0,1 0 0 0 0,-1-1-1 0 0,0 0 1 0 0,-16-1-1 0 0,15-1 38 0 0,-24 0 403 0 0,32 2-433 0 0,-1-1 0 0 0,1 0 0 0 0,0 1-1 0 0,0 0 1 0 0,0-1 0 0 0,0 1 0 0 0,0 0 0 0 0,0 0-1 0 0,0 0 1 0 0,1 0 0 0 0,-1 0 0 0 0,0 0-1 0 0,-2 3 1 0 0,-12 12-2 0 0,-63 59 487 0 0,63-62-402 0 0,0 0 0 0 0,-1-2 0 0 0,-25 14 1 0 0,26-17-230 0 0,0-1 1 0 0,-1 0 0 0 0,-26 5-1 0 0,1-4-6066 0 0</inkml:trace>
</inkml:ink>
</file>

<file path=ppt/ink/ink3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29.181"/>
    </inkml:context>
    <inkml:brush xml:id="br0">
      <inkml:brushProperty name="width" value="0.1" units="cm"/>
      <inkml:brushProperty name="height" value="0.1" units="cm"/>
      <inkml:brushProperty name="color" value="#E71224"/>
    </inkml:brush>
  </inkml:definitions>
  <inkml:trace contextRef="#ctx0" brushRef="#br0">25 14 3367 0 0,'-12'-12'11368'0'0,"6"11"-10760"0"0,-1 2-416 0 0</inkml:trace>
</inkml:ink>
</file>

<file path=ppt/ink/ink3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29.557"/>
    </inkml:context>
    <inkml:brush xml:id="br0">
      <inkml:brushProperty name="width" value="0.1" units="cm"/>
      <inkml:brushProperty name="height" value="0.1" units="cm"/>
      <inkml:brushProperty name="color" value="#E71224"/>
    </inkml:brush>
  </inkml:definitions>
  <inkml:trace contextRef="#ctx0" brushRef="#br0">237 51 2071 0 0,'0'0'3490'0'0,"-11"9"-478"0"0,6-5-2609 0 0,0-1 0 0 0,0-1 1 0 0,-1 1-1 0 0,1-1 0 0 0,-1 0 0 0 0,0 0 1 0 0,0 0-1 0 0,-11 1 0 0 0,12-2-317 0 0,0-1 0 0 0,1 0 0 0 0,-1 1-1 0 0,0-2 1 0 0,1 1 0 0 0,-1 0 0 0 0,0-1-1 0 0,0 0 1 0 0,1 0 0 0 0,-1-1 0 0 0,-7-2-1 0 0,11 3-63 0 0,0 1-1 0 0,0-1 0 0 0,0 1 1 0 0,1-1-1 0 0,-1 1 0 0 0,0-1 1 0 0,0 0-1 0 0,1 1 0 0 0,-1-1 1 0 0,0 0-1 0 0,1 0 0 0 0,-1 1 1 0 0,0-1-1 0 0,1 0 0 0 0,-1 0 1 0 0,1 0-1 0 0,0 0 0 0 0,-1 0 1 0 0,1 0-1 0 0,0 1 0 0 0,-1-1 1 0 0,1 0-1 0 0,0 0 0 0 0,0 0 1 0 0,0 0-1 0 0,0 0 0 0 0,0 0 1 0 0,0 0-1 0 0,0 0 0 0 0,0 0 1 0 0,0 0-1 0 0,0 0 0 0 0,1 0 1 0 0,-1 0-1 0 0,0 0 0 0 0,1 0 1 0 0,-1 0-1 0 0,1 0 0 0 0,-1 0 1 0 0,1 1-1 0 0,-1-1 1 0 0,1 0-1 0 0,0 0 0 0 0,0 0 1 0 0,2-2 37 0 0,-1 0 1 0 0,1 0 0 0 0,0 0-1 0 0,0 0 1 0 0,0 1 0 0 0,0-1-1 0 0,1 1 1 0 0,-1 0 0 0 0,7-3 0 0 0,-5 3-50 0 0,0 1 0 0 0,0 0 1 0 0,-1 0-1 0 0,1 0 1 0 0,0 0-1 0 0,0 1 1 0 0,0 0-1 0 0,0 0 0 0 0,0 0 1 0 0,0 1-1 0 0,0-1 1 0 0,0 1-1 0 0,0 0 0 0 0,6 3 1 0 0,-9-4 0 0 0,0 1 0 0 0,0 0 0 0 0,0 0 0 0 0,0 1 0 0 0,0-1 1 0 0,0 0-1 0 0,0 1 0 0 0,0-1 0 0 0,-1 1 0 0 0,1 0 0 0 0,0-1 0 0 0,-1 1 0 0 0,1 0 0 0 0,-1 0 1 0 0,0 0-1 0 0,0 0 0 0 0,0 0 0 0 0,0 0 0 0 0,0 1 0 0 0,0-1 0 0 0,0 0 0 0 0,-1 0 1 0 0,1 1-1 0 0,-1-1 0 0 0,0 0 0 0 0,1 1 0 0 0,-1-1 0 0 0,0 0 0 0 0,0 1 0 0 0,-1-1 0 0 0,0 4 1 0 0,-1 3 23 0 0,0-1 0 0 0,-1 1 1 0 0,0-1-1 0 0,0 0 0 0 0,-1 0 1 0 0,0-1-1 0 0,-1 1 0 0 0,-9 11 1 0 0,2-3 42 0 0,-1-1 1 0 0,-27 23-1 0 0,10-12 128 0 0,-36 23 1 0 0,22-24-4940 0 0</inkml:trace>
</inkml:ink>
</file>

<file path=ppt/ink/ink3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30.406"/>
    </inkml:context>
    <inkml:brush xml:id="br0">
      <inkml:brushProperty name="width" value="0.1" units="cm"/>
      <inkml:brushProperty name="height" value="0.1" units="cm"/>
      <inkml:brushProperty name="color" value="#E71224"/>
    </inkml:brush>
  </inkml:definitions>
  <inkml:trace contextRef="#ctx0" brushRef="#br0">428 64 4663 0 0,'-13'13'5600'0'0,"52"-40"-4220"0"0,-31 20-1254 0 0,0 1 1 0 0,0 0 0 0 0,1 0-1 0 0,0 1 1 0 0,0 0-1 0 0,1 0 1 0 0,16-4-1 0 0,-25 8 98 0 0,0 13 101 0 0,1 4-83 0 0,-2-14-169 0 0,-1 0-1 0 0,1 0 1 0 0,0 0-1 0 0,0 0 1 0 0,0 0 0 0 0,0 0-1 0 0,0 0 1 0 0,0 0 0 0 0,1 0-1 0 0,-1 0 1 0 0,1 0-1 0 0,-1 0 1 0 0,1 0 0 0 0,0 0-1 0 0,1 2 1 0 0,-1-3-29 0 0,0 0-1 0 0,0 0 1 0 0,0 0 0 0 0,1 0-1 0 0,-1 0 1 0 0,0 0 0 0 0,1 0-1 0 0,-1 0 1 0 0,1 0 0 0 0,-1 0-1 0 0,1-1 1 0 0,-1 1 0 0 0,1-1-1 0 0,0 1 1 0 0,-1-1 0 0 0,1 0 0 0 0,0 1-1 0 0,3-1 1 0 0,-2 0-4 0 0,0 0 0 0 0,1 1 1 0 0,-1-1-1 0 0,1 1 0 0 0,-1 0 0 0 0,5 2 1 0 0,-8-3-36 0 0,1 0 1 0 0,-1 1 0 0 0,1-1-1 0 0,-1 0 1 0 0,1 1 0 0 0,-1-1-1 0 0,1 1 1 0 0,-1-1 0 0 0,1 0 0 0 0,-1 1-1 0 0,1-1 1 0 0,-1 1 0 0 0,0-1-1 0 0,1 1 1 0 0,-1 0 0 0 0,0-1 0 0 0,1 1-1 0 0,-1-1 1 0 0,0 1 0 0 0,0 0-1 0 0,0-1 1 0 0,1 1 0 0 0,-1-1 0 0 0,0 1-1 0 0,0 0 1 0 0,0-1 0 0 0,0 1-1 0 0,0 0 1 0 0,0-1 0 0 0,0 1-1 0 0,0-1 1 0 0,-1 1 0 0 0,1 0 0 0 0,0-1-1 0 0,0 1 1 0 0,0 0 0 0 0,-1-1-1 0 0,1 1 1 0 0,0-1 0 0 0,-1 1 0 0 0,1 0-1 0 0,-5 6 53 0 0,0-1-1 0 0,0 1 1 0 0,0-1-1 0 0,0 0 1 0 0,-1 0-1 0 0,-13 10 1 0 0,1-3 145 0 0,-25 15 1 0 0,-44 14 434 0 0,86-41-626 0 0,0-1 0 0 0,0 1 0 0 0,-1 0 0 0 0,1-1 0 0 0,0 1 0 0 0,0 0 0 0 0,0 0 0 0 0,0-1 0 0 0,0 1 0 0 0,1 0 0 0 0,-1 0 0 0 0,0 0 0 0 0,0 0 0 0 0,1 0 0 0 0,-1 0 0 0 0,0 1 0 0 0,1-1 0 0 0,-1 0 0 0 0,1 0 0 0 0,-1 0 0 0 0,1 1 0 0 0,0-1 0 0 0,0 0 0 0 0,-1 2 0 0 0,2 0 4 0 0,0-1 0 0 0,-1 0 0 0 0,1 0 1 0 0,0 1-1 0 0,0-1 0 0 0,1 0 0 0 0,-1 0 0 0 0,0 0 0 0 0,1 0 0 0 0,-1 0 0 0 0,4 3 1 0 0,6 7-2 0 0,-5-6 2 0 0,-1 0 0 0 0,0 0 0 0 0,0 1 0 0 0,5 8 0 0 0,-9-13-14 0 0,0 0 0 0 0,0 0-1 0 0,0 1 1 0 0,-1-1 0 0 0,1 0 0 0 0,0 1 0 0 0,-1-1 0 0 0,0 1 0 0 0,1-1-1 0 0,-1 1 1 0 0,0-1 0 0 0,0 1 0 0 0,-1-1 0 0 0,1 1 0 0 0,0-1 0 0 0,-1 0-1 0 0,1 1 1 0 0,-2 2 0 0 0,-2 4 50 0 0,0 0 0 0 0,-1 0 0 0 0,0-1 0 0 0,-1 0 0 0 0,1 0 0 0 0,-2 0 0 0 0,1 0 0 0 0,-1-1 0 0 0,0 0 0 0 0,0-1 0 0 0,-1 1 0 0 0,0-1-1 0 0,0-1 1 0 0,-1 0 0 0 0,1 0 0 0 0,-13 5 0 0 0,10-6 20 0 0,0 1 0 0 0,-1-2 0 0 0,1 1 0 0 0,-1-2 0 0 0,0 0 0 0 0,0 0 0 0 0,0-1 0 0 0,0 0 0 0 0,0-1-1 0 0,0-1 1 0 0,0 0 0 0 0,-24-5 0 0 0,28 4-59 0 0,-1 0 0 0 0,1-1-1 0 0,0 0 1 0 0,0 0-1 0 0,0-1 1 0 0,0 0 0 0 0,1 0-1 0 0,0-1 1 0 0,0 0 0 0 0,0 0-1 0 0,0-1 1 0 0,1 0 0 0 0,0 0-1 0 0,0-1 1 0 0,1 1 0 0 0,0-1-1 0 0,0 0 1 0 0,0-1 0 0 0,1 1-1 0 0,0-1 1 0 0,0 0 0 0 0,1 0-1 0 0,0 0 1 0 0,-3-14 0 0 0,5 10-14 0 0,0 0 0 0 0,0-1 1 0 0,1 1-1 0 0,0 0 1 0 0,1 0-1 0 0,1 0 0 0 0,0 0 1 0 0,1 0-1 0 0,0 1 1 0 0,0-1-1 0 0,1 1 1 0 0,1-1-1 0 0,0 1 0 0 0,1 1 1 0 0,0-1-1 0 0,0 1 1 0 0,1 0-1 0 0,14-15 1 0 0,-1 8-312 0 0,2 4-16 0 0</inkml:trace>
</inkml:ink>
</file>

<file path=ppt/ink/ink3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30.583"/>
    </inkml:context>
    <inkml:brush xml:id="br0">
      <inkml:brushProperty name="width" value="0.1" units="cm"/>
      <inkml:brushProperty name="height" value="0.1" units="cm"/>
      <inkml:brushProperty name="color" value="#E71224"/>
    </inkml:brush>
  </inkml:definitions>
  <inkml:trace contextRef="#ctx0" brushRef="#br0">5 1 9759 0 0,'0'0'864'0'0,"0"6"184"0"0,-2 1 1008 0 0,-1-2-240 0 0</inkml:trace>
</inkml:ink>
</file>

<file path=ppt/ink/ink3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31.391"/>
    </inkml:context>
    <inkml:brush xml:id="br0">
      <inkml:brushProperty name="width" value="0.1" units="cm"/>
      <inkml:brushProperty name="height" value="0.1" units="cm"/>
      <inkml:brushProperty name="color" value="#E71224"/>
    </inkml:brush>
  </inkml:definitions>
  <inkml:trace contextRef="#ctx0" brushRef="#br0">29 1 3223 0 0,'0'1'240'0'0,"0"0"-83"0"0,-1 0-1 0 0,1 0 1 0 0,0 0-1 0 0,0 0 0 0 0,-1 0 1 0 0,1 0-1 0 0,0 0 0 0 0,0 0 1 0 0,0 0-1 0 0,0 0 0 0 0,0 0 1 0 0,1 1-1 0 0,-1-1 1 0 0,0 0-1 0 0,0 0 0 0 0,1 0 1 0 0,-1 0-1 0 0,0 0 0 0 0,1 0 1 0 0,-1 0-1 0 0,1 0 1 0 0,0-1-1 0 0,-1 1 0 0 0,1 0 1 0 0,0 0-1 0 0,-1 0 0 0 0,1-1 1 0 0,0 1-1 0 0,0 0 0 0 0,0-1 1 0 0,-1 1-1 0 0,1 0 1 0 0,0-1-1 0 0,1 1 0 0 0,3 1 177 0 0,1 0 0 0 0,-1 0 0 0 0,1 0 0 0 0,-1-1 0 0 0,7 1 1 0 0,-3 0 378 0 0,-2-1-422 0 0,-1 1 0 0 0,1 0 1 0 0,0 1-1 0 0,-1-1 0 0 0,1 1 0 0 0,-1 0 0 0 0,10 7 0 0 0,-14-8-227 0 0,0-1 0 0 0,0 1 0 0 0,0 0 0 0 0,-1-1 0 0 0,1 1 1 0 0,-1 0-1 0 0,1 0 0 0 0,-1 0 0 0 0,0 0 0 0 0,1 1 0 0 0,-1-1 0 0 0,-1 0 0 0 0,1 0 0 0 0,0 1 0 0 0,0-1 1 0 0,-1 1-1 0 0,1-1 0 0 0,-1 0 0 0 0,0 1 0 0 0,0-1 0 0 0,0 1 0 0 0,0-1 0 0 0,0 1 0 0 0,0-1 0 0 0,-2 4 1 0 0,0 1 75 0 0,0 0 1 0 0,0-1 0 0 0,-1 1 0 0 0,0-1 0 0 0,-1 1 0 0 0,1-1 0 0 0,-1 0 0 0 0,0-1-1 0 0,-7 8 1 0 0,-3 2 154 0 0,0-1-1 0 0,-18 13 0 0 0,22-19-136 0 0,-1-1 0 0 0,0 0 0 0 0,-20 9 0 0 0,20-14-231 0 0</inkml:trace>
</inkml:ink>
</file>

<file path=ppt/ink/ink3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32.374"/>
    </inkml:context>
    <inkml:brush xml:id="br0">
      <inkml:brushProperty name="width" value="0.1" units="cm"/>
      <inkml:brushProperty name="height" value="0.1" units="cm"/>
      <inkml:brushProperty name="color" value="#E71224"/>
    </inkml:brush>
  </inkml:definitions>
  <inkml:trace contextRef="#ctx0" brushRef="#br0">734 330 6303 0 0,'-10'20'6758'0'0,"-8"23"-3764"0"0,-3 6-2450 0 0,20-47-525 0 0,0 1 0 0 0,-1-1 0 0 0,1 0 0 0 0,0 0 1 0 0,-1 0-1 0 0,0 0 0 0 0,1-1 0 0 0,-1 1 0 0 0,0 0 0 0 0,0-1 0 0 0,0 1 0 0 0,0-1 0 0 0,0 1 0 0 0,0-1 0 0 0,0 0 0 0 0,-1 0 0 0 0,1 0 0 0 0,0 0 0 0 0,-1-1 0 0 0,1 1 1 0 0,0 0-1 0 0,-1-1 0 0 0,1 0 0 0 0,-1 0 0 0 0,-3 0 0 0 0,-3-1 2 0 0,-1 0 0 0 0,1-1-1 0 0,-1-1 1 0 0,1 0 0 0 0,-12-5 0 0 0,12 5 38 0 0,0-1 0 0 0,0 1-1 0 0,-18-3 1 0 0,25 6-50 0 0,0 0 0 0 0,-1 0 1 0 0,1 0-1 0 0,0 1 0 0 0,0-1 0 0 0,0 0 0 0 0,0 1 0 0 0,0-1 0 0 0,0 1 0 0 0,0 0 0 0 0,0-1 0 0 0,0 1 1 0 0,0 0-1 0 0,1 0 0 0 0,-1 1 0 0 0,-2 1 0 0 0,-2 2-11 0 0,1 0 0 0 0,1 0 0 0 0,-1 1-1 0 0,-6 10 1 0 0,11-16 2 0 0,-1 1 0 0 0,1 0 0 0 0,-1 0 0 0 0,1 0 0 0 0,-1 0 0 0 0,1 0 0 0 0,0 0 0 0 0,0 0 0 0 0,0 0 0 0 0,-1 0 0 0 0,1 0 0 0 0,0 0 0 0 0,0 0 0 0 0,0 0 0 0 0,0 0 0 0 0,1 0 0 0 0,-1 0 0 0 0,0 0 0 0 0,0 0 0 0 0,0-1 0 0 0,1 1 0 0 0,-1 0 0 0 0,1 0 0 0 0,-1 0 0 0 0,1 0 0 0 0,0 1 0 0 0,3 1 6 0 0,-1-1-1 0 0,1 0 0 0 0,-1 0 0 0 0,1 0 1 0 0,0 0-1 0 0,0-1 0 0 0,0 0 1 0 0,0 1-1 0 0,0-2 0 0 0,0 1 1 0 0,6 0-1 0 0,-6 0-5 0 0,0-1 0 0 0,1 1 0 0 0,-1 0 0 0 0,0 0 0 0 0,1 1 0 0 0,-1-1 0 0 0,0 1 0 0 0,0 0 0 0 0,7 5 0 0 0,-10-7 5 0 0,0 1 0 0 0,-1-1 0 0 0,1 1-1 0 0,0 0 1 0 0,-1 0 0 0 0,1-1 0 0 0,-1 1-1 0 0,1 0 1 0 0,-1 0 0 0 0,0-1 0 0 0,1 1-1 0 0,-1 0 1 0 0,0 0 0 0 0,1 0 0 0 0,-1 0 0 0 0,0 0-1 0 0,0-1 1 0 0,0 1 0 0 0,0 0 0 0 0,1 0-1 0 0,-2 0 1 0 0,1 0 0 0 0,0 0 0 0 0,0 0-1 0 0,0 0 1 0 0,0 0 0 0 0,0 0 0 0 0,-1-1-1 0 0,1 1 1 0 0,0 0 0 0 0,-1 0 0 0 0,1 0 0 0 0,-1-1-1 0 0,1 1 1 0 0,-1 0 0 0 0,0 0 0 0 0,-1 2 28 0 0,0 0 0 0 0,-1 0 0 0 0,0 0 1 0 0,1-1-1 0 0,-7 5 0 0 0,-4 1-6 0 0,0-1 0 0 0,0 0-1 0 0,-1-1 1 0 0,-23 6-1 0 0,28-9-15 0 0,6-2-7 0 0,-1 0 0 0 0,0 0-1 0 0,1 0 1 0 0,-1-1 0 0 0,1 1-1 0 0,-1-1 1 0 0,0 0 0 0 0,1 0-1 0 0,-1-1 1 0 0,0 1 0 0 0,1-1 0 0 0,-1 0-1 0 0,1 0 1 0 0,-1 0 0 0 0,1 0-1 0 0,-1 0 1 0 0,1-1 0 0 0,0 0-1 0 0,0 1 1 0 0,0-1 0 0 0,0 0-1 0 0,0-1 1 0 0,0 1 0 0 0,0 0 0 0 0,-2-4-1 0 0,1 2 31 0 0,0 1-1 0 0,0-1 1 0 0,0 1-1 0 0,-1 0 1 0 0,1 0-1 0 0,-8-3 1 0 0,11 6-30 0 0,0 0-1 0 0,0 0 1 0 0,1 0 0 0 0,-1 0-1 0 0,0 0 1 0 0,0 0 0 0 0,0 0-1 0 0,0 1 1 0 0,0-1 0 0 0,1 0-1 0 0,-1 0 1 0 0,0 1 0 0 0,0-1 0 0 0,0 1-1 0 0,1-1 1 0 0,-1 0 0 0 0,0 1-1 0 0,0 0 1 0 0,1-1 0 0 0,-1 1-1 0 0,0-1 1 0 0,1 1 0 0 0,-1 0-1 0 0,1-1 1 0 0,-1 1 0 0 0,1 0-1 0 0,-1 1 1 0 0,0-1-4 0 0,-10 18-77 0 0,-1 5 80 0 0,12-23-3 0 0,-1-1 0 0 0,1 1 0 0 0,-1 0 0 0 0,1-1 0 0 0,-1 1 0 0 0,1 0 0 0 0,-1-1 0 0 0,1 1 0 0 0,-1-1 0 0 0,1 1 0 0 0,-1-1 0 0 0,0 0 0 0 0,1 1 0 0 0,-1-1 0 0 0,0 0 0 0 0,1 1 0 0 0,-1-1 0 0 0,0 0 0 0 0,0 0 0 0 0,1 1 0 0 0,-1-1 0 0 0,0 0 0 0 0,0 0 0 0 0,1 0 0 0 0,-1 0 0 0 0,0 0 0 0 0,0 0 0 0 0,1 0 0 0 0,-1 0 0 0 0,0 0 0 0 0,0-1 0 0 0,1 1 0 0 0,-1 0 0 0 0,0 0 0 0 0,1-1 0 0 0,-1 1 0 0 0,0 0 0 0 0,0-2 0 0 0,1 2 0 0 0,-9-6 0 0 0,1 0 0 0 0,0-1 0 0 0,-13-14 0 0 0,-10-8 0 0 0,30 28 2 0 0,0 0 0 0 0,0 1 0 0 0,0-1 0 0 0,0 0 0 0 0,0 1-1 0 0,0-1 1 0 0,0 1 0 0 0,-1-1 0 0 0,1 1 0 0 0,0 0 0 0 0,0-1 0 0 0,-1 1 0 0 0,1 0-1 0 0,0 0 1 0 0,0 0 0 0 0,-1 0 0 0 0,1 0 0 0 0,-1 0 0 0 0,-1 1 21 0 0,0 0 1 0 0,1 0 0 0 0,-1 0 0 0 0,0 0-1 0 0,1 0 1 0 0,-1 0 0 0 0,-4 4-1 0 0,-2 1 46 0 0,1 2-1 0 0,0 0 1 0 0,-9 9 0 0 0,13-13-86 0 0,0 2 51 0 0,-15 12-15 0 0,18-18-19 0 0,1 0 0 0 0,0 1 0 0 0,-1-1 0 0 0,1 0 0 0 0,0 1 0 0 0,-1-1 0 0 0,1 0 0 0 0,-1 0 0 0 0,1 0 0 0 0,-1 1 0 0 0,1-1 0 0 0,0 0 0 0 0,-1 0 0 0 0,1 0 0 0 0,-1 0 0 0 0,1 0 0 0 0,-1 0 0 0 0,1 0 0 0 0,-1 0 0 0 0,1 0 0 0 0,-1 0 0 0 0,1 0 0 0 0,-1 0 0 0 0,1 0 0 0 0,-1 0 0 0 0,1 0 0 0 0,0 0 0 0 0,-1-1 0 0 0,1 1 0 0 0,-1 0 0 0 0,1 0 0 0 0,-1-1 0 0 0,1 1 0 0 0,0 0 0 0 0,-1 0 0 0 0,1-1-1 0 0,0 1 1 0 0,-1 0 0 0 0,1-1 0 0 0,-1 0 0 0 0,-5-14 8 0 0,5 14-4 0 0,-1-7 17 0 0,0-1 0 0 0,0 0 0 0 0,1-1 0 0 0,1 1 0 0 0,-1-13 1 0 0,7-47 68 0 0,-2 34 58 0 0,8-182 131 0 0,-1 20-70 0 0,-11 191-390 0 0,1 0-1 0 0,0-1 0 0 0,3-10 1 0 0,-4 16 137 0 0,1 0 0 0 0,-1 0 1 0 0,1 0-1 0 0,-1-1 0 0 0,1 1 1 0 0,-1 0-1 0 0,1 0 0 0 0,0 0 1 0 0,0 0-1 0 0,-1 0 1 0 0,1 0-1 0 0,0 0 0 0 0,0 0 1 0 0,0 0-1 0 0,0 1 0 0 0,0-1 1 0 0,0 0-1 0 0,0 1 0 0 0,0-1 1 0 0,0 0-1 0 0,0 1 0 0 0,1-1 1 0 0,-1 1-1 0 0,0 0 1 0 0,2-1-1 0 0,3 1-783 0 0</inkml:trace>
</inkml:ink>
</file>

<file path=ppt/ink/ink3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32.957"/>
    </inkml:context>
    <inkml:brush xml:id="br0">
      <inkml:brushProperty name="width" value="0.1" units="cm"/>
      <inkml:brushProperty name="height" value="0.1" units="cm"/>
      <inkml:brushProperty name="color" value="#E71224"/>
    </inkml:brush>
  </inkml:definitions>
  <inkml:trace contextRef="#ctx0" brushRef="#br0">0 19 5727 0 0,'17'1'512'0'0,"-2"-2"-416"0"0,0 0 704 0 0,0-1 128 0 0,1-1 32 0 0,-1 1 8 0 0,-1 0-96 0 0,-1 1-16 0 0,0 0-8 0 0,-3 0 0 0 0,0 0-592 0 0,-1-1-128 0 0,-1 0-16 0 0</inkml:trace>
</inkml:ink>
</file>

<file path=ppt/ink/ink3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33.211"/>
    </inkml:context>
    <inkml:brush xml:id="br0">
      <inkml:brushProperty name="width" value="0.1" units="cm"/>
      <inkml:brushProperty name="height" value="0.1" units="cm"/>
      <inkml:brushProperty name="color" value="#E71224"/>
    </inkml:brush>
  </inkml:definitions>
  <inkml:trace contextRef="#ctx0" brushRef="#br0">18 0 4255 0 0,'-15'6'12231'0'0,"12"-4"-12036"0"0</inkml:trace>
</inkml:ink>
</file>

<file path=ppt/ink/ink3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33.510"/>
    </inkml:context>
    <inkml:brush xml:id="br0">
      <inkml:brushProperty name="width" value="0.1" units="cm"/>
      <inkml:brushProperty name="height" value="0.1" units="cm"/>
      <inkml:brushProperty name="color" value="#E71224"/>
    </inkml:brush>
  </inkml:definitions>
  <inkml:trace contextRef="#ctx0" brushRef="#br0">1 15 3079 0 0,'0'0'1412'0'0,"15"0"2452"0"0,64-10 2205 0 0,1 7-7620 0 0,-59 2-643 0 0,-8 1-2382 0 0</inkml:trace>
</inkml:ink>
</file>

<file path=ppt/ink/ink3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33.841"/>
    </inkml:context>
    <inkml:brush xml:id="br0">
      <inkml:brushProperty name="width" value="0.1" units="cm"/>
      <inkml:brushProperty name="height" value="0.1" units="cm"/>
      <inkml:brushProperty name="color" value="#E71224"/>
    </inkml:brush>
  </inkml:definitions>
  <inkml:trace contextRef="#ctx0" brushRef="#br0">0 8 5815 0 0,'6'0'512'0'0,"1"-1"-408"0"0,2-1-104 0 0,-1 1 0 0 0,2 0 472 0 0,-2 0 72 0 0,3 0 8 0 0,-2 2 8 0 0,-2-1-360 0 0</inkml:trace>
</inkml:ink>
</file>

<file path=ppt/ink/ink3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34.641"/>
    </inkml:context>
    <inkml:brush xml:id="br0">
      <inkml:brushProperty name="width" value="0.1" units="cm"/>
      <inkml:brushProperty name="height" value="0.1" units="cm"/>
      <inkml:brushProperty name="color" value="#E71224"/>
    </inkml:brush>
  </inkml:definitions>
  <inkml:trace contextRef="#ctx0" brushRef="#br0">358 43 2303 0 0,'2'-7'200'0'0,"4"-29"6087"0"0,-8 43-5246 0 0,-5 25-278 0 0,2 0 1 0 0,1 1-1 0 0,2 64 0 0 0,1-61-422 0 0,1 173 1230 0 0,-2 76 23 0 0,1-231-1382 0 0,-6 77 124 0 0,5-111-278 0 0,-2 1 0 0 0,0 0 0 0 0,-1-1 0 0 0,-9 22 1 0 0,11-34-9 0 0,0-1 0 0 0,-1 1 0 0 0,0-1 0 0 0,0-1 0 0 0,-1 1 0 0 0,0-1 0 0 0,0 1 0 0 0,0-1 0 0 0,-1-1 1 0 0,0 1-1 0 0,0-1 0 0 0,0 0 0 0 0,-1 0 0 0 0,0-1 0 0 0,-11 6 0 0 0,12-7 0 0 0,0-1-1 0 0,0 0 0 0 0,1-1 1 0 0,-1 1-1 0 0,0-1 1 0 0,0 0-1 0 0,0-1 1 0 0,-1 1-1 0 0,1-1 1 0 0,0 0-1 0 0,0-1 0 0 0,0 0 1 0 0,0 1-1 0 0,0-2 1 0 0,0 1-1 0 0,0-1 1 0 0,1 0-1 0 0,-1 0 1 0 0,0-1-1 0 0,1 1 0 0 0,-6-5 1 0 0,5 3-8 0 0,1 1-1 0 0,0-2 1 0 0,0 1 0 0 0,1 0-1 0 0,-1-1 1 0 0,1 0 0 0 0,0 0-1 0 0,0 0 1 0 0,0-1 0 0 0,-4-9-1 0 0,4 6-6 0 0,0 0 1 0 0,1-1-1 0 0,0 0 0 0 0,0 1 0 0 0,1-1 0 0 0,-1-14 0 0 0,2 6-27 0 0,1-1-1 0 0,1 0 0 0 0,0 1 0 0 0,1-1 0 0 0,2 1 0 0 0,-1 0 0 0 0,8-19 0 0 0,-4 18-291 0 0,0-1 1 0 0,2 1-1 0 0,0 1 0 0 0,14-21 1 0 0,10-4-4660 0 0,-5 14-880 0 0</inkml:trace>
</inkml:ink>
</file>

<file path=ppt/ink/ink3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54.788"/>
    </inkml:context>
    <inkml:brush xml:id="br0">
      <inkml:brushProperty name="width" value="0.1" units="cm"/>
      <inkml:brushProperty name="height" value="0.1" units="cm"/>
      <inkml:brushProperty name="color" value="#E71224"/>
    </inkml:brush>
  </inkml:definitions>
  <inkml:trace contextRef="#ctx0" brushRef="#br0">85 39 2847 0 0,'-4'-17'394'0'0,"0"-5"7608"0"0,8 28-6596 0 0,3 8-1150 0 0,-1 1 1 0 0,-1 0-1 0 0,0 0 1 0 0,-1 1-1 0 0,-1-1 1 0 0,2 17-1 0 0,2 8 115 0 0,5 18 87 0 0,-2 1 0 0 0,-3 0 0 0 0,-1 67 0 0 0,-9-42 141 0 0,-22 129 0 0 0,-39 79 539 0 0,46-203-774 0 0,-9 104 0 0 0,26-180-332 0 0,-4 23 57 0 0,2-18-22 0 0,1-1-1 0 0,0 20 0 0 0,2-10-20 0 0,0 0 0 0 0,-8 53 0 0 0,8-80 168 0 0,6-20-1409 0 0</inkml:trace>
</inkml:ink>
</file>

<file path=ppt/ink/ink3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55.470"/>
    </inkml:context>
    <inkml:brush xml:id="br0">
      <inkml:brushProperty name="width" value="0.1" units="cm"/>
      <inkml:brushProperty name="height" value="0.1" units="cm"/>
      <inkml:brushProperty name="color" value="#E71224"/>
    </inkml:brush>
  </inkml:definitions>
  <inkml:trace contextRef="#ctx0" brushRef="#br0">824 107 3311 0 0,'7'-9'4391'0'0,"-7"9"-4296"0"0,-1-1-1 0 0,1 1 1 0 0,-1-1 0 0 0,1 0 0 0 0,-1 1-1 0 0,0-1 1 0 0,1 1 0 0 0,-1-1-1 0 0,0 1 1 0 0,1 0 0 0 0,-1-1 0 0 0,0 1-1 0 0,0 0 1 0 0,1 0 0 0 0,-1-1-1 0 0,0 1 1 0 0,-1 0 0 0 0,-19-3 1001 0 0,5 1-24 0 0,-48-13 812 0 0,0 3 0 0 0,-116-8 0 0 0,-67 1-472 0 0,162 11-1091 0 0,-20 0-34 0 0,83 6 236 0 0,8 0-1628 0 0</inkml:trace>
</inkml:ink>
</file>

<file path=ppt/ink/ink3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57.788"/>
    </inkml:context>
    <inkml:brush xml:id="br0">
      <inkml:brushProperty name="width" value="0.1" units="cm"/>
      <inkml:brushProperty name="height" value="0.1" units="cm"/>
      <inkml:brushProperty name="color" value="#FFFFFF"/>
    </inkml:brush>
  </inkml:definitions>
  <inkml:trace contextRef="#ctx0" brushRef="#br0">1 0 4487 0 0,'14'0'12622'0'0,"-17"9"-12637"0"0,0 18 357 0 0,2 1 0 0 0,1-1 0 0 0,0 0 0 0 0,6 30 0 0 0,1 45-27 0 0,-8-9 40 0 0,3-92-335 0 0,0 0 1 0 0,-1 0-1 0 0,1 0 1 0 0,0 0-1 0 0,0 0 1 0 0,0-1-1 0 0,0 1 0 0 0,4 0 1 0 0,3 1 88 0 0,1-1 0 0 0,0 0 1 0 0,20-1-1 0 0,5 0-63 0 0,-24 1-35 0 0,0-1 36 0 0,0 1 1 0 0,0 1-1 0 0,16 4 1 0 0,-22-5-23 0 0,9 5-791 0 0</inkml:trace>
</inkml:ink>
</file>

<file path=ppt/ink/ink3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58.273"/>
    </inkml:context>
    <inkml:brush xml:id="br0">
      <inkml:brushProperty name="width" value="0.1" units="cm"/>
      <inkml:brushProperty name="height" value="0.1" units="cm"/>
      <inkml:brushProperty name="color" value="#FFFFFF"/>
    </inkml:brush>
  </inkml:definitions>
  <inkml:trace contextRef="#ctx0" brushRef="#br0">1 6 5495 0 0,'2'-1'568'0'0,"1"-2"-346"0"0,-2 3-24 0 0,0 0 1 0 0,-1-1 0 0 0,1 1-1 0 0,0 0 1 0 0,-1 0-1 0 0,1-1 1 0 0,0 1 0 0 0,0 0-1 0 0,-1 0 1 0 0,1 0-1 0 0,0 0 1 0 0,0 0 0 0 0,-1 0-1 0 0,1 0 1 0 0,0 0 0 0 0,-1 0-1 0 0,1 1 1 0 0,0-1-1 0 0,-1 0 1 0 0,1 0 0 0 0,0 1-1 0 0,-1-1 1 0 0,1 0-1 0 0,0 1 1 0 0,-1-1 0 0 0,1 1-1 0 0,-1-1 1 0 0,1 0-1 0 0,-1 1 1 0 0,1-1 0 0 0,-1 1-1 0 0,1 0 1 0 0,-1-1 0 0 0,1 1-1 0 0,-1-1 1 0 0,0 1-1 0 0,1 0 1 0 0,-1 1 0 0 0,3 1 164 0 0,-1 1 1 0 0,0 0-1 0 0,-1 0 1 0 0,3 7 0 0 0,2 10-92 0 0,-2 1 1 0 0,0-1-1 0 0,-1 1 1 0 0,-2-1-1 0 0,0 1 1 0 0,-1 0-1 0 0,-1 0 1 0 0,-1-1-1 0 0,-9 39 1 0 0,8-48-238 0 0,-5 15 126 0 0,-15 39-1 0 0,21-59-822 0 0</inkml:trace>
</inkml:ink>
</file>

<file path=ppt/ink/ink3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58.636"/>
    </inkml:context>
    <inkml:brush xml:id="br0">
      <inkml:brushProperty name="width" value="0.1" units="cm"/>
      <inkml:brushProperty name="height" value="0.1" units="cm"/>
      <inkml:brushProperty name="color" value="#FFFFFF"/>
    </inkml:brush>
  </inkml:definitions>
  <inkml:trace contextRef="#ctx0" brushRef="#br0">1 153 4175 0 0,'1'-6'428'0'0,"0"0"-83"0"0,1 0-1 0 0,0 0 1 0 0,1 0 0 0 0,0 1-1 0 0,0-1 1 0 0,0 1-1 0 0,0 0 1 0 0,1 0-1 0 0,7-8 1 0 0,-5 7 149 0 0,0 0 1 0 0,1 0 0 0 0,0 0-1 0 0,0 0 1 0 0,1 1 0 0 0,9-5-1 0 0,1 0 78 0 0,-12 7-357 0 0,1-1 0 0 0,-1 1 0 0 0,1 0 0 0 0,0 1 0 0 0,12-4 0 0 0,-16 6-175 0 0,6-3 142 0 0,1 1-1 0 0,0 1 0 0 0,-1 0 1 0 0,1 1-1 0 0,0-1 1 0 0,18 4-1 0 0,-18-2-90 0 0,-1 1 1 0 0,1 0-1 0 0,-1 0 0 0 0,1 1 0 0 0,-1 1 0 0 0,0-1 0 0 0,11 8 1 0 0,-10-5-19 0 0,0 1 1 0 0,-1 0-1 0 0,0 1 1 0 0,0-1-1 0 0,10 13 1 0 0,-15-14-40 0 0,1 1 0 0 0,-1-1 0 0 0,0 1 0 0 0,0 0 0 0 0,0 0 0 0 0,-1 0 0 0 0,-1 0 0 0 0,1 1 0 0 0,1 8 0 0 0,-2-1 31 0 0,0 0 0 0 0,0 1-1 0 0,-2-1 1 0 0,0 1 0 0 0,-1-1 0 0 0,0 1 0 0 0,-2-1-1 0 0,0 0 1 0 0,0 0 0 0 0,-1 0 0 0 0,-9 19 0 0 0,8-19 14 0 0,-2-1 0 0 0,0 0 0 0 0,0-1-1 0 0,-2 0 1 0 0,1 0 0 0 0,-2-1 0 0 0,1 0 0 0 0,-2 0 0 0 0,0-1 0 0 0,0 0 0 0 0,-18 12 0 0 0,12-12-5 0 0,1-2 1 0 0,-2 0-1 0 0,1 0 0 0 0,-1-2 0 0 0,-1 0 0 0 0,-25 6 1 0 0,26-10-2639 0 0,-32 3 0 0 0,30-5-3164 0 0</inkml:trace>
</inkml:ink>
</file>

<file path=ppt/ink/ink3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59.115"/>
    </inkml:context>
    <inkml:brush xml:id="br0">
      <inkml:brushProperty name="width" value="0.1" units="cm"/>
      <inkml:brushProperty name="height" value="0.1" units="cm"/>
      <inkml:brushProperty name="color" value="#FFFFFF"/>
    </inkml:brush>
  </inkml:definitions>
  <inkml:trace contextRef="#ctx0" brushRef="#br0">0 1 4631 0 0,'0'0'360'0'0,"8"11"-224"0"0,1 9 2925 0 0,0 1 0 0 0,10 36-1 0 0,-14-35-2753 0 0,-1 0-1 0 0,0 0 1 0 0,-2 0-1 0 0,0 0 1 0 0,-2 0-1 0 0,0 1 1 0 0,-2-1-1 0 0,0 0 0 0 0,-6 25 1 0 0,2-29-111 0 0,-12 29 0 0 0,17-46-347 0 0</inkml:trace>
</inkml:ink>
</file>

<file path=ppt/ink/ink3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7:59.594"/>
    </inkml:context>
    <inkml:brush xml:id="br0">
      <inkml:brushProperty name="width" value="0.1" units="cm"/>
      <inkml:brushProperty name="height" value="0.1" units="cm"/>
      <inkml:brushProperty name="color" value="#FFFFFF"/>
    </inkml:brush>
  </inkml:definitions>
  <inkml:trace contextRef="#ctx0" brushRef="#br0">11 203 1951 0 0,'-9'-14'338'0'0,"8"10"109"0"0,1 1 0 0 0,-1-1 0 0 0,1 0 1 0 0,0 1-1 0 0,0-1 0 0 0,1 0 0 0 0,-1 1 0 0 0,0-1 0 0 0,1 0 1 0 0,0 1-1 0 0,0-1 0 0 0,0 1 0 0 0,1-1 0 0 0,1-3 1 0 0,0 0 54 0 0,1 1 0 0 0,-1 0 0 0 0,1-1 0 0 0,1 1 0 0 0,-1 1 0 0 0,7-8 0 0 0,-1 5-225 0 0,0-1-1 0 0,1 1 1 0 0,0 1-1 0 0,0 0 1 0 0,0 1-1 0 0,1 0 0 0 0,0 1 1 0 0,0 0-1 0 0,18-4 1 0 0,-19 6-202 0 0,0 0 1 0 0,0 1 0 0 0,0 1-1 0 0,0 0 1 0 0,0 1-1 0 0,0 0 1 0 0,0 0 0 0 0,1 1-1 0 0,-1 1 1 0 0,0 0 0 0 0,14 4-1 0 0,-22-4-50 0 0,1-1-1 0 0,0 0 0 0 0,-1 1 1 0 0,1 0-1 0 0,-1 0 0 0 0,1 0 1 0 0,-1 0-1 0 0,0 1 1 0 0,0-1-1 0 0,0 1 0 0 0,0 0 1 0 0,0-1-1 0 0,-1 1 1 0 0,1 1-1 0 0,-1-1 0 0 0,0 0 1 0 0,0 1-1 0 0,0-1 0 0 0,0 1 1 0 0,-1-1-1 0 0,1 1 1 0 0,-1 0-1 0 0,0 0 0 0 0,0 0 1 0 0,0 0-1 0 0,-1-1 0 0 0,1 1 1 0 0,-1 0-1 0 0,0 0 1 0 0,0 0-1 0 0,-1 0 0 0 0,1 0 1 0 0,-1 0-1 0 0,0 0 0 0 0,0 0 1 0 0,0 0-1 0 0,0-1 1 0 0,-2 5-1 0 0,-2 1 1 0 0,-1 1 1 0 0,0-1-1 0 0,0-1 0 0 0,-1 1 1 0 0,0-1-1 0 0,0 0 0 0 0,-1 0 1 0 0,0-1-1 0 0,-1 0 1 0 0,-12 8-1 0 0,1-3 95 0 0,-1 0 0 0 0,-1-1 1 0 0,-36 14-1 0 0,49-22-58 0 0,-1 0 0 0 0,0 0 0 0 0,1-1 0 0 0,-1 0-1 0 0,0-1 1 0 0,-16 1 0 0 0,51 11 94 0 0,34 24 0 0 0,-33-18-81 0 0,-2 0 0 0 0,25 25-1 0 0,-30-22-8 0 0,-1 0 0 0 0,24 38 0 0 0,11 15 136 0 0,-51-73-192 0 0,-1-1 0 0 0,1 1 0 0 0,0 0 1 0 0,0 0-1 0 0,-1-1 0 0 0,1 1 0 0 0,0-1 0 0 0,0 0 0 0 0,1 1 0 0 0,-1-1 0 0 0,3 1 0 0 0,9 1-5328 0 0</inkml:trace>
</inkml:ink>
</file>

<file path=ppt/ink/ink3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05.151"/>
    </inkml:context>
    <inkml:brush xml:id="br0">
      <inkml:brushProperty name="width" value="0.1" units="cm"/>
      <inkml:brushProperty name="height" value="0.1" units="cm"/>
      <inkml:brushProperty name="color" value="#E71224"/>
    </inkml:brush>
  </inkml:definitions>
  <inkml:trace contextRef="#ctx0" brushRef="#br0">4211 437 5695 0 0,'-17'-6'644'0'0,"1"-1"0"0"0,0-1 0 0 0,0 0 0 0 0,-22-15 0 0 0,-16-10 1274 0 0,-24-4-876 0 0,-1 3 0 0 0,-107-30 0 0 0,53 31-115 0 0,-154-31-15 0 0,167 40-639 0 0,89 18-170 0 0,-415-73 605 0 0,365 72-612 0 0,-1 3-1 0 0,-140 13 1 0 0,-164 41 56 0 0,229-26 81 0 0,79-14-174 0 0,-34 4-1 0 0,-51 17 9 0 0,24-4 8 0 0,-64 14 23 0 0,-41 29 27 0 0,172-48-95 0 0,-84 34 77 0 0,-4 10-97 0 0,86-34-10 0 0,54-23 69 0 0,0-1 0 0 0,-31 7 0 0 0,50-15 20 0 0,-26 4 11 0 0,-9 1-48 0 0,35-4-75 0 0,1-1-1 0 0,-1 0 1 0 0,0 0-1 0 0,0 0 1 0 0,0 0-1 0 0,0 0 0 0 0,0 0 1 0 0,0 0-1 0 0,0 0 1 0 0,1 0-1 0 0,-1-1 1 0 0,0 1-1 0 0,0 0 1 0 0,0 0-1 0 0,0-1 1 0 0,1 1-1 0 0,-1-1 1 0 0,0 1-1 0 0,0-1 0 0 0,1 1 1 0 0,-1-1-1 0 0,0 1 1 0 0,1-1-1 0 0,-1 1 1 0 0,1-1-1 0 0,-1 0 1 0 0,0 0-1 0 0,1 0 1 0 0,-2-3-117 0 0,1 1-1 0 0,0-1 1 0 0,0 0 0 0 0,1 1 0 0 0,-1-1 0 0 0,1-5 0 0 0,-1-5 22 0 0,2-7 107 0 0,2-4 11 0 0,-2 18 0 0 0,1 2 0 0 0,-1 2 24 0 0,-18 10 174 0 0,-57 55 539 0 0,3-4-80 0 0,71-58-622 0 0,-4 3 70 0 0,-1 1 0 0 0,1-1 0 0 0,0 1 0 0 0,-5 6 0 0 0,20-8-41 0 0,36 7 62 0 0,28 3 196 0 0,-24-4-262 0 0,-46-7-32 0 0,0-1-1 0 0,1 1 1 0 0,-1 0 0 0 0,0 0-1 0 0,0 1 1 0 0,0-1 0 0 0,0 1-1 0 0,0 0 1 0 0,6 4-1 0 0,16 6 5 0 0,-23-10-21 0 0,-2 0 32 0 0,1 0-22 0 0,-2-2-21 0 0</inkml:trace>
</inkml:ink>
</file>

<file path=ppt/ink/ink3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10.897"/>
    </inkml:context>
    <inkml:brush xml:id="br0">
      <inkml:brushProperty name="width" value="0.1" units="cm"/>
      <inkml:brushProperty name="height" value="0.1" units="cm"/>
      <inkml:brushProperty name="color" value="#FFFFFF"/>
    </inkml:brush>
  </inkml:definitions>
  <inkml:trace contextRef="#ctx0" brushRef="#br0">77 0 6191 0 0,'0'0'472'0'0,"0"14"791"0"0,5 5 658 0 0,-1 1 1 0 0,3 26-1 0 0,-6-24-1529 0 0,0 0-1 0 0,-2 0 1 0 0,0 0 0 0 0,-1 0-1 0 0,-2 0 1 0 0,0 0 0 0 0,-10 28-1 0 0,-5 5 136 0 0,-24 77 329 0 0,43-132-856 0 0,-2 5 41 0 0,1 1-1 0 0,0-1 1 0 0,0 1-1 0 0,-1 10 1 0 0,2-15-31 0 0,0-1 1 0 0,0 1-1 0 0,0 0 0 0 0,0 0 1 0 0,1 0-1 0 0,-1 0 0 0 0,0 0 1 0 0,0 0-1 0 0,0 0 0 0 0,1 0 1 0 0,-1 0-1 0 0,1 0 0 0 0,-1-1 1 0 0,1 1-1 0 0,-1 0 0 0 0,1 0 1 0 0,-1-1-1 0 0,1 1 0 0 0,-1 0 1 0 0,1 0-1 0 0,0-1 0 0 0,0 1 1 0 0,-1-1-1 0 0,1 1 0 0 0,0-1 1 0 0,0 1-1 0 0,0-1 0 0 0,-1 1 1 0 0,1-1-1 0 0,0 0 0 0 0,0 1 1 0 0,0-1-1 0 0,0 0 0 0 0,0 0 1 0 0,0 0-1 0 0,1 0 0 0 0,11 0 92 0 0,-1-1-1 0 0,0 0 0 0 0,0-2 1 0 0,0 1-1 0 0,13-5 1 0 0,-13 4-53 0 0,1-1-55 0 0,-4 1 60 0 0,0 0 1 0 0,0 1 0 0 0,0 0 0 0 0,0 1-1 0 0,0 0 1 0 0,14 0 0 0 0,-19 2-103 0 0,-4-1 52 0 0,0 0 0 0 0,0 0 0 0 0,0 0 0 0 0,0 0 0 0 0,0 0-1 0 0,0 0 1 0 0,0 0 0 0 0,0 0 0 0 0,1 0 0 0 0,-1 0 0 0 0,0 0 0 0 0,0 0 0 0 0,0 0 0 0 0,0 0 0 0 0,0 0 0 0 0,0 0-1 0 0,0 0 1 0 0,0 0 0 0 0,0 0 0 0 0,1 0 0 0 0,-1 0 0 0 0,0 0 0 0 0,0 0 0 0 0,0 0 0 0 0,0 0 0 0 0,0 0 0 0 0,0 1-1 0 0,0-1 1 0 0,0 0 0 0 0,0 0 0 0 0,0 0 0 0 0,0 0 0 0 0,0 0 0 0 0,0 0 0 0 0,0 0 0 0 0,0 0 0 0 0,0 0 0 0 0,0 1-1 0 0,0-1 1 0 0,0 0 0 0 0,0 0 0 0 0,0 0 0 0 0,0 0 0 0 0,0 0 0 0 0,0 0 0 0 0,0 0 0 0 0,0 0 0 0 0,0 0 0 0 0,0 1-1 0 0,0-1 1 0 0,0 0 0 0 0,0 0 0 0 0,0 0 0 0 0,0 0 0 0 0,0 0 0 0 0,0 0 0 0 0,0 0 0 0 0,0 0 0 0 0,-1 15-1135 0 0</inkml:trace>
</inkml:ink>
</file>

<file path=ppt/ink/ink3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11.787"/>
    </inkml:context>
    <inkml:brush xml:id="br0">
      <inkml:brushProperty name="width" value="0.1" units="cm"/>
      <inkml:brushProperty name="height" value="0.1" units="cm"/>
      <inkml:brushProperty name="color" value="#FFFFFF"/>
    </inkml:brush>
  </inkml:definitions>
  <inkml:trace contextRef="#ctx0" brushRef="#br0">322 9 4255 0 0,'0'0'2279'0'0,"-14"-2"-862"0"0,4 0-816 0 0,-1 0-1 0 0,0 0 0 0 0,0 1 1 0 0,-18 1-1 0 0,4 0 126 0 0,-54 3 862 0 0,14 1-312 0 0,41-2 294 0 0,25 13-749 0 0,7 25-252 0 0,3 32-110 0 0,-10-58-362 0 0,-1 1-1 0 0,-1 0 1 0 0,0 0 0 0 0,-5 20 0 0 0,-19 60-2 0 0,1-6 234 0 0,23-84-270 0 0,-1 2 20 0 0,1 0 0 0 0,0 0 0 0 0,0 0 0 0 0,1 14 0 0 0,0-20-73 0 0,0 0 0 0 0,0 0 0 0 0,0 1 0 0 0,0-1 0 0 0,1 0 0 0 0,-1 0 0 0 0,0 0 0 0 0,1 0 0 0 0,-1 0 0 0 0,1 0 1 0 0,-1 0-1 0 0,1 0 0 0 0,-1 0 0 0 0,1 0 0 0 0,0 0 0 0 0,0 0 0 0 0,-1 0 0 0 0,1 0 0 0 0,0-1 0 0 0,0 1 0 0 0,0 0 0 0 0,0-1 0 0 0,0 1 0 0 0,0-1 1 0 0,0 1-1 0 0,0-1 0 0 0,0 1 0 0 0,0-1 0 0 0,0 1 0 0 0,0-1 0 0 0,0 0 0 0 0,0 0 0 0 0,1 0 0 0 0,-1 0 0 0 0,0 1 0 0 0,0-1 0 0 0,0-1 0 0 0,2 1 1 0 0,7-1 46 0 0,1-1 1 0 0,-1 0-1 0 0,0-1 0 0 0,13-4 1 0 0,-12 3 6 0 0,1 0-1 0 0,21-3 1 0 0,-30 6-60 0 0,-2 1 0 0 0,1 0 0 0 0,-1-1 0 0 0,0 1 0 0 0,0 0 0 0 0,0 0 0 0 0,0 0 0 0 0,0 0 0 0 0,0 0 0 0 0,0 0 0 0 0,0 0 0 0 0,0 1 0 0 0,1-1 0 0 0,-1 0 0 0 0,0 1 0 0 0,1-1 0 0 0,0 3-22 0 0,-1-1-244 0 0,-1-1 0 0 0,0 0 0 0 0,0 1 0 0 0,0-1 0 0 0,0 0 0 0 0,0 1 0 0 0,0-1 0 0 0,0 1 0 0 0,0-1 1 0 0,0 0-1 0 0,-1 1 0 0 0,0 1 0 0 0</inkml:trace>
</inkml:ink>
</file>

<file path=ppt/ink/ink4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12.023"/>
    </inkml:context>
    <inkml:brush xml:id="br0">
      <inkml:brushProperty name="width" value="0.1" units="cm"/>
      <inkml:brushProperty name="height" value="0.1" units="cm"/>
      <inkml:brushProperty name="color" value="#FFFFFF"/>
    </inkml:brush>
  </inkml:definitions>
  <inkml:trace contextRef="#ctx0" brushRef="#br0">1 2 4031 0 0,'0'0'424'0'0,"5"-1"-424"0"0,2 1 0 0 0,0 2 992 0 0,2-1 192 0 0,0-3 32 0 0,0 2 0 0 0,-1 1-352 0 0,0-1-64 0 0,2 1-24 0 0,1 0 0 0 0,3 1-496 0 0,-1 0-104 0 0,2-1-16 0 0,2 1-3584 0 0,5 0-704 0 0</inkml:trace>
</inkml:ink>
</file>

<file path=ppt/ink/ink4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12.366"/>
    </inkml:context>
    <inkml:brush xml:id="br0">
      <inkml:brushProperty name="width" value="0.1" units="cm"/>
      <inkml:brushProperty name="height" value="0.1" units="cm"/>
      <inkml:brushProperty name="color" value="#FFFFFF"/>
    </inkml:brush>
  </inkml:definitions>
  <inkml:trace contextRef="#ctx0" brushRef="#br0">23 1 3599 0 0,'0'1'1556'0'0,"3"8"-310"0"0,-1 1 0 0 0,1-1-1 0 0,-2 1 1 0 0,0 0-1 0 0,1 18 1 0 0,-7 53 928 0 0,2-35-1690 0 0,2-15-362 0 0,0 9 498 0 0,-2 1-1 0 0,-2-1 1 0 0,-9 41-1 0 0,11-63-795 0 0</inkml:trace>
</inkml:ink>
</file>

<file path=ppt/ink/ink4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12.741"/>
    </inkml:context>
    <inkml:brush xml:id="br0">
      <inkml:brushProperty name="width" value="0.1" units="cm"/>
      <inkml:brushProperty name="height" value="0.1" units="cm"/>
      <inkml:brushProperty name="color" value="#FFFFFF"/>
    </inkml:brush>
  </inkml:definitions>
  <inkml:trace contextRef="#ctx0" brushRef="#br0">1 115 3567 0 0,'2'-14'512'0'0,"1"8"-86"0"0,0 0-1 0 0,0 0 1 0 0,0 0-1 0 0,1 1 1 0 0,-1-1-1 0 0,2 1 0 0 0,-1 0 1 0 0,0 0-1 0 0,1 1 1 0 0,0-1-1 0 0,0 1 0 0 0,0 0 1 0 0,1 0-1 0 0,6-3 1 0 0,-4 3-109 0 0,0 1 1 0 0,0 0 0 0 0,0 0-1 0 0,0 1 1 0 0,1 0 0 0 0,-1 0-1 0 0,14 0 1 0 0,0 1 117 0 0,38 3-1 0 0,-48-1-337 0 0,-1 0 0 0 0,1 1 0 0 0,0 1 1 0 0,0 0-1 0 0,-1 1 0 0 0,1 0 0 0 0,-1 0 0 0 0,0 1 0 0 0,-1 1 0 0 0,13 8 0 0 0,-15-8 6 0 0,-1-1-1 0 0,0 1 1 0 0,-1 0 0 0 0,0 1-1 0 0,0 0 1 0 0,0 0 0 0 0,-1 0-1 0 0,0 1 1 0 0,0-1 0 0 0,0 1 0 0 0,-1 0-1 0 0,-1 1 1 0 0,1-1 0 0 0,1 11-1 0 0,-2-6 8 0 0,0-1 0 0 0,-2 1-1 0 0,0 0 1 0 0,0-1 0 0 0,-1 1 0 0 0,-1 0-1 0 0,0 0 1 0 0,0-1 0 0 0,-1 1 0 0 0,-1-1-1 0 0,0 1 1 0 0,-1-1 0 0 0,-1 0 0 0 0,-10 21-1 0 0,7-17-25 0 0,-2-1 1 0 0,0 0-1 0 0,-1 0 0 0 0,0-1 0 0 0,-1 0 0 0 0,0-1 1 0 0,-2-1-1 0 0,1 0 0 0 0,-29 19 0 0 0,29-22-61 0 0,0-1 1 0 0,0-1-1 0 0,0-1 0 0 0,-20 7 0 0 0,10-4-287 0 0,15-6-14 0 0,-1 0 0 0 0,-17 3 0 0 0,22-5-553 0 0,1-1 0 0 0,-1 0 0 0 0,1 0 0 0 0,-1 0 0 0 0,1 0 1 0 0,-6-2-1 0 0</inkml:trace>
</inkml:ink>
</file>

<file path=ppt/ink/ink4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14.191"/>
    </inkml:context>
    <inkml:brush xml:id="br0">
      <inkml:brushProperty name="width" value="0.1" units="cm"/>
      <inkml:brushProperty name="height" value="0.1" units="cm"/>
      <inkml:brushProperty name="color" value="#FFFFFF"/>
    </inkml:brush>
  </inkml:definitions>
  <inkml:trace contextRef="#ctx0" brushRef="#br0">0 45 3567 0 0,'4'-12'7231'0'0,"3"20"-6913"0"0,0 0 1 0 0,-1 0-1 0 0,-1 1 0 0 0,1-1 0 0 0,-1 1 1 0 0,-1 0-1 0 0,0 1 0 0 0,0-1 0 0 0,3 14 1 0 0,2 13 52 0 0,5 44 0 0 0,-13-74-295 0 0,3 39 36 0 0,-3-41-82 0 0,-1-4 276 0 0,2-2-146 0 0,35-76 213 0 0,-24 48-210 0 0,1 0 1 0 0,20-29-1 0 0,-31 55-117 0 0,-1 1 0 0 0,0 0 1 0 0,0 0-1 0 0,1 0 0 0 0,0 0 0 0 0,0 0 0 0 0,0 1 1 0 0,4-4-1 0 0,-6 6-46 0 0,-1-1 1 0 0,1 1-1 0 0,-1 0 1 0 0,1 0-1 0 0,-1-1 1 0 0,1 1-1 0 0,-1 0 1 0 0,1 0-1 0 0,-1 0 1 0 0,1 0-1 0 0,-1 0 1 0 0,1 0-1 0 0,-1 0 0 0 0,1 0 1 0 0,-1 0-1 0 0,1 0 1 0 0,0 0-1 0 0,-1 0 1 0 0,1 0-1 0 0,-1 0 1 0 0,1 0-1 0 0,-1 1 1 0 0,1-1-1 0 0,-1 0 1 0 0,1 0-1 0 0,-1 1 1 0 0,1-1-1 0 0,-1 0 0 0 0,1 1 1 0 0,-1-1-1 0 0,0 0 1 0 0,1 1-1 0 0,-1-1 1 0 0,0 0-1 0 0,1 1 1 0 0,-1-1-1 0 0,0 1 1 0 0,1 0-1 0 0,0 0-1 0 0,7 10 56 0 0,-1 0 0 0 0,0 0 0 0 0,0 1 0 0 0,-1-1 0 0 0,7 22 0 0 0,-7-17 39 0 0,1 0 0 0 0,17 27 0 0 0,-21-38-47 0 0,16 20 130 0 0,-18-24-170 0 0,0 0 0 0 0,0 0 0 0 0,0 0-1 0 0,0 0 1 0 0,0 0 0 0 0,0-1 0 0 0,1 1 0 0 0,-1 0 0 0 0,0 0 0 0 0,0-1 0 0 0,1 1 0 0 0,-1-1 0 0 0,0 1 0 0 0,1-1 0 0 0,-1 0 0 0 0,1 0 0 0 0,-1 1 0 0 0,3-1 0 0 0,-3 0-4 0 0,-1-1-1 0 0,1 1 1 0 0,0 0 0 0 0,-1 0-1 0 0,1-1 1 0 0,0 1-1 0 0,-1 0 1 0 0,1-1-1 0 0,-1 1 1 0 0,1 0 0 0 0,-1-1-1 0 0,1 1 1 0 0,-1-1-1 0 0,1 1 1 0 0,-1-1 0 0 0,1 1-1 0 0,-1-1 1 0 0,0 1-1 0 0,1-1 1 0 0,-1 0-1 0 0,0 1 1 0 0,1-1 0 0 0,-1 1-1 0 0,0-1 1 0 0,0 0-1 0 0,1 0 1 0 0,-1-1 23 0 0,7-16 90 0 0,0-1 0 0 0,-2 1 0 0 0,0-2 0 0 0,3-26 0 0 0,7-32 156 0 0,4 6 7 0 0,-19 71-492 0 0</inkml:trace>
</inkml:ink>
</file>

<file path=ppt/ink/ink4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14.694"/>
    </inkml:context>
    <inkml:brush xml:id="br0">
      <inkml:brushProperty name="width" value="0.1" units="cm"/>
      <inkml:brushProperty name="height" value="0.1" units="cm"/>
      <inkml:brushProperty name="color" value="#FFFFFF"/>
    </inkml:brush>
  </inkml:definitions>
  <inkml:trace contextRef="#ctx0" brushRef="#br0">0 0 5007 0 0,'0'0'388'0'0,"3"8"1179"0"0,7 13 210 0 0,0 1 0 0 0,-2 0 0 0 0,12 47 0 0 0,-17-54-1575 0 0,-1 1 0 0 0,0 0 0 0 0,-1 0 1 0 0,-1 0-1 0 0,-1 0 0 0 0,-4 31 0 0 0,-2-14 107 0 0,-14 36 0 0 0,19-64-298 0 0,2-4 106 0 0,1-2-53 0 0,48-72 537 0 0,-20 31-370 0 0,-26 37-228 0 0,15-20-8 0 0,-17 24 11 0 0,1-1 0 0 0,-1 0 0 0 0,1 0 0 0 0,-1 1 0 0 0,1-1 0 0 0,0 1 0 0 0,0 0 0 0 0,0-1 0 0 0,0 1 0 0 0,2-1 0 0 0,-3 2-6 0 0,-1 0 0 0 0,0-1 0 0 0,0 1 0 0 0,1 0 0 0 0,-1 0 0 0 0,0 0 0 0 0,1 0 0 0 0,-1 0 0 0 0,0 0 0 0 0,1 0 0 0 0,-1 0 0 0 0,0 0 0 0 0,0 0 0 0 0,1 0 0 0 0,-1 0 0 0 0,0 1 0 0 0,1-1 0 0 0,-1 0 0 0 0,0 0 0 0 0,1 0 0 0 0,-1 0 0 0 0,0 0 0 0 0,0 0 0 0 0,1 1 0 0 0,-1-1 0 0 0,0 0 0 0 0,0 0 0 0 0,0 1 0 0 0,1-1 0 0 0,-1 0 0 0 0,0 0 0 0 0,0 1 0 0 0,0-1 0 0 0,0 0 0 0 0,1 0 0 0 0,-1 1 0 0 0,0-1 0 0 0,0 0 0 0 0,0 0 0 0 0,0 1 0 0 0,0-1 0 0 0,0 0 0 0 0,2 5 3 0 0,0 0 0 0 0,0 0 0 0 0,0 0-1 0 0,-1 0 1 0 0,0 0 0 0 0,0 0 0 0 0,1 10 0 0 0,-2 40 31 0 0,-1-29-27 0 0,3 30 4 0 0,-3-56-118 0 0,1 1 1 0 0,0 0-1 0 0,0-1 1 0 0,0 1-1 0 0,0-1 1 0 0,0 1-1 0 0,0 0 1 0 0,0-1-1 0 0,0 1 1 0 0,1 0-1 0 0,-1-1 1 0 0,0 1-1 0 0,0-1 1 0 0,0 1-1 0 0,1-1 1 0 0,-1 1-1 0 0,0 0 1 0 0,1-1-1 0 0,-1 1 1 0 0,0-1-1 0 0,1 1 1 0 0,-1-1-1 0 0,1 1 1 0 0</inkml:trace>
</inkml:ink>
</file>

<file path=ppt/ink/ink4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15.024"/>
    </inkml:context>
    <inkml:brush xml:id="br0">
      <inkml:brushProperty name="width" value="0.1" units="cm"/>
      <inkml:brushProperty name="height" value="0.1" units="cm"/>
      <inkml:brushProperty name="color" value="#FFFFFF"/>
    </inkml:brush>
  </inkml:definitions>
  <inkml:trace contextRef="#ctx0" brushRef="#br0">11 1 3223 0 0,'0'0'6116'0'0,"2"15"-4613"0"0,0 0 0 0 0,0 19 1 0 0,-3-15-1239 0 0,-1-1 1 0 0,0 1 0 0 0,-6 21-1 0 0,5-22-359 0 0,3-17-28 0 0</inkml:trace>
</inkml:ink>
</file>

<file path=ppt/ink/ink4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15.197"/>
    </inkml:context>
    <inkml:brush xml:id="br0">
      <inkml:brushProperty name="width" value="0.1" units="cm"/>
      <inkml:brushProperty name="height" value="0.1" units="cm"/>
      <inkml:brushProperty name="color" value="#FFFFFF"/>
    </inkml:brush>
  </inkml:definitions>
  <inkml:trace contextRef="#ctx0" brushRef="#br0">1 0 3887 0 0,'0'0'11128'0'0,"4"5"-10984"0"0,1-2-24 0 0</inkml:trace>
</inkml:ink>
</file>

<file path=ppt/ink/ink4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15.463"/>
    </inkml:context>
    <inkml:brush xml:id="br0">
      <inkml:brushProperty name="width" value="0.1" units="cm"/>
      <inkml:brushProperty name="height" value="0.1" units="cm"/>
      <inkml:brushProperty name="color" value="#FFFFFF"/>
    </inkml:brush>
  </inkml:definitions>
  <inkml:trace contextRef="#ctx0" brushRef="#br0">1 0 8031 0 0,'0'0'618'0'0,"0"2"-404"0"0,5 15 1328 0 0,-1-1-418 0 0,0 1 0 0 0,-1-1-1 0 0,0 0 1 0 0,0 25-1 0 0,-11 48-222 0 0,5-60-624 0 0,0 0 0 0 0,4 52 0 0 0,-1-78-255 0 0,0-1 0 0 0,0 0 0 0 0,1 0 0 0 0,-1 0 0 0 0,1 0 0 0 0,0 1 0 0 0,0-1 1 0 0,0 0-1 0 0,0 0 0 0 0,0 0 0 0 0,0 0 0 0 0,0-1 0 0 0,2 3 0 0 0,-2-3-34 0 0,-1-1 0 0 0,1 1 1 0 0,0 0-1 0 0,0-1 0 0 0,0 0 1 0 0,0 1-1 0 0,0-1 0 0 0,-1 1 0 0 0,1-1 1 0 0,0 0-1 0 0,0 0 0 0 0,0 1 1 0 0,0-1-1 0 0,0 0 0 0 0,0 0 1 0 0,0 0-1 0 0,0 0 0 0 0,0 0 1 0 0,0 0-1 0 0,0 0 0 0 0,0-1 1 0 0,0 1-1 0 0,0 0 0 0 0,0 0 0 0 0,0-1 1 0 0,0 1-1 0 0,0-1 0 0 0,-1 1 1 0 0,1-1-1 0 0,0 1 0 0 0,0-1 1 0 0,1 0-1 0 0,15-14-5101 0 0</inkml:trace>
</inkml:ink>
</file>

<file path=ppt/ink/ink4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15.652"/>
    </inkml:context>
    <inkml:brush xml:id="br0">
      <inkml:brushProperty name="width" value="0.1" units="cm"/>
      <inkml:brushProperty name="height" value="0.1" units="cm"/>
      <inkml:brushProperty name="color" value="#FFFFFF"/>
    </inkml:brush>
  </inkml:definitions>
  <inkml:trace contextRef="#ctx0" brushRef="#br0">1 14 2359 0 0,'16'-8'4466'0'0,"-7"6"-3177"0"0,0 1-1 0 0,0 0 1 0 0,0 0 0 0 0,0 1 0 0 0,16 2 0 0 0,11 3-1403 0 0,-2 1-3626 0 0,-34-6 3715 0 0,15 3-4551 0 0</inkml:trace>
</inkml:ink>
</file>

<file path=ppt/ink/ink4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9:18:16.025"/>
    </inkml:context>
    <inkml:brush xml:id="br0">
      <inkml:brushProperty name="width" value="0.1" units="cm"/>
      <inkml:brushProperty name="height" value="0.1" units="cm"/>
      <inkml:brushProperty name="color" value="#FFFFFF"/>
    </inkml:brush>
  </inkml:definitions>
  <inkml:trace contextRef="#ctx0" brushRef="#br0">62 79 3079 0 0,'0'0'1379'0'0,"9"12"2216"0"0,-6-9-3237 0 0,1-1-1 0 0,-1 0 1 0 0,0 0 0 0 0,1 0 0 0 0,0 0 0 0 0,-1 0-1 0 0,1-1 1 0 0,0 0 0 0 0,0 0 0 0 0,0 0 0 0 0,0 0-1 0 0,0 0 1 0 0,0-1 0 0 0,0 0 0 0 0,0 0 0 0 0,0 0 0 0 0,6-1-1 0 0,-4 0-192 0 0,1 0-1 0 0,-1 0 0 0 0,0-1 0 0 0,0 0 0 0 0,0 0 0 0 0,0-1 1 0 0,-1 0-1 0 0,1 1 0 0 0,-1-2 0 0 0,8-5 0 0 0,-11 8-154 0 0,0-1 1 0 0,-1 0-1 0 0,1 0 0 0 0,-1 1 0 0 0,0-1 1 0 0,0 0-1 0 0,1 0 0 0 0,-1 0 0 0 0,-1-1 1 0 0,1 1-1 0 0,0 0 0 0 0,0 0 0 0 0,-1 0 1 0 0,1-1-1 0 0,-1 1 0 0 0,0 0 0 0 0,0 0 1 0 0,0-1-1 0 0,0 1 0 0 0,0-4 0 0 0,0 5-4 0 0,0-1 1 0 0,-1 1-1 0 0,1-1 0 0 0,0 1 0 0 0,-1-1 0 0 0,1 1 0 0 0,-1 0 0 0 0,0-1 1 0 0,1 1-1 0 0,-1 0 0 0 0,0-1 0 0 0,0 1 0 0 0,0 0 0 0 0,0 0 1 0 0,0 0-1 0 0,0-1 0 0 0,0 1 0 0 0,0 0 0 0 0,0 0 0 0 0,0 1 1 0 0,-1-1-1 0 0,1 0 0 0 0,0 0 0 0 0,-1 1 0 0 0,1-1 0 0 0,0 1 0 0 0,-1-1 1 0 0,1 1-1 0 0,-1-1 0 0 0,1 1 0 0 0,-3 0 0 0 0,-2-1 1 0 0,0 1 0 0 0,0 0 1 0 0,0 0-1 0 0,0 1 0 0 0,0 0 0 0 0,1 0 0 0 0,-1 0 0 0 0,0 1 0 0 0,1-1 0 0 0,-1 1 0 0 0,1 1 0 0 0,-1-1 0 0 0,1 1 1 0 0,0 0-1 0 0,0 0 0 0 0,0 1 0 0 0,1-1 0 0 0,-1 1 0 0 0,1 0 0 0 0,0 0 0 0 0,-5 7 0 0 0,-4 6 145 0 0,1 0 0 0 0,-19 36-1 0 0,27-44-101 0 0,0-1-1 0 0,1 1 0 0 0,0-1 0 0 0,0 1 1 0 0,1 0-1 0 0,0 0 0 0 0,1 0 1 0 0,0 0-1 0 0,0 12 0 0 0,2-18-18 0 0,-1 0-1 0 0,0 0 0 0 0,1 0 0 0 0,0 0 1 0 0,0 0-1 0 0,0 0 0 0 0,0 0 1 0 0,0 0-1 0 0,1-1 0 0 0,-1 1 1 0 0,1-1-1 0 0,0 1 0 0 0,0-1 1 0 0,-1 1-1 0 0,2-1 0 0 0,-1 0 0 0 0,0 0 1 0 0,0 0-1 0 0,1 0 0 0 0,-1 0 1 0 0,1-1-1 0 0,-1 1 0 0 0,4 1 1 0 0,1 0-229 0 0,0 0 1 0 0,0 0 0 0 0,9 2 0 0 0,22 3-4430 0 0,-10-5-1029 0 0</inkml:trace>
</inkml:ink>
</file>

<file path=ppt/ink/ink4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26:14.035"/>
    </inkml:context>
    <inkml:brush xml:id="br0">
      <inkml:brushProperty name="width" value="0.1" units="cm"/>
      <inkml:brushProperty name="height" value="0.1" units="cm"/>
      <inkml:brushProperty name="color" value="#E71224"/>
    </inkml:brush>
  </inkml:definitions>
  <inkml:trace contextRef="#ctx0" brushRef="#br0">1 143 2415 0 0,'-1'0'7'0'0,"1"0"0"0"0,0 0 0 0 0,0 1 0 0 0,0-1-1 0 0,0 0 1 0 0,0 0 0 0 0,0 1 0 0 0,0-1-1 0 0,0 0 1 0 0,0 0 0 0 0,0 1 0 0 0,0-1-1 0 0,0 0 1 0 0,1 0 0 0 0,-1 1 0 0 0,0-1 0 0 0,0 0-1 0 0,0 0 1 0 0,0 1 0 0 0,0-1 0 0 0,0 0-1 0 0,1 0 1 0 0,-1 0 0 0 0,0 1 0 0 0,0-1 0 0 0,0 0-1 0 0,1 0 1 0 0,-1 0 0 0 0,0 0 0 0 0,0 1-1 0 0,0-1 1 0 0,1 0 0 0 0,-1 0 0 0 0,0 0-1 0 0,0 0 1 0 0,1 0 0 0 0,-1 0 0 0 0,4 1 49 0 0,0-1 0 0 0,0 1 1 0 0,0-1-1 0 0,0 0 0 0 0,-1 0 1 0 0,1-1-1 0 0,0 1 0 0 0,6-2 1 0 0,8-1 154 0 0,123-13 872 0 0,-28 2-7 0 0,97-13 257 0 0,8-1-289 0 0,187 6 291 0 0,-31 9-257 0 0,0 1-435 0 0,-86 5-360 0 0,0 0-91 0 0,625 22 309 0 0,-629-8-335 0 0,-135-4-148 0 0,403 13 46 0 0,-404-8-64 0 0,323 35-226 0 0,-235-6-186 0 0,-210-32 298 0 0,176 34-1682 0 0,-168-31-1596 0 0</inkml:trace>
</inkml:ink>
</file>

<file path=ppt/ink/ink4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18:26:16.802"/>
    </inkml:context>
    <inkml:brush xml:id="br0">
      <inkml:brushProperty name="width" value="0.1" units="cm"/>
      <inkml:brushProperty name="height" value="0.1" units="cm"/>
      <inkml:brushProperty name="color" value="#E71224"/>
    </inkml:brush>
  </inkml:definitions>
  <inkml:trace contextRef="#ctx0" brushRef="#br0">242 293 2471 0 0,'15'-8'696'0'0,"-1"2"-309"0"0,-1-1 0 0 0,15-9-1 0 0,-27 16-234 0 0,17-13 720 0 0,-1-4 224 0 0,-16 15-992 0 0,4-5 126 0 0,1-1 0 0 0,-1 1 0 0 0,11-10 1304 0 0,-16 16-1511 0 0,0 1 0 0 0,0-1-1 0 0,0 1 1 0 0,0-1 0 0 0,0 1 0 0 0,-1-1-1 0 0,1 0 1 0 0,0 1 0 0 0,0-1-1 0 0,-1 1 1 0 0,1-1 0 0 0,0 1 0 0 0,-1-1-1 0 0,1 1 1 0 0,-1 0 0 0 0,1-1-1 0 0,-1 1 1 0 0,1-1 0 0 0,0 1-1 0 0,-1 0 1 0 0,1 0 0 0 0,-1-1 0 0 0,0 1-1 0 0,1 0 1 0 0,-1 0 0 0 0,1-1-1 0 0,-1 1 1 0 0,1 0 0 0 0,-1 0-1 0 0,0 0 1 0 0,1 0 0 0 0,-1 0 0 0 0,1 0-1 0 0,-1 0 1 0 0,1 0 0 0 0,-1 0-1 0 0,0 0 1 0 0,1 0 0 0 0,-1 0 0 0 0,0 1-1 0 0,-2-1-9 0 0,0 1 0 0 0,-1 0-1 0 0,1-1 1 0 0,0 1 0 0 0,0 0 0 0 0,-4 3-1 0 0,-53 25 64 0 0,13-3-33 0 0,14-8 72 0 0,-59 26-1 0 0,64-30 49 0 0,22-10-124 0 0,1-1 1 0 0,0 0-1 0 0,-1-1 1 0 0,-12 5-1 0 0,18-7-38 0 0,0 0-1 0 0,0 0 0 0 0,0 0 0 0 0,0 0 0 0 0,0 0 1 0 0,0 0-1 0 0,0 0 0 0 0,0 0 0 0 0,0 0 1 0 0,-1 0-1 0 0,1 0 0 0 0,0 0 0 0 0,0 0 0 0 0,0 0 1 0 0,0 0-1 0 0,0 0 0 0 0,0 0 0 0 0,0 0 0 0 0,-1 0 1 0 0,1 0-1 0 0,0 0 0 0 0,0 0 0 0 0,0 0 1 0 0,0 0-1 0 0,0 0 0 0 0,0 0 0 0 0,0 0 0 0 0,0 0 1 0 0,-1 0-1 0 0,1 0 0 0 0,0 0 0 0 0,0 0 1 0 0,0 0-1 0 0,0 0 0 0 0,0 0 0 0 0,0-1 0 0 0,0 1 1 0 0,0 0-1 0 0,0 0 0 0 0,0 0 0 0 0,0 0 0 0 0,0 0 1 0 0,-1 0-1 0 0,1 0 0 0 0,0-1 0 0 0,3-4 22 0 0,7-5 10 0 0,67-51 335 0 0,-2 3-146 0 0,-63 47-203 0 0,89-73 320 0 0,-85 72-213 0 0,-1-1 0 0 0,0-1 0 0 0,-1 0 0 0 0,16-21-1 0 0,-29 34-60 0 0,0-1 2 0 0,0 2-64 0 0,-1 0 0 0 0,0-1 0 0 0,1 1 1 0 0,-1 0-1 0 0,0 0 0 0 0,1-1 0 0 0,-1 1 1 0 0,0 0-1 0 0,1 0 0 0 0,-1-1 0 0 0,0 1 0 0 0,0 0 1 0 0,1-1-1 0 0,-1 1 0 0 0,0 0 0 0 0,0-1 1 0 0,0 1-1 0 0,1-1 0 0 0,-1 1 0 0 0,0 0 1 0 0,0-1-1 0 0,0 1 0 0 0,0 0 0 0 0,0-1 1 0 0,0 1-1 0 0,0-1 0 0 0,0 0 0 0 0,-1 4 5 0 0,-1-1-1 0 0,0 0 1 0 0,1 0 0 0 0,-1 0-1 0 0,0-1 1 0 0,0 1-1 0 0,0 0 1 0 0,-4 2 0 0 0,-5 5-76 0 0,-30 31 170 0 0,-78 59-1 0 0,100-84-100 0 0,12-9 20 0 0,-1 0 0 0 0,-12 6 0 0 0,12-6-15 0 0,-1 0-1 0 0,-13 11 0 0 0,14-10-4 0 0,-1 0 0 0 0,-13 7-1 0 0,8-4 1 0 0,6-4 0 0 0,0 0 0 0 0,-17 8 0 0 0,16-9 6 0 0,3-4 1 0 0,-2-1 130 0 0,1-7-32 0 0,7 6-33 0 0,2 1-4 0 0,13-5-37 0 0,-7 8 0 0 0,8 5-16 0 0,-5-5-15 0 0,-8-2 0 0 0,-1-1 0 0 0,0 1 0 0 0,0-1 0 0 0,0 1 0 0 0,0 0 0 0 0,0 0 0 0 0,0 0 0 0 0,0 0 0 0 0,0 0 0 0 0,3 3 0 0 0,4 3 101 0 0,-6-5-66 0 0,1 0-1 0 0,-1 0 1 0 0,0 1-1 0 0,0-1 1 0 0,5 7-1 0 0,6 4 45 0 0,0-1 0 0 0,31 21-1 0 0,4 6-78 0 0,-45-36 0 0 0,5 7 0 0 0,-4-4 0 0 0,20 28 0 0 0,21 35 188 0 0,-38-55-101 0 0,-8-12-83 0 0,1-1 0 0 0,0 1 0 0 0,0-1 0 0 0,-1 0 0 0 0,1 1 1 0 0,0-1-1 0 0,0 0 0 0 0,0 1 0 0 0,0-1 0 0 0,2 2 0 0 0,3 3 10 0 0,-5-5-10 0 0,1 1 0 0 0,-1-1 0 0 0,0 0 0 0 0,1 0 0 0 0,-1 0-1 0 0,1 0 1 0 0,-1 0 0 0 0,1 0 0 0 0,0 0 0 0 0,-1 0 0 0 0,1 0-1 0 0,3 0 1 0 0,5 1-4 0 0,-1-5 0 0 0,-8 3 7 0 0,-1 0-1 0 0,1-1 1 0 0,-1 1 0 0 0,1-1-1 0 0,-1 1 1 0 0,1-1-1 0 0,-1 1 1 0 0,0-1-1 0 0,1 1 1 0 0,-1-1 0 0 0,1 0-1 0 0,-1 1 1 0 0,0-1-1 0 0,0 1 1 0 0,1-1 0 0 0,-1 0-1 0 0,0 1 1 0 0,0-1-1 0 0,0 0 1 0 0,0 1-1 0 0,0-1 1 0 0,0 0 0 0 0,0 1-1 0 0,0-1 1 0 0,0 0-1 0 0,0 1 1 0 0,0-1-1 0 0,-1-1 1 0 0,1-5 24 0 0,-2-5 67 0 0,0 9-99 0 0,1 1 0 0 0,0-1 0 0 0,0 0 0 0 0,0 0-1 0 0,0 0 1 0 0,0-4 0 0 0,-2-6 22 0 0,1-1 0 0 0,1 0 1 0 0,0 0-1 0 0,2-16 0 0 0,-1 8-10 0 0,0 0 0 0 0,-6-36 0 0 0,5 50-5 0 0,0-1 1 0 0,1 1-1 0 0,0 0 1 0 0,0-1-1 0 0,1 1 1 0 0,0 0-1 0 0,1-1 1 0 0,2-7-1 0 0,0 2-7 0 0,1 0 0 0 0,1 0-1 0 0,12-21 1 0 0,10-21 1 0 0,-21 42 36 0 0,0-1-1 0 0,-1 0 0 0 0,6-20 1 0 0,-11 28-50 0 0,-1 5-70 0 0,3 10 19 0 0,4 8 94 0 0,-3-5-40 0 0,-1 0 0 0 0,-1 0 0 0 0,0 1 0 0 0,0 0 0 0 0,-1-1 0 0 0,0 1 0 0 0,-2 15 0 0 0,-1-4 11 0 0,-8 29 0 0 0,4-17 0 0 0,3-24 0 0 0,0 0 0 0 0,-1-1 0 0 0,-5 12 0 0 0,3-10 0 0 0,2-5 0 0 0,0-1 0 0 0,-5 23 0 0 0,7-22 12 0 0,1-5 248 0 0,1-4-200 0 0,-13-30 24 0 0,7 12-84 0 0,0 1 0 0 0,-4-34 0 0 0,9 44 0 0 0,0 1 0 0 0,1-1 0 0 0,0 0 0 0 0,0 1 0 0 0,1-1 0 0 0,0 1 0 0 0,1-1 0 0 0,5-15 0 0 0,3-6 0 0 0,-10 27 0 0 0,1 0 0 0 0,0 0 0 0 0,0 1 0 0 0,1-1 0 0 0,-1 0 0 0 0,0 1 0 0 0,1-1 0 0 0,0 1 0 0 0,2-3 0 0 0,-4 4 0 0 0,0 1 0 0 0,0 0 0 0 0,1 0 0 0 0,-1-1 0 0 0,0 1 0 0 0,0 0 0 0 0,1 0 0 0 0,-1 0 0 0 0,0 0 0 0 0,1-1 0 0 0,-1 1 0 0 0,0 0 0 0 0,0 0 0 0 0,1 0 0 0 0,-1 0 0 0 0,0 0 0 0 0,1 0 0 0 0,-1 0 0 0 0,0 0 0 0 0,1 0 0 0 0,-1 0 0 0 0,0 0 0 0 0,1 0 0 0 0,-1 0 0 0 0,0 0 0 0 0,0 0 0 0 0,1 0 0 0 0,-1 0 0 0 0,0 0 0 0 0,1 1 0 0 0,-1-1 0 0 0,0 0 0 0 0,0 0 0 0 0,1 0 0 0 0,-1 0 0 0 0,0 1 0 0 0,0-1 0 0 0,1 0 0 0 0,-1 0 0 0 0,0 1 0 0 0,0-1 0 0 0,0 0 0 0 0,1 0 0 0 0,-1 1 0 0 0,0-1 0 0 0,6 8 0 0 0,-1 3 0 0 0,-4 0 3 0 0,0 0-1 0 0,-1-1 1 0 0,0 1 0 0 0,-1 0-1 0 0,0-1 1 0 0,-1 1-1 0 0,-4 15 1 0 0,-2 17 40 0 0,3-22-43 0 0,4-16 0 0 0,0-1 0 0 0,0 1 0 0 0,0-1 0 0 0,0 1 0 0 0,1-1 0 0 0,0 1 0 0 0,0-1 0 0 0,0 1 0 0 0,1 0 0 0 0,-1-1 0 0 0,2 5 0 0 0,1 2-109 0 0,0-9 72 0 0,1 1-453 0 0,15 19-3755 0 0,-8-11-74 0 0</inkml:trace>
</inkml:ink>
</file>

<file path=ppt/ink/ink4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4:35.837"/>
    </inkml:context>
    <inkml:brush xml:id="br0">
      <inkml:brushProperty name="width" value="0.1" units="cm"/>
      <inkml:brushProperty name="height" value="0.1" units="cm"/>
      <inkml:brushProperty name="color" value="#FFFFFF"/>
    </inkml:brush>
  </inkml:definitions>
  <inkml:trace contextRef="#ctx0" brushRef="#br0">1579 1 2015 0 0,'0'0'3908'0'0,"-1"2"-3685"0"0,-8 26 273 0 0,9-25-323 0 0,-1-1 3 0 0,1 1-106 0 0,-1 0-1 0 0,1 0 1 0 0,0-1-1 0 0,0 1 0 0 0,0 0 1 0 0,0 0-1 0 0,1 0 0 0 0,-1 0 1 0 0,1-1-1 0 0,0 1 1 0 0,0 0-1 0 0,0 0 0 0 0,0-1 1 0 0,0 1-1 0 0,3 4 1 0 0,2 2 157 0 0,1-1 1 0 0,-1 0-1 0 0,10 8 1 0 0,-8-9-23 0 0,-1 0 0 0 0,-1 1 1 0 0,11 14-1 0 0,-13-15-126 0 0,-1 0 0 0 0,1 1 1 0 0,-1-1-1 0 0,0 1 0 0 0,-1 0 1 0 0,1 0-1 0 0,-2 0 0 0 0,1 0 1 0 0,-1 0-1 0 0,-1 1 0 0 0,1-1 1 0 0,-1 0-1 0 0,-2 17 0 0 0,-2 17 215 0 0,5 82 0 0 0,2-41-180 0 0,-4-73-97 0 0,1 1 1 0 0,1-1-1 0 0,2 15 1 0 0,-1-15-14 0 0,-1-6 1 0 0,-1-1-1 0 0,1 1 0 0 0,-1-1 1 0 0,1 1-1 0 0,-1 0 1 0 0,0-1-1 0 0,-1 1 0 0 0,0 5 1 0 0,0 4 47 0 0,6 46 807 0 0,-1-34-456 0 0,-3-22-301 0 0,1 10 82 0 0,1-3-97 0 0,-3-2-3 0 0,6 13-20 0 0,-2-10 1085 0 0,-2-10-1062 0 0,7 0-70 0 0,1-2-2 0 0,22-8 218 0 0,-29 10-219 0 0,13-8 96 0 0,-14 6-51 0 0,0 2-4 0 0,7 0-34 0 0,-9-1-19 0 0,1 0 0 0 0,0 0-1 0 0,0 0 1 0 0,-1 1 0 0 0,1-1 0 0 0,0 0 0 0 0,-1 0-1 0 0,1 0 1 0 0,0 0 0 0 0,-1 1 0 0 0,1-1 0 0 0,0 0-1 0 0,-1 1 1 0 0,1-1 0 0 0,-1 1 0 0 0,1-1-1 0 0,0 1 1 0 0,-1-1 0 0 0,1 1 0 0 0,-1-1 0 0 0,1 1-1 0 0,19 20 13 0 0,-15-19-14 0 0,-1 1 0 0 0,8 13 0 0 0,4 10 15 0 0,-12-19 13 0 0,-3-4-14 0 0,1-1 0 0 0,0 1 0 0 0,0 0 0 0 0,0-1-1 0 0,1 1 1 0 0,-1-1 0 0 0,1 0 0 0 0,4 4 0 0 0,26 22 2 0 0,-30-25-13 0 0,0-1 0 0 0,0 1 0 0 0,0-1 0 0 0,0 1 0 0 0,0-1 0 0 0,1 0 0 0 0,6 3 0 0 0,1 1 27 0 0,18 15-19 0 0,-25-19-9 0 0,-1 0 0 0 0,0 0-1 0 0,0 1 1 0 0,0 0 0 0 0,0 0 0 0 0,5 6 0 0 0,33 26 131 0 0,-19-9-58 0 0,2-1 1 0 0,0-1-1 0 0,31 22 0 0 0,1-12-3 0 0,-41-24-72 0 0,33 18-1 0 0,-10-7 13 0 0,-33-17-1 0 0,1-1-1 0 0,0-1 1 0 0,0 1-1 0 0,7 1 1 0 0,13 6-11 0 0,-7-2 32 0 0,39 14 0 0 0,-44-18-32 0 0,-1 2 0 0 0,17 8-1 0 0,17 7 13 0 0,47 20 249 0 0,-40-20-211 0 0,-28-10-28 0 0,0-1-1 0 0,0-1 1 0 0,28 5-1 0 0,7-1 1 0 0,-36-6-1 0 0,47 4 0 0 0,76 3 203 0 0,-131-12-194 0 0,21 5 1 0 0,-23-4-26 0 0,0 0 0 0 0,17 0 0 0 0,11-2 45 0 0,34 2-40 0 0,-43-1-10 0 0,-12-1 0 0 0,37 7 0 0 0,53 12 64 0 0,14 0-64 0 0,38 3 11 0 0,-129-21 32 0 0,115 6 21 0 0,44-9-38 0 0,-166 0 52 0 0,29-5 0 0 0,16-2-15 0 0,87-2 54 0 0,-2 0-57 0 0,-74 0 42 0 0,-32 2-42 0 0,73-12 24 0 0,-107 17-60 0 0,0-1 0 0 0,26-10 0 0 0,6-1-2 0 0,-22 8-16 0 0,-6 1 18 0 0,42-6 0 0 0,-51 10-22 0 0,0-1 1 0 0,-1 0 0 0 0,18-6-1 0 0,6-2-2 0 0,5-2 0 0 0,13-3 0 0 0,-42 13 0 0 0,0-1 0 0 0,18-7 0 0 0,15-6 0 0 0,-35 13 0 0 0,1 0 0 0 0,-1 0 0 0 0,0-1 0 0 0,0-1 0 0 0,15-11 0 0 0,-15 10 12 0 0,0 1 1 0 0,0 0-1 0 0,0 1 1 0 0,0 0-1 0 0,13-4 1 0 0,-8 4 40 0 0,24-13 0 0 0,14-4-18 0 0,-20 10-35 0 0,-8-1 0 0 0,-6 2 15 0 0,-2 3 47 0 0,-15 7-55 0 0,0 1 1 0 0,0-1 0 0 0,1 0-1 0 0,-1 0 1 0 0,0-1-1 0 0,-1 1 1 0 0,1 0 0 0 0,0-1-1 0 0,0 1 1 0 0,0-1 0 0 0,1-2-1 0 0,9-5-7 0 0,7 1 0 0 0,-5 2 0 0 0,3-2 11 0 0,-13 7 106 0 0,-4-7-53 0 0,1 5-55 0 0,0-1 18 0 0,-6-18 16 0 0,-8-30 162 0 0,6 28-193 0 0,-1 5-12 0 0,-4-1 1 0 0,8 15 0 0 0,1 0 0 0 0,-1 0 0 0 0,1-1 0 0 0,1 0-1 0 0,-1 1 1 0 0,1-1 0 0 0,0 0 0 0 0,0 0 0 0 0,1 0 0 0 0,-2-10 0 0 0,1-2 25 0 0,-5-21 0 0 0,4 26-25 0 0,-3-20-1 0 0,5 27 0 0 0,0 0 0 0 0,1 0 0 0 0,-1 0 0 0 0,2-6 0 0 0,-1-2 0 0 0,1-15 0 0 0,6-26 0 0 0,-2 27 0 0 0,-3 17 4 0 0,-1 0-1 0 0,0-18 1 0 0,-2 0 39 0 0,-6-21-33 0 0,5 35-10 0 0,-7-30 0 0 0,-8-30 0 0 0,13 51 0 0 0,3 2 0 0 0,1 19 0 0 0,0 0 0 0 0,0 1 0 0 0,1-1 0 0 0,-1 0 0 0 0,1 1 0 0 0,-1-1 0 0 0,3-3 0 0 0,-1 1 0 0 0,2-12 0 0 0,-4-13 0 0 0,-2-6 0 0 0,2 0 0 0 0,3 14-1 0 0,-10-9 13 0 0,6 25-8 0 0,0 5-2 0 0,1 0 1 0 0,0-1 0 0 0,-1 1-1 0 0,1 0 1 0 0,0-1 0 0 0,0 1-1 0 0,0 0 1 0 0,0-1-1 0 0,0 1 1 0 0,0 0 0 0 0,0-1-1 0 0,0 1 1 0 0,0 0 0 0 0,1-3-1 0 0,5-16 8 0 0,0-3-10 0 0,-1 5 0 0 0,-4 18 0 0 0,-1 1 0 0 0,0-1 0 0 0,0 0 0 0 0,0 0 0 0 0,0 0 0 0 0,0 0 0 0 0,0 0 0 0 0,0 0 0 0 0,1 0 0 0 0,-1 0 0 0 0,0 0 0 0 0,0 0 0 0 0,0 0 0 0 0,0 0 0 0 0,0 0 0 0 0,0 0 0 0 0,0 0 0 0 0,1 0 0 0 0,-1 0 0 0 0,0 0 0 0 0,0 0 0 0 0,0 0 0 0 0,0 0 0 0 0,0 0 0 0 0,0 0 0 0 0,0 0 0 0 0,1 0 0 0 0,-1-1 0 0 0,0 1 0 0 0,0 0 0 0 0,0 0 0 0 0,0 0 0 0 0,0 0 0 0 0,0 0 0 0 0,0 0 0 0 0,0 0 0 0 0,0 0 0 0 0,0 0 0 0 0,0-1 0 0 0,1 1 0 0 0,-1 0 0 0 0,0 0 0 0 0,0 0 0 0 0,0 0 0 0 0,0 0 0 0 0,15-27 0 0 0,-8 15 0 0 0,-6 12 0 0 0,-1 0 0 0 0,0-1 0 0 0,0 1 0 0 0,1-1 0 0 0,-1 1 0 0 0,0 0 0 0 0,1-1 0 0 0,-1 1 0 0 0,1 0 0 0 0,-1-1 0 0 0,0 1 0 0 0,1 0 0 0 0,-1-1 0 0 0,1 1 0 0 0,-1 0 0 0 0,1 0 0 0 0,-1 0 0 0 0,1-1 0 0 0,9 5 0 0 0,1-5 0 0 0,1 1 0 0 0,6-4 0 0 0,-16 4 0 0 0,24 7 0 0 0,-22-7 0 0 0,15 7 0 0 0,4 5 0 0 0,0-3 0 0 0,-8-1 0 0 0,-12-8 0 0 0,1 0 0 0 0,12 4 0 0 0,3 0 0 0 0,-16-3 0 0 0,1-1 0 0 0,-1 1 0 0 0,1 0 0 0 0,-1 0 0 0 0,4 2 0 0 0,-4-2 0 0 0,0 1 0 0 0,0-1 0 0 0,0 0 0 0 0,0 0 0 0 0,0-1 0 0 0,0 1 0 0 0,0-1 0 0 0,0 1 0 0 0,0-1 0 0 0,5 0 0 0 0,6 2 0 0 0,15 3 0 0 0,-16-2 0 0 0,4 3 0 0 0,0 0 0 0 0,28 5 0 0 0,-27-7 0 0 0,-14-1 0 0 0,0-1 0 0 0,13 3 62 0 0,-1 1 0 0 0,0 0 0 0 0,22 13 0 0 0,-19-12-62 0 0,-16-6 0 0 0,0 0 0 0 0,-1 0 0 0 0,1 1 0 0 0,0-1 0 0 0,0 0 0 0 0,4 4 0 0 0,-5-4 0 0 0,4 4 14 0 0,0 0-1 0 0,1 0 0 0 0,10 5 1 0 0,-15-9-13 0 0,1 1 0 0 0,-1-1 1 0 0,0 1-1 0 0,0 0 1 0 0,0 0-1 0 0,0 0 1 0 0,3 3-1 0 0,-3-2-1 0 0,-1-1 0 0 0,1 0 0 0 0,0 0 0 0 0,1 0 0 0 0,-1 0 0 0 0,0 0-1 0 0,0-1 1 0 0,6 3 0 0 0,-7-3 0 0 0,0-1 0 0 0,1 1 0 0 0,-1 0 0 0 0,0-1 0 0 0,0 1 0 0 0,0 0 0 0 0,0 0 0 0 0,0-1 0 0 0,0 1 0 0 0,0 0 0 0 0,0 0 0 0 0,1 2 0 0 0,18 18 0 0 0,13 17 0 0 0,-12-13 0 0 0,-2 1 0 0 0,-1 1 0 0 0,23 47 0 0 0,-24-45 67 0 0,24 31 1 0 0,-27-41 21 0 0,82 140-120 0 0,-73-117 134 0 0,-11-17-78 0 0,-1-1 0 0 0,15 50 0 0 0,-11-18 39 0 0,9 8-17 0 0,-15-41-41 0 0,-3-9-6 0 0,1 0 0 0 0,0-1 0 0 0,1 0 0 0 0,1 0 0 0 0,19 22 0 0 0,-23-28 0 0 0,1 1 0 0 0,7 14 0 0 0,0 0 0 0 0,4 12 29 0 0,5 5 6 0 0,-18-30-28 0 0,1-1-1 0 0,5 14 1 0 0,6 12 37 0 0,35 54-29 0 0,79 125 218 0 0,-39-67-31 0 0,-34-47-188 0 0,-44-74-30 0 0,0 1 1 0 0,-2 0-1 0 0,14 51 0 0 0,-11-33 7 0 0,1 9 53 0 0,12 80-1 0 0,-17-76-2 0 0,19 65-1 0 0,-21-96-31 0 0,-2 0-1 0 0,-1 1 1 0 0,-1 0-1 0 0,-2 0 0 0 0,0 34 1 0 0,-5-5 24 0 0,-13 83 1 0 0,7-101-33 0 0,-1-1 1 0 0,-2 0 0 0 0,-1-1 0 0 0,-20 38 0 0 0,9-19-1 0 0,-40 71-1 0 0,-25 90 0 0 0,68-164 0 0 0,-42 134 0 0 0,33-108-2 0 0,9-23 35 0 0,-38 76 0 0 0,40-97-33 0 0,-71 141 0 0 0,63-114 0 0 0,-46 114 0 0 0,58-140 22 0 0,-1 0-1 0 0,-35 54 0 0 0,-5-5-17 0 0,-111 124 0 0 0,103-132 42 0 0,6-4-35 0 0,-65 73-12 0 0,88-108 35 0 0,2 0 65 0 0,-49 41 0 0 0,19-27-67 0 0,-86 91 0 0 0,-14 23-32 0 0,64-75 0 0 0,60-54 0 0 0,-70 53 0 0 0,27-25 0 0 0,14-16 0 0 0,-95 59 0 0 0,-18 0 54 0 0,143-86-43 0 0,-33 17-12 0 0,65-34 1 0 0,-1-1 0 0 0,1 1 0 0 0,-8 6 0 0 0,9-5 0 0 0,-1-2 0 0 0,1 1 0 0 0,-11 5 0 0 0,-56 28 0 0 0,50-25 0 0 0,0-1 0 0 0,-45 17 0 0 0,44-21 0 0 0,-61 16 0 0 0,-96 20 237 0 0,34-8-210 0 0,102-27-27 0 0,-11 2 0 0 0,-8 6 0 0 0,-23 7 0 0 0,-89 17 0 0 0,134-32 0 0 0,-11 1 62 0 0,-72 6 0 0 0,-16-5-50 0 0,91-5-12 0 0,23-2 0 0 0,-27 0 0 0 0,-63-5 0 0 0,-8 1 0 0 0,95 0 0 0 0,-131-9 0 0 0,-4-1 0 0 0,58 2-2 0 0,34 1 16 0 0,-127-15 126 0 0,46 3-140 0 0,-45-15 0 0 0,142 23 0 0 0,-42-13 21 0 0,12 2 11 0 0,9 7 50 0 0,-138-36 7 0 0,18-3-29 0 0,133 36-40 0 0,3 1-1 0 0,0-2 0 0 0,-84-40-1 0 0,124 48-18 0 0,-27-21 0 0 0,15 10 11 0 0,9 5 6 0 0,0-1 1 0 0,-29-32 0 0 0,9 9-18 0 0,-16-19 0 0 0,18 15 0 0 0,-169-182 99 0 0,172 184-1 0 0,-101-137 57 0 0,137 178-150 0 0,-19-32 26 0 0,2 0 0 0 0,1-2 0 0 0,-15-41 0 0 0,2 6-8 0 0,-113-277 132 0 0,114 236-91 0 0,19 61-59 0 0,-21-137 53 0 0,23 115-44 0 0,0-37 22 0 0,3 16-8 0 0,-2-49-28 0 0,1 10 0 0 0,0 13 0 0 0,-1-8 0 0 0,-4 16 0 0 0,4 7 0 0 0,6 75 0 0 0,1 0 0 0 0,1-1 0 0 0,4-34 0 0 0,17-94 0 0 0,-15 126 0 0 0,38-229 0 0 0,10 19 0 0 0,-23 148 0 0 0,4-15 0 0 0,-20 59 0 0 0,3 0 0 0 0,36-75 0 0 0,-2 30 0 0 0,15-47 0 0 0,-8-2 0 0 0,-45 96 0 0 0,5-13 0 0 0,2-4 0 0 0,-12 40 0 0 0,0 0 0 0 0,22-46 0 0 0,-3 15 0 0 0,-16 32 0 0 0,-7 14 0 0 0,0 1 0 0 0,4-22 0 0 0,2-7 0 0 0,1 3 0 0 0,29-80 0 0 0,-22 75 0 0 0,-4 6 0 0 0,3 0 0 0 0,32-54 0 0 0,6-6 0 0 0,12-16 0 0 0,28-20 0 0 0,-86 120 0 0 0,12-24 0 0 0,3-6 0 0 0,40-50 0 0 0,-55 82 0 0 0,1 0 0 0 0,-1 0 0 0 0,2 0 0 0 0,-1 2 0 0 0,2-1 0 0 0,-1 1 0 0 0,1 1 0 0 0,0 0 0 0 0,0 1 0 0 0,15-6 0 0 0,30-16 0 0 0,-38 17 0 0 0,22-8 0 0 0,7-2 0 0 0,-32 13 0 0 0,1 1 0 0 0,24-8 0 0 0,-13 7-27 0 0,-23 5-3 0 0,1 1 0 0 0,-1 0 0 0 0,1 1-1 0 0,0 0 1 0 0,0-1 0 0 0,0 2 0 0 0,0-1-1 0 0,0 1 1 0 0,6 0 0 0 0,-11 0 142 0 0,12 4-1311 0 0,-1 28-11489 0 0</inkml:trace>
</inkml:ink>
</file>

<file path=ppt/ink/ink4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4:42.833"/>
    </inkml:context>
    <inkml:brush xml:id="br0">
      <inkml:brushProperty name="width" value="0.05" units="cm"/>
      <inkml:brushProperty name="height" value="0.05" units="cm"/>
      <inkml:brushProperty name="color" value="#66CC00"/>
    </inkml:brush>
  </inkml:definitions>
  <inkml:trace contextRef="#ctx0" brushRef="#br0">385 3 3711 0 0,'-3'-3'10106'0'0,"4"6"-9786"0"0,2 7 6 0 0,-2-8 257 0 0,0 1-335 0 0,19 40 389 0 0,-18-40-497 0 0,0-1-4 0 0,18 24 165 0 0,-12-15-146 0 0,1 0 0 0 0,0 0 0 0 0,0-1 1 0 0,1 0-1 0 0,15 12 0 0 0,36 21 341 0 0,-13-11-196 0 0,-20-12-177 0 0,39 19 1 0 0,-58-34-101 0 0,-1 0 0 0 0,16 13 0 0 0,6 3 41 0 0,80 54 249 0 0,-41-27-162 0 0,-52-38-123 0 0,1 0 0 0 0,29 10 0 0 0,-7-3 52 0 0,0 0 11 0 0,-21-9-48 0 0,0 0 0 0 0,27 18 0 0 0,-3 2-43 0 0,-9-7 0 0 0,53 44 0 0 0,-68-48-8 0 0,54 53 110 0 0,-57-54-24 0 0,26 21 1 0 0,-4-4 22 0 0,163 156 81 0 0,-195-183-168 0 0,2-1 0 0 0,-1 0 0 0 0,1 0 0 0 0,0 0 1 0 0,0-1-1 0 0,0 0 0 0 0,1 0 0 0 0,8 1 1 0 0,-11-2-13 0 0,-1-1 1 0 0,1 1 0 0 0,9 6 0 0 0,-11-7-3 0 0,-1 0 0 0 0,1 0 0 0 0,0 0 0 0 0,-1 0 0 0 0,1-1 0 0 0,0 1 0 0 0,0-1-1 0 0,0 0 1 0 0,6 1 0 0 0,-8-2 7 0 0,1 1 0 0 0,-1-1 0 0 0,0 0 0 0 0,0 1 0 0 0,0 0 0 0 0,0-1 0 0 0,0 1 0 0 0,0 0 0 0 0,-1 0 0 0 0,1 0 0 0 0,3 3 0 0 0,-5-4-2 0 0,1 1-1 0 0,-1-1 1 0 0,1 0-1 0 0,0 1 1 0 0,-1-1-1 0 0,1 0 1 0 0,0 1-1 0 0,-1-1 1 0 0,1 0-1 0 0,0 1 1 0 0,0-1-1 0 0,-1 0 1 0 0,1 0-1 0 0,0 0 1 0 0,1 0-1 0 0,3 1 8 0 0,18 9 63 0 0,-18-8-63 0 0,0 1-1 0 0,0-1 1 0 0,0 0 0 0 0,11 2 0 0 0,3 3-2 0 0,-17-6-8 0 0,0 1-1 0 0,0-1 0 0 0,1 0 1 0 0,-1 0-1 0 0,1-1 0 0 0,-1 1 1 0 0,4 0-1 0 0,80 6 52 0 0,-82-6-53 0 0,15-2 0 0 0,-16 0 0 0 0,2 0 0 0 0,10 6 0 0 0,-7-2 15 0 0,-6-2 149 0 0,-2 2-95 0 0,0-1-64 0 0,0-1-1 0 0,0 1 0 0 0,-1-1 1 0 0,1 1-1 0 0,0 0 1 0 0,0-1-1 0 0,-1 1 0 0 0,1-1 1 0 0,-1 1-1 0 0,0-1 1 0 0,1 1-1 0 0,-1-1 0 0 0,-1 3 1 0 0,-1-1-3 0 0,-8 16-2 0 0,6-16 0 0 0,1-1 0 0 0,-10 11 0 0 0,6-6 0 0 0,1 0 0 0 0,-1-1 0 0 0,-14 10 0 0 0,-4 1 0 0 0,-35 29 0 0 0,25-17 0 0 0,29-23 0 0 0,-1 2 0 0 0,1-1 0 0 0,-8 11 0 0 0,-11 11 0 0 0,11-10 9 0 0,0-1-1 0 0,2 2 1 0 0,0 0-1 0 0,-15 32 1 0 0,25-47 2 0 0,-3 9-6 0 0,-9 26 1 0 0,-4 9-7 0 0,-22 41 1 0 0,-30 59 0 0 0,35-68 64 0 0,16-44-53 0 0,20-36-9 0 0,-1-1 1 0 0,1 0-1 0 0,-1 1 1 0 0,1-1-1 0 0,-1 0 1 0 0,1 1-1 0 0,-1-1 1 0 0,1 0-1 0 0,-1 1 1 0 0,1-1-1 0 0,-1 0 1 0 0,1 0-1 0 0,-1 0 1 0 0,0 0-1 0 0,1 0 1 0 0,-1 0-1 0 0,1 1 1 0 0,-1-1-1 0 0,-1-1 1 0 0,1 1 0 0 0,-14 5-6 0 0,9-4 28 0 0,-4-1 31 0 0,7-1-45 0 0,0 1 1 0 0,0 0 0 0 0,0-1 0 0 0,0 0 0 0 0,-5-1 0 0 0,-5-1-31 0 0,13 3 15 0 0,0 0 1 0 0,-1 0 0 0 0,1 0 0 0 0,-1 0 0 0 0,1 0-1 0 0,-1-1 1 0 0,1 1 0 0 0,-1 0 0 0 0,1 0 0 0 0,0 0 0 0 0,-1-1-1 0 0,1 1 1 0 0,-1 0 0 0 0,1 0 0 0 0,0-1 0 0 0,-1 1-1 0 0,1 0 1 0 0,0-1 0 0 0,-1 1 0 0 0,0-1 0 0 0,-1-1 8 0 0,-17-9 130 0 0,-32-13 1 0 0,29 15-138 0 0,-28-17 1 0 0,29 15 2 0 0,0 1-1 0 0,-1 1 1 0 0,-33-10-1 0 0,-14-5 158 0 0,26 9-24 0 0,24 9-57 0 0,-23-12 0 0 0,2-2-40 0 0,-63-43 0 0 0,40 20 112 0 0,-1 4 1 0 0,-110-50 0 0 0,93 62-97 0 0,40 8-50 0 0,19 8 26 0 0,-1 0-1 0 0,0 2 1 0 0,-44-12-1 0 0,56 18-1 0 0,0 0 0 0 0,-14-7-1 0 0,-12-3 54 0 0,32 12-75 0 0,-18-5 3 0 0,-25-10 1 0 0,-34-12 44 0 0,73 25-53 0 0,1 0 0 0 0,-1 0 0 0 0,-14-1 0 0 0,-12-4 0 0 0,18 5 0 0 0,-19-2 0 0 0,15 2-106 0 0</inkml:trace>
</inkml:ink>
</file>

<file path=ppt/ink/ink4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4:44.412"/>
    </inkml:context>
    <inkml:brush xml:id="br0">
      <inkml:brushProperty name="width" value="0.05" units="cm"/>
      <inkml:brushProperty name="height" value="0.05" units="cm"/>
      <inkml:brushProperty name="color" value="#66CC00"/>
    </inkml:brush>
  </inkml:definitions>
  <inkml:trace contextRef="#ctx0" brushRef="#br0">65 807 2527 0 0,'-1'3'234'0'0,"0"-1"-140"0"0,-1 1 0 0 0,0-1 1 0 0,0 0-1 0 0,0 0 0 0 0,0 0 1 0 0,0 0-1 0 0,0 0 0 0 0,-1-1 1 0 0,1 1-1 0 0,-1-1 0 0 0,-4 3 1 0 0,-6 5 732 0 0,13-9-780 0 0,0 0 0 0 0,-1 1 1 0 0,1-1-1 0 0,0 1 0 0 0,-1-1 0 0 0,1 0 1 0 0,0 1-1 0 0,-1-1 0 0 0,1 0 0 0 0,0 0 1 0 0,-1 1-1 0 0,1-1 0 0 0,-1 0 0 0 0,1 0 1 0 0,-1 0-1 0 0,1 0 0 0 0,-1 1 0 0 0,1-1 1 0 0,0 0-1 0 0,-1 0 0 0 0,1 0 0 0 0,-1 0 1 0 0,1 0-1 0 0,-1 0 0 0 0,1 0 1 0 0,-1 0-1 0 0,1 0 0 0 0,-1 0 0 0 0,1-1 1 0 0,-1 1-1 0 0,1 0 0 0 0,-1 0 0 0 0,1 0 1 0 0,0 0-1 0 0,-1-1 0 0 0,1 1 0 0 0,-1 0 1 0 0,1-1-1 0 0,-1 1 0 0 0,1-1 0 0 0,0 1 0 0 0,-1 0 0 0 0,1 0-1 0 0,0-1 1 0 0,0 1 0 0 0,-1 0 0 0 0,1-1 0 0 0,0 1 0 0 0,0 0 0 0 0,-1-1-1 0 0,1 1 1 0 0,0 0 0 0 0,0-1 0 0 0,0 1 0 0 0,0-1 0 0 0,0 1 0 0 0,0 0-1 0 0,-1-1 1 0 0,1 1 0 0 0,0 0 0 0 0,0-1 0 0 0,0 1 0 0 0,0-1 0 0 0,1 1-1 0 0,-1 0 1 0 0,0-1 0 0 0,0 1 0 0 0,0-1 0 0 0,0 0 0 0 0,9-14 563 0 0,-4 9-449 0 0,-1 1-1 0 0,2 0 0 0 0,5-5 0 0 0,14-8 654 0 0,53-28-1 0 0,-32 21-308 0 0,-20 10-217 0 0,71-45 752 0 0,62-32 431 0 0,-82 50-994 0 0,219-122 331 0 0,-248 137-657 0 0,-16 8-25 0 0,35-14 0 0 0,3 2 19 0 0,-40 17-71 0 0,1 0 0 0 0,1 2 0 0 0,58-14 0 0 0,-79 23-56 0 0,1 0-1 0 0,-1-1 0 0 0,17-8 0 0 0,4-1 64 0 0,-2 0-10 0 0,-16 7-25 0 0,23-7-1 0 0,-32 11-45 0 0,0 0-1 0 0,0 0 1 0 0,0 0-1 0 0,0-1 1 0 0,6-4-1 0 0,-6 3 5 0 0,1 1 0 0 0,-1 0 0 0 0,10-4-1 0 0,7-5 51 0 0,-18 10-40 0 0,-1 0 0 0 0,1 0 0 0 0,0 0 0 0 0,7-3 0 0 0,0 2 51 0 0,-1 0-22 0 0,7-10 140 0 0,-15 11-169 0 0,1-1-21 0 0,13-1 164 0 0,-11 5-102 0 0,4 5-31 0 0,-3 0 5 0 0,-1 0 0 0 0,0 0 0 0 0,0 1 0 0 0,0 0 0 0 0,-1 0 0 0 0,0 0 0 0 0,-1 0 0 0 0,0 1 0 0 0,4 10 0 0 0,-5-12-4 0 0,0 1 0 0 0,1-1 0 0 0,0 1 0 0 0,0-1 0 0 0,5 7 0 0 0,-1-1 57 0 0,6 14 72 0 0,13 41 0 0 0,-20-48-113 0 0,2 0 0 0 0,0 0 0 0 0,1 0-1 0 0,20 31 1 0 0,-4-13 58 0 0,-18-25-68 0 0,1 0 1 0 0,1 0-1 0 0,11 11 0 0 0,32 23-17 0 0,-32-29 167 0 0,23 24 0 0 0,-23-20-111 0 0,-11-13-68 0 0,-1 1 0 0 0,0 1 1 0 0,-1-1-1 0 0,0 1 0 0 0,6 11 0 0 0,7 7 51 0 0,-7 0-53 0 0,-10-24 0 0 0,0 1 0 0 0,3 17 0 0 0,-5-5 0 0 0,-2-12 24 0 0,0 0 0 0 0,-1-1 0 0 0,1 1 0 0 0,-4 6 0 0 0,0 2 0 0 0,0-2 102 0 0,-1-4-20 0 0,4-3-97 0 0,-1 1 0 0 0,0-1 0 0 0,0 0-1 0 0,0 0 1 0 0,0-1 0 0 0,-1 1 0 0 0,-3 3-1 0 0,-4 2-6 0 0,7-4-2 0 0,2-2 0 0 0,0-1 0 0 0,-1 0 0 0 0,1 1 0 0 0,-1-1 0 0 0,1 0 0 0 0,-1 0 0 0 0,-4 2 0 0 0,2 0 2 0 0,-2 1 6 0 0,0 0 0 0 0,-1 0 1 0 0,1 0-1 0 0,-1-1 1 0 0,0 0-1 0 0,-16 5 0 0 0,-83 30 156 0 0,35-10-31 0 0,22-7-36 0 0,37-17-80 0 0,1 2 0 0 0,-18 12 0 0 0,-12 6 6 0 0,19-14-5 0 0,1 2 0 0 0,-27 18 0 0 0,-8 11-18 0 0,-139 112 234 0 0,111-82-228 0 0,-45 42 52 0 0,103-88-74 0 0,11-11-35 0 0,0 0-1 0 0,1 1 1 0 0,0 1-1 0 0,2 1 0 0 0,-20 32 1 0 0,32-49-91 0 0,-8 21-237 0 0,9-21 138 0 0,0 0-1 0 0,0 0 1 0 0,0 0 0 0 0,-1-1 0 0 0,1 1 0 0 0,0 0 0 0 0,0 0-1 0 0,0 0 1 0 0,0 0 0 0 0,1 0 0 0 0,-1-1 0 0 0,0 1-1 0 0,0 0 1 0 0,0 0 0 0 0,1 0 0 0 0,-1-1 0 0 0,0 1 0 0 0,1 0-1 0 0,-1 0 1 0 0,1-1 0 0 0,-1 1 0 0 0,1 0 0 0 0,0 1 0 0 0,11 3-5693 0 0</inkml:trace>
</inkml:ink>
</file>

<file path=ppt/ink/ink4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4:46.149"/>
    </inkml:context>
    <inkml:brush xml:id="br0">
      <inkml:brushProperty name="width" value="0.05" units="cm"/>
      <inkml:brushProperty name="height" value="0.05" units="cm"/>
      <inkml:brushProperty name="color" value="#66CC00"/>
    </inkml:brush>
  </inkml:definitions>
  <inkml:trace contextRef="#ctx0" brushRef="#br0">1950 0 2791 0 0,'-2'2'282'0'0,"-9"7"542"0"0,-1 0-1 0 0,1 0 1 0 0,-2-1 0 0 0,-21 10 0 0 0,-26 17 145 0 0,-13 7 131 0 0,33-21-542 0 0,9-3-84 0 0,-26 14 627 0 0,-96 71 0 0 0,-84 111 681 0 0,192-171-1485 0 0,-16 17 87 0 0,41-37-300 0 0,-1 0 1 0 0,-1-2-1 0 0,-30 24 0 0 0,-20 11 95 0 0,-31 23 98 0 0,23-24-96 0 0,-45 30 94 0 0,-131 95-90 0 0,113-76 58 0 0,80-58-23 0 0,-61 56 0 0 0,119-99-203 0 0,1 0-8 0 0,-11 16 143 0 0,14-18-126 0 0,1 0 0 0 0,-1-1 0 0 0,1 1 0 0 0,-1 0 1 0 0,1 0-1 0 0,0 0 0 0 0,-1 0 0 0 0,1 0 1 0 0,0 0-1 0 0,0 0 0 0 0,0 0 0 0 0,-1 0 1 0 0,1 0-1 0 0,0 0 0 0 0,0 0 0 0 0,0 0 0 0 0,1 0 1 0 0,-1 0-1 0 0,0 0 0 0 0,0 0 0 0 0,0 0 1 0 0,1-1-1 0 0,-1 1 0 0 0,1 0 0 0 0,-1 0 0 0 0,1 0 1 0 0,-1 0-1 0 0,1 0 0 0 0,-1-1 0 0 0,1 1 1 0 0,1 1-1 0 0,2 3 14 0 0,1 0-1 0 0,0-1 1 0 0,11 7 0 0 0,-5-2 28 0 0,14 8 82 0 0,-22-16-140 0 0,0 1-1 0 0,-1 0 0 0 0,1 0 1 0 0,-1 0-1 0 0,0 1 1 0 0,0-1-1 0 0,1 0 0 0 0,1 4 1 0 0,25 32 3 0 0,-21-28-13 0 0,-1-1 0 0 0,0 0 0 0 0,-1 1 0 0 0,6 11 0 0 0,-8-14 5 0 0,7 17 11 0 0,-5-7 27 0 0,29 63 269 0 0,-34-75-289 0 0,1 1-2 0 0,10 15 7 0 0,2 1 5 0 0,-10-14-28 0 0,0 0 0 0 0,1-1 0 0 0,0 0 1 0 0,0 0-1 0 0,9 8 0 0 0,4 3-5 0 0,-13-12 0 0 0,2 0 0 0 0,-1 0 0 0 0,8 5 0 0 0,-11-9 1 0 0,0 0 0 0 0,-1 0 0 0 0,1 1 0 0 0,-1-1 0 0 0,4 6 0 0 0,9 9 47 0 0,-8-11-25 0 0,-1 1 0 0 0,1 0 0 0 0,-1 0 0 0 0,0 0 0 0 0,-1 1 0 0 0,0-1 0 0 0,0 1 0 0 0,-1 1 0 0 0,6 15 0 0 0,22 38 80 0 0,-32-62-100 0 0,1 1 1 0 0,-1 0-1 0 0,0-1 0 0 0,1 1 0 0 0,-1-1 1 0 0,1 1-1 0 0,-1-1 0 0 0,1 1 1 0 0,0-1-1 0 0,-1 1 0 0 0,1-1 1 0 0,-1 1-1 0 0,1-1 0 0 0,0 0 1 0 0,0 1-1 0 0,4 1-3 0 0,26 23 0 0 0,-16-15 1 0 0,-10-10 3 0 0,-3 0 2 0 0,3 0 37 0 0,7-3-34 0 0,-9 4-7 0 0,-2 0-2 0 0,0-1 0 0 0,0 1 0 0 0,0-1 0 0 0,1 0 0 0 0,-1 1 0 0 0,0-1 0 0 0,0 0 0 0 0,0 0 0 0 0,0 0 0 0 0,0 0 0 0 0,0 0 0 0 0,0 0-1 0 0,0 0 1 0 0,0 0 0 0 0,1 0 0 0 0,-1 0 0 0 0,1-1 0 0 0,2 1 0 0 0,-2 1 0 0 0,-1-1 0 0 0,1 0 0 0 0,-1 0 0 0 0,0 0 0 0 0,1 0 0 0 0,-1-1 0 0 0,1 1 0 0 0,-1 0 0 0 0,0 0 0 0 0,1-1 0 0 0,-1 1 0 0 0,0-1 0 0 0,3-1 0 0 0,36-12 92 0 0,-3-3 102 0 0,-31 14-192 0 0,1 1 0 0 0,0-1 0 0 0,0-1 0 0 0,9-6 0 0 0,9-5-2 0 0,-20 13 2 0 0,-1-1-1 0 0,1 0 0 0 0,-1-1 1 0 0,0 1-1 0 0,5-6 1 0 0,11-9 43 0 0,0 3-16 0 0,23-24 1 0 0,-9 7-15 0 0,-9 11-12 0 0,-2-1 0 0 0,-1-1 0 0 0,23-30 0 0 0,-21 22 71 0 0,2 1-1 0 0,2 1 1 0 0,32-26 0 0 0,10-11 3 0 0,197-179-11 0 0,-149 139-68 0 0,50-39 2 0 0,-108 99 0 0 0,4-4 0 0 0,151-160 64 0 0,-196 188-139 0 0,23-34 0 0 0,-40 52-158 0 0,0 0 1 0 0,0 0 0 0 0,0-1-1 0 0,2-7 1 0 0</inkml:trace>
</inkml:ink>
</file>

<file path=ppt/ink/ink4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4:47.755"/>
    </inkml:context>
    <inkml:brush xml:id="br0">
      <inkml:brushProperty name="width" value="0.05" units="cm"/>
      <inkml:brushProperty name="height" value="0.05" units="cm"/>
      <inkml:brushProperty name="color" value="#66CC00"/>
    </inkml:brush>
  </inkml:definitions>
  <inkml:trace contextRef="#ctx0" brushRef="#br0">2550 829 1951 0 0,'-12'-3'2948'0'0,"6"0"-2615"0"0,-1 1 0 0 0,1 0 0 0 0,-1 1 0 0 0,0-1-1 0 0,0 1 1 0 0,-9 0 0 0 0,-23-4 409 0 0,16 0-419 0 0,8 1 298 0 0,-24-7-1 0 0,5 1 247 0 0,-5-1-14 0 0,1-1 35 0 0,28 9-472 0 0,0 0 0 0 0,-16-7 0 0 0,-34-19 1143 0 0,-74-24 0 0 0,94 37-1108 0 0,-61-33 1 0 0,54 25-183 0 0,-2-6 48 0 0,3 1-36 0 0,-37-17 112 0 0,-81-38 217 0 0,86 51-253 0 0,-127-33-1 0 0,148 49-301 0 0,-18-4 57 0 0,53 15-15 0 0,-28-11-1 0 0,15 4-60 0 0,23 8-23 0 0,0 0-1 0 0,1-1 0 0 0,0-1 1 0 0,0 0-1 0 0,0 0 0 0 0,1-1 1 0 0,0 0-1 0 0,1-1 0 0 0,0 0 1 0 0,-15-18-1 0 0,-20-26 190 0 0,27 33-188 0 0,-9-13 69 0 0,24 31 248 0 0,0 3-257 0 0,-6 5-58 0 0,-2 0-16 0 0,1-2 0 0 0,1 1 0 0 0,7-3 0 0 0,0 0 0 0 0,0 0 0 0 0,0-1 0 0 0,-1 1 0 0 0,1 0 0 0 0,0 0 0 0 0,-1-1 0 0 0,-2 3 0 0 0,-5 4 20 0 0,-15 16 24 0 0,17-18-44 0 0,4-3 0 0 0,1-1 0 0 0,-1 1 0 0 0,1 0 0 0 0,-1 0 0 0 0,1 0 0 0 0,0 1 0 0 0,-2 4 0 0 0,-24 28 64 0 0,-20 45-64 0 0,41-67 27 0 0,0-1 1 0 0,-1 1-1 0 0,0-1 0 0 0,-1-1 0 0 0,-1 0 1 0 0,-13 15-1 0 0,-49 40 46 0 0,37-36-73 0 0,-18 14 11 0 0,-29 26 42 0 0,75-65-54 0 0,1 0 0 0 0,-10 11 0 0 0,11-11 5 0 0,-1 0 0 0 0,1-1-1 0 0,-11 8 1 0 0,4-4 5 0 0,1-1-1 0 0,0 1 1 0 0,1 1-1 0 0,-1 0 1 0 0,2 0 0 0 0,-11 15-1 0 0,2 1-8 0 0,6-13-1 0 0,9-12 0 0 0,1 0 3 0 0,-8 9 9 0 0,-9 21 42 0 0,16-28-53 0 0,-16 26 0 0 0,14-20 11 0 0,2-5 45 0 0,3-3-48 0 0,-1-1 0 0 0,1 0 1 0 0,0 1-1 0 0,0-1 0 0 0,-1 0 0 0 0,1 0 0 0 0,0 1 1 0 0,0-1-1 0 0,0 1 0 0 0,0-1 0 0 0,-1 0 0 0 0,1 1 0 0 0,0-1 1 0 0,0 0-1 0 0,0 1 0 0 0,0-1 0 0 0,0 0 0 0 0,0 1 1 0 0,0-1-1 0 0,0 1 0 0 0,0-1 0 0 0,0 0 0 0 0,0 1 1 0 0,0-1-1 0 0,1 0 0 0 0,-1 1 0 0 0,5 11 8 0 0,-3-8-15 0 0,2 0-3 0 0,18 9 14 0 0,26 13 45 0 0,18 10-61 0 0,-38-19 17 0 0,0 1 0 0 0,-2 1 0 0 0,0 2-1 0 0,27 27 1 0 0,-39-34-13 0 0,0-1 0 0 0,1-1 0 0 0,18 12 0 0 0,55 30 0 0 0,-20-13 0 0 0,-66-40 0 0 0,82 48 0 0 0,-56-32 0 0 0,0 1 0 0 0,51 42 0 0 0,-19-12 0 0 0,35 31 0 0 0,9 4 0 0 0,-80-64-6 0 0,-15-12 18 0 0,1 1-1 0 0,-1-2 1 0 0,1 1 0 0 0,1-1-1 0 0,18 8 1 0 0,3-5 79 0 0,0-1 0 0 0,0-2 0 0 0,0-1 0 0 0,36 1 0 0 0,4 1-1748 0 0,-2 5-3790 0 0,-38-4-1296 0 0</inkml:trace>
</inkml:ink>
</file>

<file path=ppt/ink/ink4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4:51.842"/>
    </inkml:context>
    <inkml:brush xml:id="br0">
      <inkml:brushProperty name="width" value="0.1" units="cm"/>
      <inkml:brushProperty name="height" value="0.1" units="cm"/>
      <inkml:brushProperty name="color" value="#E71224"/>
    </inkml:brush>
  </inkml:definitions>
  <inkml:trace contextRef="#ctx0" brushRef="#br0">0 524 2471 0 0,'2'3'187'0'0,"3"4"665"0"0,-1 0-1 0 0,0 0 1 0 0,3 11 0 0 0,-6-16-318 0 0,0 1-135 0 0,5 29 360 0 0,-5-29-323 0 0,0 0 20 0 0,7 31 462 0 0,-7-30-79 0 0,-1-2-430 0 0,0 11 2826 0 0,0-15-2923 0 0,84-273 2188 0 0,-56 161-2059 0 0,-15 59-273 0 0,4-55 34 0 0,-14 83-212 0 0,-2 11 14 0 0,2-5 122 0 0,-3 21-125 0 0,0 0 0 0 0,0 0 0 0 0,0 0 0 0 0,0 0 0 0 0,0 0 0 0 0,0 0 0 0 0,0 1 0 0 0,0-1 0 0 0,0 0-1 0 0,0 0 1 0 0,0 0 0 0 0,0 0 0 0 0,0 0 0 0 0,0 0 0 0 0,0 0 0 0 0,0 0 0 0 0,0 0 0 0 0,0 0 0 0 0,0 0 0 0 0,0 0-1 0 0,0 0 1 0 0,1 0 0 0 0,-1 0 0 0 0,0 0 0 0 0,0 0 0 0 0,0 0 0 0 0,0 0 0 0 0,0 0 0 0 0,0 0 0 0 0,0 0 0 0 0,0 0-1 0 0,0-1 1 0 0,0 1 0 0 0,0 0 0 0 0,0 0 0 0 0,0 0 0 0 0,0 0 0 0 0,0 0 0 0 0,0 0 0 0 0,0 0 0 0 0,0 0 0 0 0,0 0-1 0 0,0 0 1 0 0,0 0 0 0 0,0 0 0 0 0,0 0 0 0 0,0 0 0 0 0,0 0 0 0 0,0 0 0 0 0,0 0 0 0 0,0 0 0 0 0,0 0 0 0 0,0 0-1 0 0,0 0 1 0 0,0 0 0 0 0,3 11 2 0 0,10 50 18 0 0,2 1-1 0 0,35 87 0 0 0,-16-54 138 0 0,-19-62-108 0 0,7 13-12 0 0,-22-45-34 0 0,0-1-1 0 0,0 0 1 0 0,0 1-1 0 0,1-1 1 0 0,-1 0 0 0 0,0 1-1 0 0,0-1 1 0 0,0 0-1 0 0,0 1 1 0 0,1-1 0 0 0,-1 0-1 0 0,0 1 1 0 0,0-1 0 0 0,0 0-1 0 0,1 0 1 0 0,-1 1-1 0 0,0-1 1 0 0,0 0 0 0 0,1 0-1 0 0,-1 0 1 0 0,0 1 0 0 0,1-1-1 0 0,-1 0 1 0 0,0 0-1 0 0,1 0 1 0 0,-1 0 0 0 0,0 0-1 0 0,1 0 1 0 0,-1 1 0 0 0,1-1-1 0 0,8-8 164 0 0,1-12-85 0 0,9-32 24 0 0,-6 20 4 0 0,-2 0 0 0 0,10-44 0 0 0,-11 30-88 0 0,2 0-1 0 0,20-47 0 0 0,-8 12-21 0 0,-18 68 11 0 0,-6 12-9 0 0,1 1 0 0 0,-1-1 1 0 0,0 1-1 0 0,1-1 0 0 0,-1 1 0 0 0,1-1 1 0 0,-1 1-1 0 0,0-1 0 0 0,1 1 0 0 0,-1 0 1 0 0,1-1-1 0 0,-1 1 0 0 0,1 0 0 0 0,-1-1 1 0 0,1 1-1 0 0,-1 0 0 0 0,1 0 0 0 0,0-1 1 0 0,1 2-3 0 0,-1-1 1 0 0,0 1 0 0 0,0-1-1 0 0,0 1 1 0 0,0-1 0 0 0,0 1 0 0 0,1 0-1 0 0,-1 0 1 0 0,-1-1 0 0 0,1 1 0 0 0,0 0-1 0 0,0 0 1 0 0,0 0 0 0 0,0 0-1 0 0,0 1 1 0 0,13 19-2 0 0,5 17 1 0 0,-2 2 0 0 0,-1 0 0 0 0,12 52 0 0 0,-14-43 0 0 0,-10-37 10 0 0,28 100-36 0 0,-27-91 74 0 0,-1 0 0 0 0,-1 0 0 0 0,0 27 0 0 0,1-22 449 0 0,-3-19-446 0 0,-1-5-388 0 0,31-15-11602 0 0</inkml:trace>
</inkml:ink>
</file>

<file path=ppt/ink/ink4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4:52.269"/>
    </inkml:context>
    <inkml:brush xml:id="br0">
      <inkml:brushProperty name="width" value="0.1" units="cm"/>
      <inkml:brushProperty name="height" value="0.1" units="cm"/>
      <inkml:brushProperty name="color" value="#E71224"/>
    </inkml:brush>
  </inkml:definitions>
  <inkml:trace contextRef="#ctx0" brushRef="#br0">76 1 3079 0 0,'0'0'3338'0'0,"0"3"-2305"0"0,0 4-557 0 0,0 0 0 0 0,0 0 0 0 0,0 0 1 0 0,-1 1-1 0 0,0-1 0 0 0,-1 0 0 0 0,0 0 0 0 0,0 0 0 0 0,0-1 0 0 0,-6 13 0 0 0,-10 36 1218 0 0,12-43-1465 0 0,1 1 0 0 0,1-1 0 0 0,0 1 0 0 0,1 0 0 0 0,-2 16 0 0 0,-4 70 398 0 0,7-52-394 0 0,0-21-92 0 0,2 1 0 0 0,1-1 0 0 0,1 1 0 0 0,2-1 0 0 0,0 0 0 0 0,2 0 0 0 0,12 36 0 0 0,-13-52-54 0 0,-1 0-1 0 0,2-1 1 0 0,-1 0-1 0 0,1 0 1 0 0,11 12 0 0 0,-14-18-63 0 0,7 8 84 0 0,-7-10-94 0 0,1 1 0 0 0,-1 0 0 0 0,0-1 0 0 0,1 1 0 0 0,-1-1 0 0 0,1 0 0 0 0,-1 0 0 0 0,1-1 0 0 0,0 1 0 0 0,-1-1 0 0 0,8 0 0 0 0,0 0 11 0 0,-1 0-1 0 0,1-1 0 0 0,10-3 1 0 0,-14 2 23 0 0,1 0 0 0 0,-1-1 0 0 0,11-4 1 0 0,-8 2 7 0 0,1 0 0 0 0,0 2 1 0 0,17-5-1 0 0,-17 7-56 0 0,-9 2 0 0 0,2 1 0 0 0,3 16 0 0 0,-4-7-82 0 0,-3-9-356 0 0</inkml:trace>
</inkml:ink>
</file>

<file path=ppt/ink/ink4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4:53.005"/>
    </inkml:context>
    <inkml:brush xml:id="br0">
      <inkml:brushProperty name="width" value="0.1" units="cm"/>
      <inkml:brushProperty name="height" value="0.1" units="cm"/>
      <inkml:brushProperty name="color" value="#E71224"/>
    </inkml:brush>
  </inkml:definitions>
  <inkml:trace contextRef="#ctx0" brushRef="#br0">0 172 3887 0 0,'0'0'5164'0'0,"2"-1"-4961"0"0,20-5 129 0 0,-17 5-275 0 0,0 0-1 0 0,0 0 1 0 0,0-1 0 0 0,0 0 0 0 0,8-3 0 0 0,6-9 69 0 0,-1 0 0 0 0,0-1 0 0 0,20-22 0 0 0,-31 31-86 0 0,0 1-1 0 0,0-1 1 0 0,11-5-1 0 0,14-12 115 0 0,-21 12-576 0 0,2 0 2955 0 0,-10 14-1310 0 0,-4 8-1002 0 0,0-4-196 0 0,0 24 89 0 0,1 109 326 0 0,1-87-123 0 0,2-1 1 0 0,2 0-1 0 0,2-1 1 0 0,20 67 0 0 0,-24-104-238 0 0,0 0 1 0 0,0 1 0 0 0,-1-1 0 0 0,-1 1 0 0 0,-1-1 0 0 0,0 1-1 0 0,-2 14 1 0 0,-6 14 91 0 0,1-24-178 0 0,3-12 28 0 0,3-5 74 0 0,0 1 3 0 0,-1 0-59 0 0,0 1 0 0 0,0 0 1 0 0,0 0-1 0 0,0-1 0 0 0,-1 1 1 0 0,0-1-1 0 0,1 0 0 0 0,-1 0 0 0 0,-7 5 1 0 0,9-6 101 0 0,-2 0-116 0 0,1-1-1 0 0,-1 1 1 0 0,1-1-1 0 0,-1 0 1 0 0,0 1 0 0 0,0-1-1 0 0,0 0 1 0 0,0 0-1 0 0,-4 0 1 0 0,3 0 17 0 0,1 0-26 0 0,-1 0 1 0 0,1 0 0 0 0,0 0-1 0 0,0-1 1 0 0,0 0 0 0 0,-7 1-1 0 0,-7 0 23 0 0,9 1-10 0 0,-5-1 7 0 0,-15-1-27 0 0,32-1-4 0 0,-1 0 1 0 0,0-1-1 0 0,0 1 0 0 0,0 0 1 0 0,0-1-1 0 0,3-2 1 0 0,6-2 1 0 0,0 1-8 0 0,0 1 0 0 0,0 1 0 0 0,1 0 0 0 0,15-2 0 0 0,12-3 0 0 0,-8 2 0 0 0,36-2 0 0 0,-14 1 0 0 0,-38 5 8 0 0,0 0 0 0 0,0 1 0 0 0,0 1 0 0 0,0 0 0 0 0,0 2 0 0 0,0-1 0 0 0,30 9 0 0 0,-32-4-8 0 0,-14-5-212 0 0,1 0 1 0 0,-1 0-1 0 0,0 0 0 0 0,1-1 0 0 0,-1 1 0 0 0,0 0 1 0 0,0 0-1 0 0,0 0 0 0 0,0 0 0 0 0,0 0 1 0 0,0 0-1 0 0,0 0 0 0 0,0 0 0 0 0,0 0 0 0 0,0 0 1 0 0,-1 0-1 0 0,1 1 0 0 0</inkml:trace>
</inkml:ink>
</file>

<file path=ppt/ink/ink4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4:54.395"/>
    </inkml:context>
    <inkml:brush xml:id="br0">
      <inkml:brushProperty name="width" value="0.1" units="cm"/>
      <inkml:brushProperty name="height" value="0.1" units="cm"/>
      <inkml:brushProperty name="color" value="#E71224"/>
    </inkml:brush>
  </inkml:definitions>
  <inkml:trace contextRef="#ctx0" brushRef="#br0">52 388 4319 0 0,'-36'11'332'0'0,"35"-11"-327"0"0,1 0 0 0 0,0-1 0 0 0,0 1 0 0 0,-1 0 0 0 0,1 0 0 0 0,0 0 0 0 0,0 0 0 0 0,0 0 0 0 0,-1 0 0 0 0,1 0 0 0 0,0 0 0 0 0,0 1-1 0 0,-1-1 1 0 0,1 0 0 0 0,0 0 0 0 0,0 0 0 0 0,-1 0 0 0 0,1 0 0 0 0,0 0 0 0 0,0 0 0 0 0,0 0 0 0 0,-1 1 0 0 0,1-1 0 0 0,0 0 0 0 0,0 0-1 0 0,0 0 1 0 0,0 0 0 0 0,-1 1 0 0 0,1-1 0 0 0,0 0 0 0 0,0 0 0 0 0,0 0 0 0 0,0 1 0 0 0,0-1 0 0 0,0 0 0 0 0,0 0 0 0 0,0 1 0 0 0,-1-1-1 0 0,1 10 423 0 0,0-7 128 0 0,0 0 21 0 0,-1 17 301 0 0,-5 31 4764 0 0,7-53-5223 0 0,4-3-272 0 0,0 0 1 0 0,-1-1-1 0 0,0 1 1 0 0,0-1-1 0 0,-1 0 1 0 0,5-11 0 0 0,12-42 559 0 0,0 1-242 0 0,28-66 18 0 0,13-33-92 0 0,-60 156-387 0 0,0-2 5 0 0,0 0 0 0 0,1-1 1 0 0,0 2-1 0 0,-1-1 0 0 0,1 0 1 0 0,3-3-1 0 0,4-7 75 0 0,-8 13-83 0 0,-1 0 1 0 0,0 0-1 0 0,1 0 1 0 0,-1-1-1 0 0,0 1 1 0 0,1 0-1 0 0,-1 0 1 0 0,1 0-1 0 0,-1 0 1 0 0,0-1-1 0 0,1 1 1 0 0,-1 0-1 0 0,0 0 1 0 0,1 0-1 0 0,-1 0 1 0 0,1 0 0 0 0,-1 0-1 0 0,0 0 1 0 0,1 0-1 0 0,-1 0 1 0 0,1 1-1 0 0,-1-1 1 0 0,0 0-1 0 0,1 0 1 0 0,-1 0-1 0 0,0 0 1 0 0,1 0-1 0 0,-1 1 1 0 0,0-1-1 0 0,1 0 1 0 0,-1 0-1 0 0,0 1 1 0 0,1-1 0 0 0,-1 0-1 0 0,0 0 1 0 0,0 1-1 0 0,1-1 1 0 0,-1 0-1 0 0,0 1 1 0 0,1 0-1 0 0,8 11-106 0 0,-8-11 113 0 0,45 67-79 0 0,-11-16 68 0 0,-26-40 25 0 0,1 1-1 0 0,-2 0 0 0 0,8 17 1 0 0,0 5 19 0 0,29 45 1 0 0,-38-67-94 0 0,-1 2 187 0 0,1-5-74 0 0,-6-10-58 0 0,-1 0 1 0 0,1 1-1 0 0,0-1 0 0 0,0 0 0 0 0,0 0 0 0 0,0 0 1 0 0,0 0-1 0 0,0 0 0 0 0,0-1 0 0 0,0 1 0 0 0,-1 0 0 0 0,1 0 1 0 0,0-1-1 0 0,0 1 0 0 0,0 0 0 0 0,0-1 0 0 0,-1 1 1 0 0,1-1-1 0 0,0 1 0 0 0,0-1 0 0 0,-1 1 0 0 0,1-1 0 0 0,0 1 1 0 0,0-2-1 0 0,20-21 30 0 0,-16 18-27 0 0,-1-1 28 0 0,0 0 0 0 0,0 0 1 0 0,-1 0-1 0 0,0 0 0 0 0,0-1 0 0 0,4-12 0 0 0,-4 10-20 0 0,0 0 0 0 0,1 0 0 0 0,7-11 0 0 0,-4 7 9 0 0,0 0-1 0 0,-1 0 0 0 0,0 0 1 0 0,5-19-1 0 0,12-31-4 0 0,-20 59-17 0 0,-2 2 0 0 0,0 1 0 0 0,-1 0 0 0 0,1-1 0 0 0,0 1 0 0 0,-1 0 0 0 0,1-1 0 0 0,-1 1 0 0 0,1-1 0 0 0,-1 1 0 0 0,0-1 0 0 0,1-1 0 0 0,-1 3 0 0 0,0-1 0 0 0,0 1 0 0 0,0 0 0 0 0,0 0 0 0 0,0 0 0 0 0,0 0 0 0 0,0 0 0 0 0,0-1 0 0 0,0 1 0 0 0,0 0 0 0 0,0 0 0 0 0,0 0 0 0 0,0 0 0 0 0,0 0 0 0 0,0 0 0 0 0,1-1 0 0 0,-1 1 0 0 0,0 0 0 0 0,0 0 0 0 0,0 0 0 0 0,0 0 0 0 0,0 0 0 0 0,0 0 0 0 0,0 0 0 0 0,1 0 0 0 0,-1 0 0 0 0,0-1 0 0 0,0 1 0 0 0,0 0 0 0 0,0 0 0 0 0,0 0 0 0 0,1 0 0 0 0,-1 0 0 0 0,0 0 0 0 0,0 0 0 0 0,0 0 0 0 0,1 0 0 0 0,4 4 0 0 0,6 10 0 0 0,-10-13 0 0 0,78 109 0 0 0,-29-23 11 0 0,-4 3 53 0 0,-39-78-11 0 0,-1 0 1 0 0,0 0-1 0 0,-1 1 0 0 0,7 23 1 0 0,-9-19-44 0 0,1-6-784 0 0</inkml:trace>
</inkml:ink>
</file>

<file path=ppt/ink/ink4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4:55.019"/>
    </inkml:context>
    <inkml:brush xml:id="br0">
      <inkml:brushProperty name="width" value="0.1" units="cm"/>
      <inkml:brushProperty name="height" value="0.1" units="cm"/>
      <inkml:brushProperty name="color" value="#E71224"/>
    </inkml:brush>
  </inkml:definitions>
  <inkml:trace contextRef="#ctx0" brushRef="#br0">0 62 4895 0 0,'0'0'375'0'0,"1"-2"-244"0"0,15-25 1214 0 0,-15 26-610 0 0,0-2 3 0 0,11-25 5645 0 0,-12 29-6348 0 0,0 0 0 0 0,0-1 0 0 0,1 1 1 0 0,-1 0-1 0 0,0 0 0 0 0,0-1 0 0 0,-1 1 0 0 0,1 0 0 0 0,0 0 1 0 0,0 0-1 0 0,0-1 0 0 0,0 1 0 0 0,-1 0 0 0 0,1 0 0 0 0,-1 0 1 0 0,-2 14 332 0 0,4 2-203 0 0,0 0 1 0 0,2 0 0 0 0,0-1 0 0 0,1 0 0 0 0,0 1 0 0 0,1-1-1 0 0,15 29 1 0 0,-14-31-75 0 0,-1 1-1 0 0,0 0 1 0 0,-1 0-1 0 0,5 30 1 0 0,-1 65 431 0 0,3 13 11 0 0,2-43-287 0 0,-12-76-219 0 0,0 0 0 0 0,0-1 0 0 0,0 1 0 0 0,4 7 1 0 0,-4-9 190 0 0,10-2-114 0 0,0 1-89 0 0,-8-1-4 0 0,1 0 0 0 0,0 0 0 0 0,0 0 0 0 0,0-1 0 0 0,0 1 0 0 0,0-1 0 0 0,-1 0 0 0 0,1 0 1 0 0,7-3-1 0 0,60-19 247 0 0,5-9-126 0 0,-69 29-130 0 0,0 1 0 0 0,0 1 0 0 0,1 0 0 0 0,-1 0-1 0 0,10 0 1 0 0,-4 0-1 0 0,-2 2 11 0 0,-9-1 52 0 0,-2 3 12 0 0,2 7-46 0 0,-1-8 34 0 0,-1 0-8 0 0,0 5-35 0 0,0-5 10 0 0</inkml:trace>
</inkml:ink>
</file>

<file path=ppt/ink/ink4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4:55.630"/>
    </inkml:context>
    <inkml:brush xml:id="br0">
      <inkml:brushProperty name="width" value="0.1" units="cm"/>
      <inkml:brushProperty name="height" value="0.1" units="cm"/>
      <inkml:brushProperty name="color" value="#E71224"/>
    </inkml:brush>
  </inkml:definitions>
  <inkml:trace contextRef="#ctx0" brushRef="#br0">41 185 4319 0 0,'0'0'1379'0'0,"-2"2"-870"0"0,1-1-382 0 0,1 1-1 0 0,-1-1 0 0 0,0 0 0 0 0,0 0 0 0 0,0 0 0 0 0,0 0 0 0 0,0 0 0 0 0,0 0 1 0 0,0 0-1 0 0,0 0 0 0 0,0-1 0 0 0,-1 1 0 0 0,1 0 0 0 0,0 0 0 0 0,0-1 1 0 0,-1 1-1 0 0,1-1 0 0 0,0 0 0 0 0,-1 1 0 0 0,1-1 0 0 0,-1 0 0 0 0,1 0 0 0 0,0 0 1 0 0,-1 0-1 0 0,1 0 0 0 0,-1 0 0 0 0,1 0 0 0 0,-1 0 0 0 0,-1-1 0 0 0,2 1 226 0 0,1-3-16 0 0,2-4-235 0 0,0 0 0 0 0,0 0 0 0 0,1 1 0 0 0,0-1 0 0 0,0 1 0 0 0,0 0 0 0 0,1 0 0 0 0,0 0 0 0 0,0 0 0 0 0,6-6 0 0 0,6-6 209 0 0,32-27 0 0 0,-39 37-197 0 0,1 1 0 0 0,0 1 1 0 0,0 0-1 0 0,1 0 0 0 0,-1 1 0 0 0,15-4 1 0 0,-17 6-52 0 0,0 0 1 0 0,0 1 0 0 0,0 0 0 0 0,1 0-1 0 0,-1 1 1 0 0,1 1 0 0 0,-1-1 0 0 0,17 2-1 0 0,-22 0-36 0 0,-1 0-1 0 0,1 0 1 0 0,-1 0-1 0 0,1 1 1 0 0,-1-1 0 0 0,0 1-1 0 0,1-1 1 0 0,-1 1-1 0 0,0 0 1 0 0,0 0-1 0 0,0 0 1 0 0,2 4-1 0 0,-1-2-1 0 0,0 0 0 0 0,-1 0 0 0 0,1 0-1 0 0,-1 0 1 0 0,0 1 0 0 0,-1-1 0 0 0,1 1-1 0 0,-1 0 1 0 0,0-1 0 0 0,0 1 0 0 0,0 0 0 0 0,0 0-1 0 0,-1-1 1 0 0,0 9 0 0 0,-1 4 91 0 0,-2 0 0 0 0,-6 29-1 0 0,6-31-99 0 0,-20 82 52 0 0,-1-24 142 0 0,15-44 63 0 0,8-27-198 0 0,1 1 11 0 0,0-1-60 0 0,3 19 89 0 0,-3-20-108 0 0,0-1 0 0 0,0 1 1 0 0,1 0-1 0 0,-1-1 1 0 0,0 1-1 0 0,1 0 1 0 0,-1-1-1 0 0,1 1 0 0 0,-1-1 1 0 0,1 1-1 0 0,-1-1 1 0 0,1 1-1 0 0,-1-1 1 0 0,1 1-1 0 0,0-1 0 0 0,-1 1 1 0 0,1-1-1 0 0,0 0 1 0 0,-1 1-1 0 0,2-1 1 0 0,0 2 14 0 0,2 0 0 0 0,0 0 1 0 0,-1 0-1 0 0,1-1 1 0 0,0 1 0 0 0,0-1-1 0 0,1 0 1 0 0,-1 0-1 0 0,0 0 1 0 0,0 0 0 0 0,0-1-1 0 0,1 0 1 0 0,7 0-1 0 0,8 1 65 0 0,14-3 57 0 0,-28 1-107 0 0,1 1-1 0 0,-1-1 1 0 0,1 1-1 0 0,7 1 0 0 0,-10 0-3 0 0,0-1 0 0 0,1 1 0 0 0,-1-1 0 0 0,7-1 0 0 0,-8 0 112 0 0,-3 1-142 0 0,0 1-1 0 0,0-1 1 0 0,0 0-1 0 0,0 0 1 0 0,0 0-1 0 0,0 0 1 0 0,0 0-1 0 0,0 0 1 0 0,0 0-1 0 0,0 0 1 0 0,0 0-1 0 0,0 0 1 0 0,0 0-1 0 0,0 0 1 0 0,0 0-1 0 0,0 1 1 0 0,0-1-1 0 0,0 0 1 0 0,0 0-1 0 0,0 0 1 0 0,0 0-1 0 0,0 0 1 0 0,0 0-1 0 0,0 0 1 0 0,0 0-1 0 0,1 0 1 0 0,-1 0-1 0 0,0 0 1 0 0,0 0-1 0 0,0 0 1 0 0,0 0-1 0 0,0 0 1 0 0,0 0-1 0 0,0 0 1 0 0,0 0-1 0 0,0 0 1 0 0,0 0-1 0 0,0 0 1 0 0,0 0-1 0 0,0 0 1 0 0,1 0-1 0 0,-1 0 1 0 0,0 0-1 0 0,0 0 1 0 0,0 0-1 0 0,0 0 1 0 0,0 0-1 0 0,0 0 1 0 0,0 0-1 0 0,0 0 1 0 0,0 0-1 0 0,0 0 1 0 0,0 0-1 0 0,0 0 1 0 0,0 0-1 0 0,0 0 1 0 0,0 0-1 0 0,1 0 1 0 0,-1-1-1 0 0,6 1 9 0 0,-6 1-1 0 0,1-1 0 0 0,-1 1 1 0 0,1 0-1 0 0,-1-1 0 0 0,1 1 0 0 0,-1-1 1 0 0,1 1-1 0 0,-1 0 0 0 0,0-1 1 0 0,0 1-1 0 0,1 0 0 0 0,-1 0 0 0 0,0-1 1 0 0,0 1-1 0 0,0 0 0 0 0,1 1 1 0 0,-1-2-112 0 0,0 1 1 0 0,0 0-1 0 0,0-1 1 0 0,1 1-1 0 0,-1 0 1 0 0,0-1-1 0 0,1 1 1 0 0,-1 0 0 0 0,1-1-1 0 0,-1 1 1 0 0,1-1-1 0 0,-1 1 1 0 0,1-1-1 0 0,-1 1 1 0 0,1-1-1 0 0,-1 1 1 0 0,1-1 0 0 0,0 0-1 0 0,-1 1 1 0 0,1-1-1 0 0,0 0 1 0 0,-1 1-1 0 0,1-1 1 0 0,0 0-1 0 0,-1 0 1 0 0,1 0 0 0 0,0 1-1 0 0,0-1 1 0 0,-1 0-1 0 0,1 0 1 0 0,0 0-1 0 0,-1 0 1 0 0,1 0-1 0 0,1-1 1 0 0,2 1-1194 0 0,15 2-3957 0 0</inkml:trace>
</inkml:ink>
</file>

<file path=ppt/ink/ink4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4:56.945"/>
    </inkml:context>
    <inkml:brush xml:id="br0">
      <inkml:brushProperty name="width" value="0.1" units="cm"/>
      <inkml:brushProperty name="height" value="0.1" units="cm"/>
      <inkml:brushProperty name="color" value="#E71224"/>
    </inkml:brush>
  </inkml:definitions>
  <inkml:trace contextRef="#ctx0" brushRef="#br0">67 618 4111 0 0,'-55'-8'319'0'0,"44"6"3226"0"0,12 0-3114 0 0,5-4-38 0 0,-1-1 0 0 0,-1 0 1 0 0,1 0-1 0 0,-1-1 0 0 0,-1 1 0 0 0,1-1 1 0 0,2-8-1 0 0,-1 3 233 0 0,13-24 1 0 0,32-47 573 0 0,42-75-64 0 0,-74 125-950 0 0,-4 4-10 0 0,13-19 67 0 0,-14 17-164 0 0,-10 26 17 0 0,0 0 1 0 0,1 0 0 0 0,-1 1 0 0 0,1-1 0 0 0,8-8 0 0 0,-11 13 64 0 0,2 1-94 0 0,2 2-56 0 0,-1 1 1 0 0,0-1-1 0 0,1 1 0 0 0,-1 0 1 0 0,0 0-1 0 0,0 0 0 0 0,0 0 0 0 0,-1 1 1 0 0,1-1-1 0 0,-1 1 0 0 0,3 4 1 0 0,3 5-4 0 0,-1-1 0 0 0,12 25 0 0 0,1 4 180 0 0,44 65 0 0 0,-62-101-181 0 0,0 1 0 0 0,0-1 0 0 0,0 1 0 0 0,2 7 0 0 0,-3-6-3 0 0,0-1 1 0 0,1 0 0 0 0,6 11-1 0 0,3 6 7 0 0,-11-21 290 0 0,1-2-241 0 0,9-2-48 0 0,-8 0 3 0 0,1 0-1 0 0,-1 0 1 0 0,0 0 0 0 0,1 0-1 0 0,-1-1 1 0 0,0 0-1 0 0,0 0 1 0 0,-1 0 0 0 0,1 0-1 0 0,-1 0 1 0 0,3-4-1 0 0,22-41 253 0 0,-26 46-269 0 0,7-16 11 0 0,-1 0 0 0 0,6-27 0 0 0,-8 25 61 0 0,16-36 0 0 0,-17 46-27 0 0,4-8 1 0 0,0 0 0 0 0,2 0 1 0 0,0 1-1 0 0,1 0 0 0 0,0 1 1 0 0,18-19-1 0 0,-20 27-44 0 0,-9 7 0 0 0,1 1 0 0 0,0 0 0 0 0,0-1 0 0 0,-1 1 0 0 0,1 0 0 0 0,0 0 0 0 0,0-1 0 0 0,0 1 0 0 0,0 0 0 0 0,-1 0 0 0 0,1 0 0 0 0,2 0 0 0 0,10 4 0 0 0,-6-1 0 0 0,-1 1 0 0 0,1 0 0 0 0,-1 0 0 0 0,1 1 0 0 0,-1-1 0 0 0,0 1 0 0 0,-1 1 0 0 0,8 8 0 0 0,0-1 0 0 0,0 2 2 0 0,18 24-1 0 0,-7-7 50 0 0,-15-20-47 0 0,-1 0 0 0 0,14 27 0 0 0,-7-10-6 0 0,-8-14 25 0 0,0 0 1 0 0,-1 1-1 0 0,0 0 0 0 0,-2 0 0 0 0,0 1 0 0 0,0-1 1 0 0,-2 1-1 0 0,0 0 0 0 0,-1 24 0 0 0,-3 20 132 0 0,2-59-959 0 0</inkml:trace>
</inkml:ink>
</file>

<file path=ppt/ink/ink4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4:57.337"/>
    </inkml:context>
    <inkml:brush xml:id="br0">
      <inkml:brushProperty name="width" value="0.1" units="cm"/>
      <inkml:brushProperty name="height" value="0.1" units="cm"/>
      <inkml:brushProperty name="color" value="#E71224"/>
    </inkml:brush>
  </inkml:definitions>
  <inkml:trace contextRef="#ctx0" brushRef="#br0">1 1 5671 0 0,'0'0'1852'0'0,"2"2"-1160"0"0,4 6-4 0 0,-4-6-33 0 0,-1 1-14 0 0,1 0-481 0 0,0 0-1 0 0,-1 1 0 0 0,0-1 1 0 0,0 1-1 0 0,0-1 0 0 0,0 1 1 0 0,-1 0-1 0 0,1 0 0 0 0,-1 3 1 0 0,-2 41 1052 0 0,1-16-734 0 0,11 119 822 0 0,-7-130-1150 0 0,-2 11 260 0 0,-3 50 0 0 0,0-21-310 0 0,2-58-8 0 0,0-1 10 0 0,0 6 50 0 0</inkml:trace>
</inkml:ink>
</file>

<file path=ppt/ink/ink4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4:57.979"/>
    </inkml:context>
    <inkml:brush xml:id="br0">
      <inkml:brushProperty name="width" value="0.1" units="cm"/>
      <inkml:brushProperty name="height" value="0.1" units="cm"/>
      <inkml:brushProperty name="color" value="#E71224"/>
    </inkml:brush>
  </inkml:definitions>
  <inkml:trace contextRef="#ctx0" brushRef="#br0">17 195 2615 0 0,'0'0'2978'0'0,"-7"-6"-1582"0"0,6 4-1322 0 0,0 1 1 0 0,0-1-1 0 0,0 0 1 0 0,0 0-1 0 0,0 0 1 0 0,0 1 0 0 0,1-1-1 0 0,-1 0 1 0 0,1 0-1 0 0,-1 0 1 0 0,1 0-1 0 0,0 0 1 0 0,0 0-1 0 0,0 0 1 0 0,0 0 0 0 0,0-4-1 0 0,1 1 101 0 0,0-1 0 0 0,0 1-1 0 0,0-1 1 0 0,4-9 0 0 0,-3 12-71 0 0,0-1-1 0 0,1 0 1 0 0,-1 1-1 0 0,1-1 1 0 0,0 1-1 0 0,0 0 1 0 0,0-1-1 0 0,5-2 1 0 0,6-8 204 0 0,-8 9-218 0 0,-1 0-1 0 0,1 0 1 0 0,0 0 0 0 0,0 1 0 0 0,0 0-1 0 0,1 0 1 0 0,0 1 0 0 0,13-5 0 0 0,-1 1 238 0 0,41-7 0 0 0,-54 13-241 0 0,1 0 0 0 0,-1 0 0 0 0,1 0 0 0 0,-1 1 0 0 0,1 0 0 0 0,-1 1 0 0 0,1-1 0 0 0,-1 1 0 0 0,1 1 0 0 0,-1-1-1 0 0,1 1 1 0 0,-1 0 0 0 0,7 3 0 0 0,-4 0 1 0 0,-1 1-1 0 0,1 0 0 0 0,-1 0 1 0 0,0 1-1 0 0,-1 0 0 0 0,1 0 1 0 0,-2 0-1 0 0,1 1 0 0 0,9 14 1 0 0,-9-8-23 0 0,-6-10-50 0 0,0 1 0 0 0,0-1 0 0 0,-1 0 0 0 0,0 1 0 0 0,1-1 1 0 0,-1 1-1 0 0,-2 7 0 0 0,-6 33 150 0 0,7-40-138 0 0,-1 1-2 0 0,0 0-1 0 0,-1 0 0 0 0,1-1 0 0 0,-1 1 1 0 0,0-1-1 0 0,0 1 0 0 0,-1-1 0 0 0,0 0 1 0 0,0 0-1 0 0,0-1 0 0 0,0 1 0 0 0,-1-1 1 0 0,0 0-1 0 0,0 0 0 0 0,0 0 1 0 0,0-1-1 0 0,0 0 0 0 0,-1 0 0 0 0,-7 3 1 0 0,-12 6 40 0 0,18-8-63 0 0,1-1 1 0 0,-1 0-1 0 0,1 0 1 0 0,-14 2-1 0 0,-10 5 51 0 0,24-8-53 0 0,0 0 0 0 0,0 0 0 0 0,0 0 0 0 0,-11 1 0 0 0,12-3 0 0 0,2 1 0 0 0,-20 7 0 0 0,3-4 244 0 0,16-4-76 0 0,13-3-92 0 0,-1 2-76 0 0,0-1 0 0 0,-1 0 0 0 0,1 1 0 0 0,0 0 0 0 0,0 1 0 0 0,0 0 0 0 0,0 0 0 0 0,8 1 0 0 0,11 1 0 0 0,-1-4 0 0 0,-23 3 0 0 0,1-1 0 0 0,-1 1 0 0 0,0 0 0 0 0,0-1 0 0 0,0 2 0 0 0,-1-1 0 0 0,4 2 0 0 0,14 4 0 0 0,-1-1 86 0 0,26 11 0 0 0,-36-14-66 0 0,-2 1 11 0 0,0 0 0 0 0,0 1 0 0 0,0-1 0 0 0,0 1 0 0 0,-1 1 0 0 0,0-1 0 0 0,0 1 1 0 0,0 0-1 0 0,8 13 0 0 0,-4-7 117 0 0,17 16 1 0 0,16 21 251 0 0,-42-47-378 0 0,1-1 0 0 0,0 2 0 0 0,-1-1 0 0 0,1 0 0 0 0,-1 0 0 0 0,0 0 0 0 0,0 1 0 0 0,1 3 0 0 0,0-3 1 0 0,-1 0 0 0 0,1 0 0 0 0,-1 0 0 0 0,1 0 1 0 0,0 0-1 0 0,0 0 0 0 0,0 0 0 0 0,1 0 1 0 0,-1-1-1 0 0,1 1 0 0 0,-1-1 0 0 0,1 0 1 0 0,5 4-1 0 0,-3-2-17 0 0,-1-1 0 0 0,1 0 1 0 0,0 0-1 0 0,0 0 0 0 0,0 0 0 0 0,1-1 0 0 0,-1 0 1 0 0,0 0-1 0 0,1-1 0 0 0,0 1 0 0 0,-1-1 1 0 0,1 0-1 0 0,0-1 0 0 0,5 1 0 0 0,1-2-1072 0 0,1 0-1 0 0,-1-1 1 0 0,21-5 0 0 0,-30 6 599 0 0,13-2-4889 0 0</inkml:trace>
</inkml:ink>
</file>

<file path=ppt/ink/ink4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4:58.585"/>
    </inkml:context>
    <inkml:brush xml:id="br0">
      <inkml:brushProperty name="width" value="0.1" units="cm"/>
      <inkml:brushProperty name="height" value="0.1" units="cm"/>
      <inkml:brushProperty name="color" value="#E71224"/>
    </inkml:brush>
  </inkml:definitions>
  <inkml:trace contextRef="#ctx0" brushRef="#br0">92 128 2615 0 0,'-1'3'194'0'0,"-5"6"296"0"0,1-1-1 0 0,-1 0 1 0 0,-1 0 0 0 0,0 0 0 0 0,-14 13-1 0 0,11-13 295 0 0,-8 3 1326 0 0,15-11-1766 0 0,3 0-323 0 0,0 0 0 0 0,0 0-1 0 0,-1 1 1 0 0,1-1 0 0 0,0 0 0 0 0,0 0 0 0 0,-1 0 0 0 0,1 0 0 0 0,0 0-1 0 0,0 0 1 0 0,-1 0 0 0 0,1 0 0 0 0,0 0 0 0 0,0 0 0 0 0,-1 0 0 0 0,1 0-1 0 0,0-1 1 0 0,0 1 0 0 0,-1 0 0 0 0,1 0 0 0 0,0 0 0 0 0,0 0 0 0 0,-1 0-1 0 0,1 0 1 0 0,0-1 0 0 0,0 1 0 0 0,0 0 0 0 0,-1 0 0 0 0,1 0-1 0 0,0-1 1 0 0,0-6 86 0 0,1 0 0 0 0,0 0 0 0 0,1 1 0 0 0,-1-1-1 0 0,1 0 1 0 0,0 1 0 0 0,1-1 0 0 0,0 1-1 0 0,0 0 1 0 0,0 0 0 0 0,7-8 0 0 0,0-1 97 0 0,1 1 0 0 0,1 1 0 0 0,18-17 0 0 0,-25 25-129 0 0,0 0 1 0 0,1 1-1 0 0,-1 0 1 0 0,1 0 0 0 0,0 0-1 0 0,0 0 1 0 0,0 1-1 0 0,1 0 1 0 0,-1 0 0 0 0,1 1-1 0 0,-1 0 1 0 0,10-2-1 0 0,4 2 93 0 0,-16 1-151 0 0,0 0 0 0 0,0 1 0 0 0,0-1 0 0 0,1 1 0 0 0,-1 0 0 0 0,0 1 0 0 0,0-1-1 0 0,8 2 1 0 0,-8 0 40 0 0,0-1 1 0 0,0 1-1 0 0,0 0 0 0 0,-1 0 0 0 0,1 0 0 0 0,-1 1 0 0 0,1-1 0 0 0,-1 1 0 0 0,0 0 0 0 0,0 0 1 0 0,0 0-1 0 0,0 0 0 0 0,-1 0 0 0 0,1 1 0 0 0,-1-1 0 0 0,0 1 0 0 0,2 5 0 0 0,-3-7-39 0 0,0 1-1 0 0,0 0 1 0 0,0-1-1 0 0,-1 1 1 0 0,1 0 0 0 0,-1 0-1 0 0,0 0 1 0 0,0-1-1 0 0,0 1 1 0 0,0 0-1 0 0,-1 3 1 0 0,1 2 10 0 0,-1 3-6 0 0,-1-1 1 0 0,0 1-1 0 0,0 0 1 0 0,-1-1-1 0 0,0 0 0 0 0,-1 0 1 0 0,-6 14-1 0 0,-5 3 199 0 0,-23 31 0 0 0,14-21 59 0 0,-26 54 375 0 0,28-50-331 0 0,17-32-253 0 0,3-6-33 0 0,0 0 0 0 0,0 0 0 0 0,1 0 1 0 0,-1 0-1 0 0,1 0 0 0 0,0 0 1 0 0,0 0-1 0 0,0 1 0 0 0,-1 5 0 0 0,2-8-34 0 0,1-1-1 0 0,-1 1 0 0 0,0 0 1 0 0,0-1-1 0 0,0 1 0 0 0,1-1 1 0 0,-1 1-1 0 0,0 0 1 0 0,1-1-1 0 0,-1 1 0 0 0,1-1 1 0 0,-1 1-1 0 0,0-1 0 0 0,1 1 1 0 0,-1-1-1 0 0,1 0 0 0 0,0 1 1 0 0,-1-1-1 0 0,1 1 1 0 0,0-1-1 0 0,0 1-2 0 0,3 3 19 0 0,1 0 0 0 0,-1-1 0 0 0,0 0 0 0 0,1 0 0 0 0,7 4 0 0 0,-9-6-4 0 0,0 0 0 0 0,1 0 0 0 0,-1 0 0 0 0,0-1 0 0 0,1 1 0 0 0,-1-1 0 0 0,1 0 0 0 0,-1 0 0 0 0,7-1 0 0 0,155-22 136 0 0,-133 17-152 0 0,15-4 64 0 0,-42 8 196 0 0,0 0-1013 0 0</inkml:trace>
</inkml:ink>
</file>

<file path=ppt/ink/ink4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5:00.283"/>
    </inkml:context>
    <inkml:brush xml:id="br0">
      <inkml:brushProperty name="width" value="0.1" units="cm"/>
      <inkml:brushProperty name="height" value="0.1" units="cm"/>
      <inkml:brushProperty name="color" value="#E71224"/>
    </inkml:brush>
  </inkml:definitions>
  <inkml:trace contextRef="#ctx0" brushRef="#br0">1 387 5095 0 0,'0'0'390'0'0,"2"0"-252"0"0,8-2-31 0 0,-7 1 362 0 0,-3 1-440 0 0,0 0-1 0 0,0 0 1 0 0,1 0-1 0 0,-1 0 1 0 0,0 0 0 0 0,0 0-1 0 0,0 0 1 0 0,0 0-1 0 0,1 0 1 0 0,-1 0-1 0 0,0 0 1 0 0,0 0-1 0 0,0 0 1 0 0,0 0-1 0 0,0 0 1 0 0,1 0-1 0 0,-1 0 1 0 0,0 0-1 0 0,0 0 1 0 0,0-1-1 0 0,0 1 1 0 0,0 0-1 0 0,0 0 1 0 0,1 0-1 0 0,-1 0 1 0 0,0 0 0 0 0,0-1-1 0 0,0 1 1 0 0,0 0-1 0 0,0 0 1 0 0,0 0-1 0 0,0-1 1 0 0,0 1-1 0 0,0 0 1 0 0,1 0 0 0 0,-1-1-1 0 0,0 1 1 0 0,0 0 0 0 0,0 0-1 0 0,0-1 1 0 0,1 1 0 0 0,-1 0-1 0 0,0 0 1 0 0,0 0 0 0 0,0-1-1 0 0,1 1 1 0 0,-1 0 0 0 0,0 0-1 0 0,0 0 1 0 0,0 0 0 0 0,1 0-1 0 0,-1-1 1 0 0,0 1 0 0 0,1 0-1 0 0,-1 0 1 0 0,0 0 0 0 0,0 0-1 0 0,1 0 1 0 0,-1 0 0 0 0,0 0-1 0 0,0 0 1 0 0,1 0 0 0 0,-1 0-1 0 0,0 0 1 0 0,1 0 0 0 0,-1 0-1 0 0,1 0 45 0 0,0 1-1 0 0,0-1 0 0 0,0 0 0 0 0,0 0 0 0 0,0 0 1 0 0,0 0-1 0 0,0-1 0 0 0,0 1 0 0 0,0 0 1 0 0,0 0-1 0 0,0 0 0 0 0,0-1 0 0 0,0 1 0 0 0,0-1 1 0 0,0 1-1 0 0,0 0 0 0 0,1-2 0 0 0,-1 2-44 0 0,-1 0-1 0 0,1 0 0 0 0,-1-1 1 0 0,1 1-1 0 0,11 8 5124 0 0,-9 10-4836 0 0,1 1 0 0 0,8 25-1 0 0,-11-42-186 0 0,-1-1-109 0 0,0 0-1 0 0,1 0 1 0 0,-1 0-1 0 0,0 0 1 0 0,1 0 0 0 0,-1 0-1 0 0,1 0 1 0 0,-1 0-1 0 0,1 0 1 0 0,-1 0-1 0 0,2 1 1 0 0,6 10 174 0 0,-4-2-117 0 0,0 0 0 0 0,-1-1 0 0 0,0 1-1 0 0,-1 0 1 0 0,0 1 0 0 0,2 19 0 0 0,-5-18-42 0 0,1 0-1 0 0,-2 0 1 0 0,1-1 0 0 0,-2 1-1 0 0,1-1 1 0 0,-6 14 0 0 0,-3 13 7 0 0,-6 20 35 0 0,16-49-17 0 0,1-8 70 0 0,-13-29 149 0 0,10-1-256 0 0,1 1 1 0 0,1-1-1 0 0,2 0 0 0 0,1 1 1 0 0,1-1-1 0 0,8-34 1 0 0,-2 22 135 0 0,4-28 25 0 0,-6 8 18 0 0,10-99 192 0 0,-10 87-99 0 0,1 10-203 0 0,-6 54-36 0 0,-2 7 83 0 0,2 3-58 0 0,15 7 31 0 0,-13-3-93 0 0,-2-1 1 0 0,6 7-2 0 0,0 0-1 0 0,-1 1 1 0 0,0 0 0 0 0,6 14-1 0 0,17 55-15 0 0,-13-35 59 0 0,-8-19-32 0 0,-1-1 0 0 0,-1 2 0 0 0,-1-1 0 0 0,-2 0 0 0 0,2 37 0 0 0,-5-54-22 0 0,0 25 32 0 0,1-1 1 0 0,2 0 0 0 0,16 61-1 0 0,-10-59-38 0 0,-6-21 0 0 0,0-1 0 0 0,1 1 0 0 0,0-1 0 0 0,1-1 0 0 0,9 16 0 0 0,-12-24-2 0 0,12 17 15 0 0,1-3 51 0 0,-15-19-58 0 0,0-1 1 0 0,0 1-1 0 0,-1 0 1 0 0,1-1-1 0 0,0 1 0 0 0,0-1 1 0 0,-1 1-1 0 0,1-1 1 0 0,0 1-1 0 0,-1-1 0 0 0,1 1 1 0 0,-1-1-1 0 0,1 0 1 0 0,-1 1-1 0 0,2-2 0 0 0,-2 1-1 0 0,5-6 3 0 0,0-1 1 0 0,0 0 0 0 0,0 0 0 0 0,-1 0 0 0 0,5-14 0 0 0,10-47 147 0 0,0 3-51 0 0,9-35-16 0 0,-18 61-45 0 0,16-41-1 0 0,-12 39-58 0 0,-1 0 1 0 0,8-53-1 0 0,-15 67 6 0 0,29-107-2 0 0,-10 67 107 0 0,-23 66-32 0 0,3-1-64 0 0,-5 3-4 0 0,1 0-1 0 0,0 0 1 0 0,-1 0 0 0 0,1 0-1 0 0,0 1 1 0 0,-1-1-1 0 0,1 0 1 0 0,-1 0-1 0 0,1 1 1 0 0,-1-1 0 0 0,1 1-1 0 0,0-1 1 0 0,-1 0-1 0 0,1 1 1 0 0,-1-1 0 0 0,0 1-1 0 0,1-1 1 0 0,0 2-1 0 0,-1-2-4 0 0,12 14-14 0 0,-1-1 0 0 0,17 29 0 0 0,3 3 25 0 0,-9-17-2 0 0,45 61 0 0 0,-45-53 0 0 0,-1 0 0 0 0,-2 1 0 0 0,-2 2 0 0 0,18 52 0 0 0,-10 7 80 0 0,-18-65-32 0 0,15 42 0 0 0,-16-58-37 0 0,-4-9 2 0 0,1 0 0 0 0,1 0 1 0 0,7 13-1 0 0,-3-11-13 0 0,-7-10 0 0 0,-1 1 0 0 0,1-1 0 0 0,0 0 0 0 0,0 1 0 0 0,0-1 0 0 0,-1 1 0 0 0,1-1 0 0 0,0 0 0 0 0,0 0 0 0 0,0 0 0 0 0,0 1 0 0 0,1-1 0 0 0,-1 0-414 0 0,6-1 895 0 0</inkml:trace>
</inkml:ink>
</file>

<file path=ppt/ink/ink4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5:01.058"/>
    </inkml:context>
    <inkml:brush xml:id="br0">
      <inkml:brushProperty name="width" value="0.1" units="cm"/>
      <inkml:brushProperty name="height" value="0.1" units="cm"/>
      <inkml:brushProperty name="color" value="#E71224"/>
    </inkml:brush>
  </inkml:definitions>
  <inkml:trace contextRef="#ctx0" brushRef="#br0">0 1 4031 0 0,'0'0'6768'0'0,"1"3"-5930"0"0,18 68 746 0 0,-1-2-751 0 0,13 86 0 0 0,-27-107-619 0 0,-2 0 0 0 0,-3 0 0 0 0,-10 83 0 0 0,6-106-169 0 0,-1-1 0 0 0,-17 42 0 0 0,21-60-34 0 0,-4 5 477 0 0,3-7-1497 0 0</inkml:trace>
</inkml:ink>
</file>

<file path=ppt/ink/ink4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5:01.677"/>
    </inkml:context>
    <inkml:brush xml:id="br0">
      <inkml:brushProperty name="width" value="0.1" units="cm"/>
      <inkml:brushProperty name="height" value="0.1" units="cm"/>
      <inkml:brushProperty name="color" value="#E71224"/>
    </inkml:brush>
  </inkml:definitions>
  <inkml:trace contextRef="#ctx0" brushRef="#br0">140 275 2879 0 0,'-2'1'296'0'0,"-7"-1"95"0"0,1 0-1 0 0,0 0 0 0 0,0-1 0 0 0,0 1 0 0 0,0-2 1 0 0,0 1-1 0 0,1-1 0 0 0,-1-1 0 0 0,0 1 0 0 0,1-1 0 0 0,-1 0 1 0 0,1-1-1 0 0,-12-8 0 0 0,18 11-302 0 0,-1 0 1 0 0,1 0-1 0 0,0-1 1 0 0,-1 1-1 0 0,1-1 1 0 0,0 1-1 0 0,0-1 1 0 0,0 1-1 0 0,0-1 0 0 0,1 0 1 0 0,-1 1-1 0 0,0-1 1 0 0,1 0-1 0 0,-1 0 1 0 0,1 0-1 0 0,0 1 0 0 0,-1-3 1 0 0,0 0 120 0 0,1 3-173 0 0,0 0 0 0 0,0 0 0 0 0,0 1 0 0 0,0-1 0 0 0,0 0 0 0 0,0 1 1 0 0,0-1-1 0 0,1 0 0 0 0,-1 1 0 0 0,0-1 0 0 0,0 1 0 0 0,0-1 0 0 0,1 0 0 0 0,-1 1 0 0 0,0-1 0 0 0,1 0 0 0 0,0 0 0 0 0,1-3 70 0 0,6-9 42 0 0,1 0 0 0 0,0 0 1 0 0,0 1-1 0 0,2 0 0 0 0,-1 0 0 0 0,15-11 0 0 0,-13 13-38 0 0,1 0-1 0 0,0 1 1 0 0,0 0-1 0 0,1 1 0 0 0,0 1 1 0 0,1 0-1 0 0,-1 1 0 0 0,31-9 1 0 0,-31 12-22 0 0,0 0 0 0 0,0 0 0 0 0,0 2 0 0 0,0-1 0 0 0,1 2 0 0 0,-1 0-1 0 0,0 1 1 0 0,1 0 0 0 0,-1 1 0 0 0,15 4 0 0 0,-16-2-27 0 0,-1 1 0 0 0,0 0-1 0 0,0 1 1 0 0,0 0 0 0 0,-1 1-1 0 0,0 0 1 0 0,-1 0 0 0 0,1 2-1 0 0,-1-1 1 0 0,-1 1 0 0 0,14 16-1 0 0,-13-11-26 0 0,-1 0-1 0 0,0 0 0 0 0,-1 1 1 0 0,10 25-1 0 0,-16-35-21 0 0,-1 1 0 0 0,0 0 0 0 0,0-1 0 0 0,-1 1 0 0 0,1-1 1 0 0,-1 1-1 0 0,0 0 0 0 0,-1-1 0 0 0,1 1 0 0 0,-1 0 0 0 0,0-1 0 0 0,-1 1 0 0 0,1-1 0 0 0,-1 1 0 0 0,-5 9 0 0 0,1-3 30 0 0,-1 1-1 0 0,0-1 0 0 0,-1 0 1 0 0,0-1-1 0 0,-13 14 0 0 0,8-13 4 0 0,1 0-1 0 0,-2-1 0 0 0,0-1 0 0 0,0 0 1 0 0,0-1-1 0 0,-22 10 0 0 0,-100 35 230 0 0,116-48-248 0 0,-2-1 0 0 0,-36 4 0 0 0,50-8-20 0 0,-16 1 54 0 0,19-2-61 0 0,1-2 2 0 0,-18-3 10 0 0,20 5 42 0 0,11-8 11 0 0,-7 6-59 0 0,0 0 0 0 0,1 1-1 0 0,-1 0 1 0 0,0-1 0 0 0,1 1 0 0 0,-1 0-1 0 0,1 0 1 0 0,0 0 0 0 0,-1 1 0 0 0,1-1-1 0 0,0 1 1 0 0,3-1 0 0 0,37 2 164 0 0,-28 0-136 0 0,-3 0-12 0 0,0 1-1 0 0,22 6 1 0 0,1 0-11 0 0,-17-5-10 0 0,0 1 0 0 0,-1 1 0 0 0,30 12 0 0 0,3 2 0 0 0,-26-11 0 0 0,24 13 0 0 0,-12-1 110 0 0,57 44-1 0 0,-45-19 171 0 0,-39-42-3638 0 0</inkml:trace>
</inkml:ink>
</file>

<file path=ppt/ink/ink4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5:02.443"/>
    </inkml:context>
    <inkml:brush xml:id="br0">
      <inkml:brushProperty name="width" value="0.1" units="cm"/>
      <inkml:brushProperty name="height" value="0.1" units="cm"/>
      <inkml:brushProperty name="color" value="#E71224"/>
    </inkml:brush>
  </inkml:definitions>
  <inkml:trace contextRef="#ctx0" brushRef="#br0">13 186 2415 0 0,'0'0'962'0'0,"-1"3"-145"0"0,-11 17 3051 0 0,14-20-3699 0 0,3 0-80 0 0,0-1-1 0 0,-1 0 0 0 0,1 0 0 0 0,0-1 1 0 0,-1 1-1 0 0,1-1 0 0 0,-1 0 1 0 0,1-1-1 0 0,-1 1 0 0 0,0-1 0 0 0,0 1 1 0 0,0-1-1 0 0,0-1 0 0 0,-1 1 0 0 0,1 0 1 0 0,3-6-1 0 0,6-6 449 0 0,-1 0 0 0 0,17-29 0 0 0,-25 37-210 0 0,0 1 1 0 0,-1-1-1 0 0,1 0 0 0 0,-2 0 0 0 0,1 0 0 0 0,-1 0 0 0 0,0-1 1 0 0,0 1-1 0 0,-1-1 0 0 0,1-14 0 0 0,-2 23-324 0 0,0-1 0 0 0,0 0 0 0 0,0 0-1 0 0,0 0 1 0 0,0 0 0 0 0,0 0 0 0 0,0 0 0 0 0,0 1 0 0 0,0-1 0 0 0,0 0-1 0 0,0 0 1 0 0,0 0 0 0 0,0 0 0 0 0,0 1 0 0 0,0-1 0 0 0,0 0 0 0 0,0 0 0 0 0,0 0-1 0 0,0 0 1 0 0,0 0 0 0 0,0 1 0 0 0,0-1 0 0 0,0 0 0 0 0,0 0 0 0 0,0 0-1 0 0,0 0 1 0 0,0 0 0 0 0,0 0 0 0 0,-1 1 0 0 0,1-1 0 0 0,0 0 0 0 0,0 0-1 0 0,0 0 1 0 0,0 0 0 0 0,0 0 0 0 0,0 0 0 0 0,0 0 0 0 0,-1 0 0 0 0,1 0 0 0 0,0 0-1 0 0,0 0 1 0 0,0 1 0 0 0,0-1 0 0 0,-1 0 0 0 0,-4 3 14 0 0,-5 16 88 0 0,4 0-39 0 0,1 0 1 0 0,0 1-1 0 0,2 0 1 0 0,0 0-1 0 0,1 0 1 0 0,1 25-1 0 0,2-11 139 0 0,3 0-1 0 0,13 65 0 0 0,6-10 212 0 0,-19-75-319 0 0,3 26 1 0 0,0 3 19 0 0,-4-30-87 0 0,1 5 44 0 0,1 0 0 0 0,14 34 0 0 0,13 17 442 0 0,-31-67-244 0 0,-2 1-205 0 0,-6 9-54 0 0,-4 0-13 0 0,4-8 33 0 0,0 0 0 0 0,0-1 0 0 0,-1 0 0 0 0,1-1 1 0 0,-1 1-1 0 0,-9 1 0 0 0,-8 2 37 0 0,16-5-32 0 0,7-1-27 0 0,-1 0 0 0 0,1 0-1 0 0,0 0 1 0 0,0 1 0 0 0,0-1 0 0 0,0 1 0 0 0,0-1-1 0 0,0 1 1 0 0,0 0 0 0 0,-4 1 0 0 0,36-1 58 0 0,25-1 89 0 0,94-13-1 0 0,-134 12-139 0 0,-1 0-1 0 0,23 1 1 0 0,4 0-7 0 0,-31 0 7 0 0,-4-1-15 0 0,0 1 0 0 0,1 0-1 0 0,-1 1 1 0 0,0-1 0 0 0,0 2 0 0 0,11 2-1 0 0,6 4-475 0 0,-10-1-4544 0 0</inkml:trace>
</inkml:ink>
</file>

<file path=ppt/ink/ink4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5:27.424"/>
    </inkml:context>
    <inkml:brush xml:id="br0">
      <inkml:brushProperty name="width" value="0.1" units="cm"/>
      <inkml:brushProperty name="height" value="0.1" units="cm"/>
      <inkml:brushProperty name="color" value="#92D050"/>
    </inkml:brush>
  </inkml:definitions>
  <inkml:trace contextRef="#ctx0" brushRef="#br0">1 43 2127 0 0,'0'-2'4168'0'0,"2"2"-4061"0"0,5 0-50 0 0,0 0 0 0 0,0-1 0 0 0,0 0 0 0 0,0 0 0 0 0,0 0-1 0 0,0-1 1 0 0,8-3 0 0 0,0 0 29 0 0,-6 1-16 0 0,-5 2-29 0 0,-2 1 19 0 0,1 0-1 0 0,-1 1 1 0 0,0-1 0 0 0,1 0-1 0 0,-1 1 1 0 0,1-1 0 0 0,-1 1-1 0 0,1 0 1 0 0,-1 0 0 0 0,4 0-1 0 0,2-1 4 0 0,5 1 10 0 0,0 0 1 0 0,17 3 0 0 0,-6-1 35 0 0,29 4-22 0 0,54 1 16 0 0,13-14-59 0 0,-23 1-3 0 0,-31 1 11 0 0,33 0 13 0 0,-15 9 26 0 0,117 19 0 0 0,-89-11 17 0 0,-2-1-22 0 0,53 11 50 0 0,-92-13-96 0 0,151 7 24 0 0,-90-8-64 0 0,-89-4 0 0 0,60 14 0 0 0,-63-11 0 0 0,28 12 54 0 0,-64-19-50 0 0,1 1 13 0 0,-1 0-1 0 0,1 0 1 0 0,-1 1-1 0 0,0-1 0 0 0,0 1 1 0 0,1 0-1 0 0,5 4 1 0 0,-2-1 4 0 0,-7-5-8 0 0,-1 0-1 0 0,1 0 1 0 0,-1 0-1 0 0,1 0 0 0 0,-1 0 1 0 0,1 0-1 0 0,-1 0 1 0 0,1 0-1 0 0,-1-1 1 0 0,1 1-1 0 0,-1 0 1 0 0,1 0-1 0 0,-1-1 1 0 0,0 1-1 0 0,1 0 1 0 0,-1-1-1 0 0,1 1 1 0 0,-1 0-1 0 0,0-1 1 0 0,1 1-1 0 0,-1-1 1 0 0,0 1-1 0 0,1 0 1 0 0,-1-1-1 0 0,0 1 1 0 0,1-1-1 0 0,-5-9 11 0 0,4 9-38 0 0,-3-1 21 0 0,-12-20 164 0 0,14 20-142 0 0,-1 0 0 0 0,1 0-1 0 0,-1 1 1 0 0,1-1 0 0 0,-1 1 0 0 0,0-1-1 0 0,0 1 1 0 0,-3-2 0 0 0,1 0 78 0 0,2 2 38 0 0,2 0-127 0 0,0 0-1 0 0,-1 0 1 0 0,1 1 0 0 0,0-1-1 0 0,-1 0 1 0 0,1 0-1 0 0,-1 1 1 0 0,1-1-1 0 0,-1 0 1 0 0,1 0-1 0 0,-1 1 1 0 0,1-1-1 0 0,-2 0 1 0 0,-7-10 207 0 0,0-3 64 0 0,6 11-230 0 0,1-1-1 0 0,-1 1 0 0 0,1-1 1 0 0,0 0-1 0 0,0 0 0 0 0,0 0 1 0 0,0 0-1 0 0,0-5 0 0 0,-1-5 129 0 0,3 11 40 0 0,-2-9 222 0 0,2 11-396 0 0,0 1-29 0 0,0-1 1 0 0,1 1-1 0 0,-1-1 1 0 0,0 1-1 0 0,0-1 1 0 0,0 1-1 0 0,0-1 1 0 0,1 1-1 0 0,-1 0 0 0 0,0-1 1 0 0,1 1-1 0 0,-1-1 1 0 0,0 1-1 0 0,0 0 1 0 0,1-1-1 0 0,-1 1 1 0 0,1 0-1 0 0,0-1 1 0 0,-1 0-23 0 0,1 1 0 0 0,0-1 0 0 0,1 0 0 0 0,-1 1 1 0 0,0-1-1 0 0,0 1 0 0 0,0-1 0 0 0,0 1 0 0 0,0 0 1 0 0,0-1-1 0 0,0 1 0 0 0,1 0 0 0 0,-1 0 0 0 0,0 0 1 0 0,0 0-1 0 0,0 0 0 0 0,1 0 0 0 0,-1 0 0 0 0,2 1 1 0 0,2 0 10 0 0,5-1 52 0 0,-6 0-8 0 0,8 3-46 0 0,-9-2-9 0 0,12 10-2 0 0,8 4 12 0 0,4 6 58 0 0,-20-15-43 0 0,0-1-1 0 0,0 1 0 0 0,1-2 1 0 0,-1 1-1 0 0,13 5 0 0 0,-13-8-27 0 0,17 8 15 0 0,-8-3 51 0 0,-12-6-8 0 0,6-1 1197 0 0,-11 5-1209 0 0,-1 1 0 0 0,1-1 0 0 0,-1 1 0 0 0,-1-1 0 0 0,1 0 0 0 0,-1 1 0 0 0,0-1 0 0 0,0-1 0 0 0,-5 7 0 0 0,-51 59 428 0 0,58-69-454 0 0,-4 4 60 0 0,-14 10 8 0 0,5-3-82 0 0,2-3 77 0 0,-3-2 68 0 0,13-6-239 0 0</inkml:trace>
</inkml:ink>
</file>

<file path=ppt/ink/ink4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5:45.151"/>
    </inkml:context>
    <inkml:brush xml:id="br0">
      <inkml:brushProperty name="width" value="0.1" units="cm"/>
      <inkml:brushProperty name="height" value="0.1" units="cm"/>
      <inkml:brushProperty name="color" value="#92D050"/>
    </inkml:brush>
  </inkml:definitions>
  <inkml:trace contextRef="#ctx0" brushRef="#br0">225 1 2039 0 0,'0'0'1611'0'0,"0"9"793"0"0,6 10-1591 0 0,-4-13-432 0 0,0 0 0 0 0,-1 0-1 0 0,1 0 1 0 0,-2 0 0 0 0,2 8 0 0 0,-2-12-228 0 0,0 0 0 0 0,-1 0 0 0 0,1 0 1 0 0,0 0-1 0 0,-1 0 0 0 0,0-1 0 0 0,1 1 1 0 0,-1 0-1 0 0,0 0 0 0 0,0 0 0 0 0,0 0 1 0 0,0-1-1 0 0,0 1 0 0 0,0-1 0 0 0,0 1 1 0 0,-1 0-1 0 0,1-1 0 0 0,-1 0 0 0 0,1 1 1 0 0,-3 0-1 0 0,1 0 123 0 0,0 0 0 0 0,0 0-1 0 0,-1-1 1 0 0,1 1 0 0 0,0-1 0 0 0,-1 0-1 0 0,1 0 1 0 0,-1 0 0 0 0,1 0 0 0 0,-1-1-1 0 0,0 1 1 0 0,-3-1 0 0 0,-14 2 1140 0 0,20-2-1301 0 0,-1 0-46 0 0,-1 0 1 0 0,1 1-1 0 0,0-1 0 0 0,-1 1 1 0 0,1-1-1 0 0,-1 1 0 0 0,-2 1 1 0 0,-8 9 112 0 0,-17 18 1 0 0,-1 1-32 0 0,21-21-491 0 0,-15 12 719 0 0,7-10-5822 0 0</inkml:trace>
</inkml:ink>
</file>

<file path=ppt/ink/ink4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5:45.366"/>
    </inkml:context>
    <inkml:brush xml:id="br0">
      <inkml:brushProperty name="width" value="0.1" units="cm"/>
      <inkml:brushProperty name="height" value="0.1" units="cm"/>
      <inkml:brushProperty name="color" value="#92D050"/>
    </inkml:brush>
  </inkml:definitions>
  <inkml:trace contextRef="#ctx0" brushRef="#br0">1 0 6271 0 0,'22'24'9456'0'0,"-21"-18"-8505"0"0</inkml:trace>
</inkml:ink>
</file>

<file path=ppt/ink/ink4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5:47.416"/>
    </inkml:context>
    <inkml:brush xml:id="br0">
      <inkml:brushProperty name="width" value="0.1" units="cm"/>
      <inkml:brushProperty name="height" value="0.1" units="cm"/>
      <inkml:brushProperty name="color" value="#92D050"/>
    </inkml:brush>
  </inkml:definitions>
  <inkml:trace contextRef="#ctx0" brushRef="#br0">1265 174 4663 0 0,'0'0'360'0'0,"-8"-1"146"0"0,-23 10 1996 0 0,26-7-2257 0 0,1 1-1 0 0,0-1 1 0 0,-1 1 0 0 0,1-1-1 0 0,1 1 1 0 0,-1 0-1 0 0,0 1 1 0 0,1-1-1 0 0,-1 1 1 0 0,1-1-1 0 0,0 1 1 0 0,0 0-1 0 0,1 0 1 0 0,-4 7 0 0 0,5-10-204 0 0,0 1 0 0 0,1 0 0 0 0,-1-1 1 0 0,1 1-1 0 0,-1 0 0 0 0,1-1 1 0 0,-1 1-1 0 0,1 0 0 0 0,0 0 0 0 0,0 0 1 0 0,0-1-1 0 0,0 1 0 0 0,0 0 1 0 0,0 0-1 0 0,1-1 0 0 0,-1 1 1 0 0,0 0-1 0 0,1 0 0 0 0,-1-1 0 0 0,1 1 1 0 0,0 0-1 0 0,0-1 0 0 0,0 1 1 0 0,0-1-1 0 0,0 1 0 0 0,0-1 1 0 0,0 1-1 0 0,0-1 0 0 0,0 0 0 0 0,1 0 1 0 0,-1 1-1 0 0,0-1 0 0 0,1 0 1 0 0,-1 0-1 0 0,1 0 0 0 0,-1-1 0 0 0,1 1 1 0 0,0 0-1 0 0,-1-1 0 0 0,1 1 1 0 0,2 0-1 0 0,5 2 23 0 0,1-1 1 0 0,16 2-1 0 0,15 3 179 0 0,-38-6-231 0 0,0 0 0 0 0,0 0 0 0 0,0 0 0 0 0,0 0 1 0 0,0 1-1 0 0,-1-1 0 0 0,1 1 0 0 0,0 0 0 0 0,4 4 0 0 0,-7-6-2 0 0,1 1-1 0 0,-1 0 1 0 0,1 0-1 0 0,-1-1 0 0 0,1 1 1 0 0,-1 0-1 0 0,0 0 1 0 0,1 0-1 0 0,-1 0 1 0 0,0 0-1 0 0,0-1 0 0 0,0 1 1 0 0,0 0-1 0 0,0 0 1 0 0,1 0-1 0 0,-2 0 1 0 0,1 0-1 0 0,0 0 1 0 0,0 0-1 0 0,0 0 0 0 0,0-1 1 0 0,0 1-1 0 0,-1 0 1 0 0,1 0-1 0 0,0 0 1 0 0,-1 0-1 0 0,1-1 0 0 0,-1 1 1 0 0,1 0-1 0 0,-1 0 1 0 0,1-1-1 0 0,-1 1 1 0 0,0 0-1 0 0,1-1 0 0 0,-1 1 1 0 0,-1 0-1 0 0,-3 4 107 0 0,0 0 0 0 0,-1-1 0 0 0,-7 6-1 0 0,11-9-100 0 0,-10 7 74 0 0,-1-1 0 0 0,-1 1-1 0 0,0-2 1 0 0,0 0 0 0 0,0-1 0 0 0,0 0-1 0 0,-1-1 1 0 0,1-1 0 0 0,-1 0 0 0 0,0-1 0 0 0,0-1-1 0 0,-1 0 1 0 0,1-1 0 0 0,0 0 0 0 0,0-2-1 0 0,-30-5 1 0 0,43 6-81 0 0,0 1-1 0 0,-1-1 1 0 0,1 0 0 0 0,0 0-1 0 0,0 0 1 0 0,-1-1-1 0 0,1 1 1 0 0,0 0-1 0 0,0-1 1 0 0,0 1 0 0 0,1-1-1 0 0,-1 0 1 0 0,0 1-1 0 0,1-1 1 0 0,-1 0-1 0 0,1 0 1 0 0,-1 0 0 0 0,1 0-1 0 0,0 0 1 0 0,0-1-1 0 0,0 1 1 0 0,0 0-1 0 0,0-1 1 0 0,1 1 0 0 0,-2-4-1 0 0,1-5 61 0 0,0 0 0 0 0,0 0 0 0 0,1 0 0 0 0,2-16 0 0 0,0 2-65 0 0,-1 2 129 0 0,-1-74 359 0 0,-1 80-448 0 0,-1 1 1 0 0,-1-1-1 0 0,-8-29 0 0 0,-9-30 296 0 0,20 75-206 0 0,5 17-15 0 0,1 6-10 0 0,12 28 1 0 0,-9-29-92 0 0,5 25 0 0 0,-12-38-9 0 0,0 0-1 0 0,-1 1 1 0 0,0-1-1 0 0,-1 0 1 0 0,0 1-1 0 0,-1 13 1 0 0,-3-1 5 0 0,1 0 1 0 0,-2-1-1 0 0,-10 27 1 0 0,11-38 30 0 0,0 1-1 0 0,-1-1 1 0 0,0 0-1 0 0,0 0 1 0 0,-1 0-1 0 0,0-1 1 0 0,0 0 0 0 0,-14 13-1 0 0,19-19-34 0 0,-1-1 1 0 0,1 0-1 0 0,-1 1 0 0 0,0-1 1 0 0,0 0-1 0 0,0 0 0 0 0,0 1 0 0 0,0-2 1 0 0,0 1-1 0 0,0 0 0 0 0,0 0 1 0 0,0-1-1 0 0,0 1 0 0 0,0-1 0 0 0,0 1 1 0 0,0-1-1 0 0,-1 0 0 0 0,1 0 0 0 0,0 0 1 0 0,0 0-1 0 0,0 0 0 0 0,0-1 1 0 0,-1 1-1 0 0,1-1 0 0 0,-2 0 0 0 0,1-1 8 0 0,0 1 0 0 0,0-1 0 0 0,0 0 0 0 0,1 0 0 0 0,-1 0 0 0 0,1-1 0 0 0,-1 1 0 0 0,1-1 0 0 0,0 1 0 0 0,0-1 0 0 0,0 0 0 0 0,0 1 1 0 0,1-1-1 0 0,-1 0 0 0 0,-1-7 0 0 0,-12-45 5 0 0,6 69 38 0 0,7-9-54 0 0,0 0 1 0 0,0 0-1 0 0,0-1 0 0 0,-1 1 0 0 0,0 0 0 0 0,0-1 1 0 0,0 0-1 0 0,0 0 0 0 0,-1 0 0 0 0,1 0 1 0 0,-7 5-1 0 0,8-8-1 0 0,0 0 0 0 0,1 0 0 0 0,-1 0 0 0 0,0 0 0 0 0,0 0 0 0 0,0 0 0 0 0,0 0 0 0 0,0-1 0 0 0,0 1 1 0 0,0-1-1 0 0,0 1 0 0 0,0-1 0 0 0,-1 0 0 0 0,1 0 0 0 0,0 0 0 0 0,0 0 0 0 0,0 0 0 0 0,0 0 0 0 0,0 0 0 0 0,0-1 0 0 0,0 0 0 0 0,0 1 1 0 0,-1-1-1 0 0,2 0 0 0 0,-1 0 0 0 0,0 0 0 0 0,0 0 0 0 0,0 0 0 0 0,0 0 0 0 0,-2-3 0 0 0,-2-1-5 0 0,3 3 0 0 0,-1 0 0 0 0,1-1 0 0 0,1 1 0 0 0,-1-1 0 0 0,0 0 0 0 0,1 0 0 0 0,-1 0 0 0 0,1 0 0 0 0,0 0 0 0 0,0 0 0 0 0,0-1 0 0 0,0 1 0 0 0,1-1 0 0 0,-1 1 0 0 0,1-1 0 0 0,-1-4 0 0 0,1 5 11 0 0,-14 23 42 0 0,9-13-35 0 0,-13 19 28 0 0,13-19 8 0 0,2-5-33 0 0,-3 0 48 0 0,-13-1 282 0 0,19-1-296 0 0,-2-1-45 0 0,-1-1-10 0 0,1 0 0 0 0,2 1-21 0 0,1 0 27 0 0,-1 1 0 0 0,0-1 0 0 0,1 1 0 0 0,-1-1 0 0 0,0 0 1 0 0,1 1-1 0 0,-1-1 0 0 0,1 1 0 0 0,-1-1 0 0 0,1 0 0 0 0,0 0 1 0 0,-1 1-1 0 0,1-1 0 0 0,-1 0 0 0 0,1 0 0 0 0,0 0 0 0 0,0 1 1 0 0,0-1-1 0 0,0 0 0 0 0,-1 0 0 0 0,1 0 0 0 0,0 0 0 0 0,0 1 1 0 0,0-1-1 0 0,1-1 0 0 0,-1 2 127 0 0,1-7-53 0 0,1 5-69 0 0,-3 2 32 0 0,-1 2-33 0 0,2 1-10 0 0,4 32 0 0 0,4 18 49 0 0,-5-41-41 0 0,1 24-1 0 0,-3-12 3 0 0,0 1-1 0 0,-6 44 1 0 0,4-62 7 0 0,-1 0 0 0 0,1 0 0 0 0,-1-1 0 0 0,0 1 0 0 0,-1-1 0 0 0,1 1 0 0 0,-1-1 0 0 0,0 0 0 0 0,-1 0 0 0 0,0 0 0 0 0,0-1 0 0 0,0 1 0 0 0,-1-1 0 0 0,1 0 0 0 0,-7 5 1 0 0,-5 2 6 0 0,0-1 1 0 0,-1 0-1 0 0,-1-2 1 0 0,0 0-1 0 0,0 0 1 0 0,-1-2-1 0 0,0-1 1 0 0,0 0-1 0 0,-33 5 1 0 0,37-8-9 0 0,0-1 1 0 0,0-1-1 0 0,0-1 0 0 0,0 0 1 0 0,0-1-1 0 0,-1-1 1 0 0,1 0-1 0 0,1-1 0 0 0,-1 0 1 0 0,0-1-1 0 0,1-1 0 0 0,0 0 1 0 0,-19-11-1 0 0,29 14-12 0 0,0-1 0 0 0,1 1 0 0 0,-1-1 0 0 0,1 0 0 0 0,-1 0 0 0 0,1 0 0 0 0,0-1 0 0 0,0 1 0 0 0,0-1 0 0 0,1 0 0 0 0,-1 0 0 0 0,1 1 0 0 0,-3-8 0 0 0,3 5 11 0 0,0-1 1 0 0,0 0-1 0 0,1 0 0 0 0,0 0 1 0 0,0 0-1 0 0,0 0 0 0 0,1-15 0 0 0,2 7 7 0 0,0 1 0 0 0,1-1-1 0 0,0 0 1 0 0,1 1-1 0 0,1 0 1 0 0,0 0-1 0 0,12-22 1 0 0,5-1-401 0 0,1 2 1 0 0,28-34-1 0 0,22-17-7476 0 0,-50 61 2167 0 0</inkml:trace>
</inkml:ink>
</file>

<file path=ppt/ink/ink4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5:47.744"/>
    </inkml:context>
    <inkml:brush xml:id="br0">
      <inkml:brushProperty name="width" value="0.1" units="cm"/>
      <inkml:brushProperty name="height" value="0.1" units="cm"/>
      <inkml:brushProperty name="color" value="#92D050"/>
    </inkml:brush>
  </inkml:definitions>
  <inkml:trace contextRef="#ctx0" brushRef="#br0">1090 1 4487 0 0,'0'0'347'0'0,"-4"5"-103"0"0,-1 0 272 0 0,-1 1 1 0 0,1-1-1 0 0,-1 0 0 0 0,0-1 0 0 0,-11 8 0 0 0,-37 17 1519 0 0,27-16-1030 0 0,-68 38 900 0 0,-100 50-427 0 0,164-87-1299 0 0,-211 91 731 0 0,-5-10-435 0 0,224-87-808 0 0,-42 16 322 0 0,23-7-4477 0 0,23-8-387 0 0</inkml:trace>
</inkml:ink>
</file>

<file path=ppt/ink/ink4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5:49.337"/>
    </inkml:context>
    <inkml:brush xml:id="br0">
      <inkml:brushProperty name="width" value="0.1" units="cm"/>
      <inkml:brushProperty name="height" value="0.1" units="cm"/>
      <inkml:brushProperty name="color" value="#92D050"/>
    </inkml:brush>
  </inkml:definitions>
  <inkml:trace contextRef="#ctx0" brushRef="#br0">794 0 3079 0 0,'0'0'768'0'0,"-9"12"1607"0"0,2-4-1671 0 0,0-1 1 0 0,0 0-1 0 0,-1 0 0 0 0,0-1 1 0 0,0 0-1 0 0,-1-1 0 0 0,-10 6 1 0 0,6-3-188 0 0,-78 49 1673 0 0,-73 42 4 0 0,127-82-2014 0 0,-2-1 1 0 0,0-2-1 0 0,-59 12 0 0 0,88-23-116 0 0,1-1-53 0 0,1-1 0 0 0,-1 0 0 0 0,0 0 0 0 0,0 0 0 0 0,-17-2 0 0 0,21 0 6 0 0,0 0 0 0 0,1 1 0 0 0,-1-1 0 0 0,0-1 0 0 0,1 1 0 0 0,-1-1 1 0 0,1 1-1 0 0,-1-2 0 0 0,1 1 0 0 0,0 0 0 0 0,0-1 0 0 0,-5-4 0 0 0,7 6-7 0 0,1-1 0 0 0,0 1 1 0 0,0-1-1 0 0,-1 1 0 0 0,1-1 0 0 0,0 0 0 0 0,1 0 0 0 0,-1 1 0 0 0,0-1 1 0 0,0 0-1 0 0,1 0 0 0 0,-1 0 0 0 0,1 0 0 0 0,0 0 0 0 0,-1 0 0 0 0,1 0 0 0 0,0 0 1 0 0,0 0-1 0 0,1-4 0 0 0,0 1 6 0 0,0 0-1 0 0,0 0 1 0 0,1 0 0 0 0,0 0-1 0 0,0 0 1 0 0,0 0 0 0 0,4-6-1 0 0,-5 17-15 0 0,-2 5 0 0 0,-1-5 49 0 0,-1-1 0 0 0,0 1 0 0 0,0 0-1 0 0,0-1 1 0 0,-1 0 0 0 0,0 0 0 0 0,0 0 0 0 0,-8 7 0 0 0,-14 11-908 0 0,-1-3-4215 0 0</inkml:trace>
</inkml:ink>
</file>

<file path=ppt/ink/ink4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5:49.588"/>
    </inkml:context>
    <inkml:brush xml:id="br0">
      <inkml:brushProperty name="width" value="0.1" units="cm"/>
      <inkml:brushProperty name="height" value="0.1" units="cm"/>
      <inkml:brushProperty name="color" value="#92D050"/>
    </inkml:brush>
  </inkml:definitions>
  <inkml:trace contextRef="#ctx0" brushRef="#br0">1 168 4199 0 0,'5'-1'217'0'0,"0"0"-1"0"0,0 0 0 0 0,0 0 0 0 0,0-1 0 0 0,0 1 0 0 0,-1-1 0 0 0,1 0 0 0 0,0-1 0 0 0,-1 1 0 0 0,1-1 1 0 0,-1 0-1 0 0,7-5 0 0 0,-10 6-93 0 0,1 1 0 0 0,-1 0 1 0 0,0-1-1 0 0,1 1 0 0 0,-1-1 1 0 0,0 0-1 0 0,0 1 0 0 0,0-1 1 0 0,0 0-1 0 0,0 0 0 0 0,-1 0 0 0 0,1 0 1 0 0,0 0-1 0 0,-1 0 0 0 0,0 1 1 0 0,1-1-1 0 0,-1 0 0 0 0,0 0 1 0 0,0 0-1 0 0,0 0 0 0 0,0 0 1 0 0,0 0-1 0 0,-1 0 0 0 0,1 0 1 0 0,0 0-1 0 0,-1 0 0 0 0,0 0 0 0 0,1 0 1 0 0,-1 0-1 0 0,0 0 0 0 0,0 1 1 0 0,0-1-1 0 0,0 0 0 0 0,-3-2 1 0 0,-52-67 2596 0 0</inkml:trace>
</inkml:ink>
</file>

<file path=ppt/ink/ink4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5:50.318"/>
    </inkml:context>
    <inkml:brush xml:id="br0">
      <inkml:brushProperty name="width" value="0.1" units="cm"/>
      <inkml:brushProperty name="height" value="0.1" units="cm"/>
      <inkml:brushProperty name="color" value="#92D050"/>
    </inkml:brush>
  </inkml:definitions>
  <inkml:trace contextRef="#ctx0" brushRef="#br0">596 7 2847 0 0,'5'-6'4282'0'0,"-5"5"-4014"0"0,2 2-68 0 0,0 0 1 0 0,-1 0-1 0 0,1 0 0 0 0,-1 1 1 0 0,0-1-1 0 0,1 0 1 0 0,-1 1-1 0 0,0-1 0 0 0,0 0 1 0 0,0 1-1 0 0,0 0 1 0 0,0-1-1 0 0,0 1 1 0 0,0-1-1 0 0,-1 1 0 0 0,1 0 1 0 0,0 0-1 0 0,-1-1 1 0 0,0 1-1 0 0,1 2 0 0 0,0 4 25 0 0,1-1-1 0 0,-2 1 0 0 0,1 12 0 0 0,-2-12-56 0 0,1 1 0 0 0,-1 0 0 0 0,-1 0 0 0 0,0-1 0 0 0,0 1 0 0 0,-1-1 0 0 0,0 1 0 0 0,0-1 0 0 0,-1 0 0 0 0,0 0 0 0 0,-5 7 0 0 0,2-6 55 0 0,-1 1 1 0 0,1-2-1 0 0,-2 1 0 0 0,1-1 1 0 0,-1 0-1 0 0,0-1 0 0 0,-18 11 1 0 0,2-2 29 0 0,-2-1 0 0 0,0-2 1 0 0,0 0-1 0 0,-1-2 1 0 0,-42 11-1 0 0,55-18-217 0 0,0-2 1 0 0,0 1-1 0 0,0-2 0 0 0,0 0 1 0 0,-1 0-1 0 0,1-2 1 0 0,0 0-1 0 0,0-1 0 0 0,0 0 1 0 0,0-1-1 0 0,0-1 1 0 0,-24-9-1 0 0,32 10 5 0 0,-1-1 1 0 0,1 1-1 0 0,0-2 1 0 0,0 1 0 0 0,-11-10-1 0 0,15 11-32 0 0,0 0-1 0 0,1 0 0 0 0,-1 0 1 0 0,1 0-1 0 0,0 0 1 0 0,-1 0-1 0 0,2-1 1 0 0,-1 1-1 0 0,0-1 1 0 0,1 1-1 0 0,-1-1 1 0 0,1 0-1 0 0,0 1 0 0 0,-1-8 1 0 0,2 1-27 0 0,-1-1 0 0 0,2 0-1 0 0,0 0 1 0 0,0 0 0 0 0,4-15 0 0 0,10-27-4985 0 0,-2 16-824 0 0</inkml:trace>
</inkml:ink>
</file>

<file path=ppt/ink/ink4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5:50.446"/>
    </inkml:context>
    <inkml:brush xml:id="br0">
      <inkml:brushProperty name="width" value="0.1" units="cm"/>
      <inkml:brushProperty name="height" value="0.1" units="cm"/>
      <inkml:brushProperty name="color" value="#92D050"/>
    </inkml:brush>
  </inkml:definitions>
  <inkml:trace contextRef="#ctx0" brushRef="#br0">1 1 6127 0 0,'0'0'2816'0'0,"2"5"-2040"0"0,-2 1-616 0 0,0-1-64 0 0</inkml:trace>
</inkml:ink>
</file>

<file path=ppt/ink/ink4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5:51.462"/>
    </inkml:context>
    <inkml:brush xml:id="br0">
      <inkml:brushProperty name="width" value="0.1" units="cm"/>
      <inkml:brushProperty name="height" value="0.1" units="cm"/>
      <inkml:brushProperty name="color" value="#92D050"/>
    </inkml:brush>
  </inkml:definitions>
  <inkml:trace contextRef="#ctx0" brushRef="#br0">538 123 2359 0 0,'2'0'174'0'0,"5"0"-101"0"0,-6 0 0 0 0,1 0-1 0 0,-1 0 1 0 0,0 0-1 0 0,0-1 1 0 0,0 1 0 0 0,1-1-1 0 0,-1 1 1 0 0,0-1-1 0 0,0 1 1 0 0,0-1 0 0 0,0 0-1 0 0,0 1 1 0 0,0-1-1 0 0,0 0 1 0 0,0 0-1 0 0,0 0 1 0 0,0 0 0 0 0,-1 0-1 0 0,1 0 1 0 0,0 0-1 0 0,0 0 1 0 0,-1 0-1 0 0,1 0 1 0 0,-1 0 0 0 0,1 0-1 0 0,-1 0 1 0 0,0-1-1 0 0,1 1 1 0 0,-1-2 0 0 0,2-2 104 0 0,-1 1 0 0 0,0-1 0 0 0,-1 0 0 0 0,1 0 0 0 0,-1 1 0 0 0,0-7 0 0 0,-1 7 34 0 0,1 0-1 0 0,-1 1 1 0 0,0-1-1 0 0,0 0 0 0 0,0 1 1 0 0,0 0-1 0 0,-1-1 1 0 0,0 1-1 0 0,1 0 1 0 0,-1-1-1 0 0,-4-4 0 0 0,5 7-134 0 0,0 0 0 0 0,0 0 0 0 0,-1 0 0 0 0,1 0 0 0 0,0 0 0 0 0,0 1 0 0 0,-1-1-1 0 0,1 0 1 0 0,0 1 0 0 0,-1-1 0 0 0,1 0 0 0 0,-1 1 0 0 0,1 0 0 0 0,-1-1 0 0 0,1 1 0 0 0,-1 0-1 0 0,1 0 1 0 0,-1 0 0 0 0,1 0 0 0 0,-1 0 0 0 0,1 0 0 0 0,-1 0 0 0 0,1 1 0 0 0,-1-1-1 0 0,1 0 1 0 0,-1 1 0 0 0,1-1 0 0 0,0 1 0 0 0,-1 0 0 0 0,1-1 0 0 0,-2 2 0 0 0,-7 5 178 0 0,0 0 0 0 0,0 0 1 0 0,1 2-1 0 0,0-1 1 0 0,0 1-1 0 0,1 0 0 0 0,-9 13 1 0 0,-25 26 715 0 0,37-43-808 0 0,-1-1 1 0 0,1 1-1 0 0,-1-1 1 0 0,0 0-1 0 0,0 0 1 0 0,-12 5-1 0 0,9-6-68 0 0,1-1-1 0 0,-1 0 0 0 0,0 0 1 0 0,1-1-1 0 0,-1 0 1 0 0,0 0-1 0 0,0-1 1 0 0,0 0-1 0 0,0-1 0 0 0,-12-2 1 0 0,13 2-64 0 0,0-1-1 0 0,1 0 1 0 0,-1 0 0 0 0,1-1 0 0 0,0 0-1 0 0,-1 0 1 0 0,1-1 0 0 0,1 0 0 0 0,-1 0 0 0 0,1 0-1 0 0,-1-1 1 0 0,-5-6 0 0 0,10 9-9 0 0,0-1 0 0 0,0 0 0 0 0,0 1 0 0 0,1-1 0 0 0,-1 0 0 0 0,1 0 1 0 0,-1 0-1 0 0,1 0 0 0 0,0-1 0 0 0,0 1 0 0 0,0 0 0 0 0,1 0 0 0 0,-1-1 0 0 0,1 1 0 0 0,0 0 0 0 0,0-1 1 0 0,0 1-1 0 0,0 0 0 0 0,1-4 0 0 0,0 4-20 0 0,-1 1 1 0 0,1-1 0 0 0,-1 1-1 0 0,1-1 1 0 0,0 1 0 0 0,0-1 0 0 0,0 1-1 0 0,1 0 1 0 0,-1 0 0 0 0,0 0-1 0 0,1-1 1 0 0,0 1 0 0 0,-1 0-1 0 0,1 1 1 0 0,0-1 0 0 0,0 0-1 0 0,0 1 1 0 0,0-1 0 0 0,0 1-1 0 0,0-1 1 0 0,1 1 0 0 0,-1 0-1 0 0,0 0 1 0 0,1 0 0 0 0,2-1-1 0 0,-3 2-3 0 0,-1-1 0 0 0,1 1 0 0 0,-1 0 0 0 0,1-1-1 0 0,-1 1 1 0 0,1 0 0 0 0,-1 0 0 0 0,1 0 0 0 0,-1 0 0 0 0,1 0-1 0 0,-1 1 1 0 0,1-1 0 0 0,-1 0 0 0 0,1 1 0 0 0,-1-1 0 0 0,1 1-1 0 0,-1-1 1 0 0,0 1 0 0 0,1 0 0 0 0,-1 0 0 0 0,0-1 0 0 0,0 1-1 0 0,1 0 1 0 0,-1 0 0 0 0,0 0 0 0 0,0 0 0 0 0,0 1 0 0 0,0-1-1 0 0,0 0 1 0 0,0 0 0 0 0,-1 1 0 0 0,1-1 0 0 0,0 0 0 0 0,-1 1-1 0 0,1-1 1 0 0,-1 0 0 0 0,1 1 0 0 0,-1-1 0 0 0,1 3 0 0 0,0 2-13 0 0,0 0 1 0 0,-1 0-1 0 0,1 0 1 0 0,-1 0 0 0 0,-1 0-1 0 0,1 0 1 0 0,-1 0 0 0 0,-2 9-1 0 0,-1-2 28 0 0,0 0 0 0 0,-1 0 0 0 0,-1 0 0 0 0,0-1 0 0 0,-1 0 0 0 0,0 0 0 0 0,-14 16 0 0 0,8-12 8 0 0,-1-1 1 0 0,0 0-1 0 0,-2-1 1 0 0,-22 17-1 0 0,7-12-1326 0 0,17-13-3133 0 0</inkml:trace>
</inkml:ink>
</file>

<file path=ppt/ink/ink4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5:52.088"/>
    </inkml:context>
    <inkml:brush xml:id="br0">
      <inkml:brushProperty name="width" value="0.1" units="cm"/>
      <inkml:brushProperty name="height" value="0.1" units="cm"/>
      <inkml:brushProperty name="color" value="#92D050"/>
    </inkml:brush>
  </inkml:definitions>
  <inkml:trace contextRef="#ctx0" brushRef="#br0">426 1 2935 0 0,'0'0'343'0'0,"4"18"3476"0"0,-3-9-3607 0 0,-1-1 1 0 0,0 1 0 0 0,0-1-1 0 0,-1 1 1 0 0,0-1-1 0 0,-1 1 1 0 0,1-1-1 0 0,-2 1 1 0 0,1-1 0 0 0,-1 0-1 0 0,0 0 1 0 0,-1-1-1 0 0,0 1 1 0 0,0 0 0 0 0,-1-1-1 0 0,0 0 1 0 0,0 0-1 0 0,-8 7 1 0 0,7-8-7 0 0,0 0 1 0 0,0 0-1 0 0,0-1 0 0 0,-1 0 1 0 0,1-1-1 0 0,-1 0 1 0 0,0 0-1 0 0,-1 0 0 0 0,1-1 1 0 0,-1 0-1 0 0,1 0 0 0 0,-1-1 1 0 0,0 0-1 0 0,0 0 0 0 0,0-1 1 0 0,0 0-1 0 0,0 0 1 0 0,-1-1-1 0 0,-11-1 0 0 0,16 1-152 0 0,0-1 0 0 0,0 0 0 0 0,-1 0 0 0 0,1 0 0 0 0,0 0 0 0 0,0-1-1 0 0,0 0 1 0 0,0 0 0 0 0,0 0 0 0 0,1 0 0 0 0,-7-5 0 0 0,9 6-35 0 0,-1-1 0 0 0,1 1 0 0 0,-1-1 0 0 0,1 0 1 0 0,0 0-1 0 0,0 0 0 0 0,0 0 0 0 0,0 0 0 0 0,0 0 0 0 0,0 0 1 0 0,0 0-1 0 0,1 0 0 0 0,-1 0 0 0 0,1 0 0 0 0,-1 0 0 0 0,1-1 0 0 0,0 1 1 0 0,0 0-1 0 0,0 0 0 0 0,0-1 0 0 0,0 1 0 0 0,1 0 0 0 0,-1 0 0 0 0,2-4 1 0 0,-1 1 7 0 0,1 1 0 0 0,0-1 0 0 0,0 1 0 0 0,1-1 1 0 0,-1 1-1 0 0,1 0 0 0 0,0 0 0 0 0,6-6 0 0 0,-8 8-34 0 0,1 0 0 0 0,-1 1-1 0 0,1-1 1 0 0,-1 1-1 0 0,1 0 1 0 0,0-1 0 0 0,-1 1-1 0 0,1 0 1 0 0,0 0-1 0 0,0 0 1 0 0,0 0 0 0 0,0 0-1 0 0,0 1 1 0 0,0-1-1 0 0,0 0 1 0 0,0 1 0 0 0,1 0-1 0 0,-1-1 1 0 0,0 1-1 0 0,0 0 1 0 0,0 0 0 0 0,4 1-1 0 0,-5-1 8 0 0,0 1 0 0 0,0 0 0 0 0,0 0 0 0 0,1-1 0 0 0,-1 1 0 0 0,0 0 0 0 0,0 0 0 0 0,0 0 0 0 0,0 0 0 0 0,-1 0 0 0 0,1 0 0 0 0,0 0 0 0 0,0 0 0 0 0,-1 1 0 0 0,1-1 0 0 0,0 0 0 0 0,-1 0 0 0 0,1 1 0 0 0,-1-1 0 0 0,0 0 0 0 0,1 1 0 0 0,-1-1 0 0 0,0 0 0 0 0,0 1 0 0 0,0-1 0 0 0,0 3 0 0 0,0 4 0 0 0,0 0 0 0 0,-1 0 0 0 0,-1 9 0 0 0,-1-3 39 0 0,-1-1-1 0 0,0 0 0 0 0,-1 0 1 0 0,0 0-1 0 0,-1-1 1 0 0,0 0-1 0 0,-1 0 0 0 0,0 0 1 0 0,-10 10-1 0 0,4-6 11 0 0,0 0-1 0 0,-2-2 0 0 0,0 1 1 0 0,0-2-1 0 0,-25 16 1 0 0,36-26-175 0 0,0-1 1 0 0,-1 1-1 0 0,1-1 1 0 0,-1 0-1 0 0,1-1 0 0 0,-1 1 1 0 0,-8 1-1 0 0,-7-3-4730 0 0</inkml:trace>
</inkml:ink>
</file>

<file path=ppt/ink/ink4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5:52.275"/>
    </inkml:context>
    <inkml:brush xml:id="br0">
      <inkml:brushProperty name="width" value="0.1" units="cm"/>
      <inkml:brushProperty name="height" value="0.1" units="cm"/>
      <inkml:brushProperty name="color" value="#92D050"/>
    </inkml:brush>
  </inkml:definitions>
  <inkml:trace contextRef="#ctx0" brushRef="#br0">0 26 3655 0 0,'11'0'320'0'0,"-5"-1"-256"0"0,2-1-64 0 0,3 1 0 0 0,2-2 568 0 0,3 1 96 0 0,2-1 16 0 0,0 0 8 0 0,1 0-216 0 0,-1 0-48 0 0,0 1-8 0 0,-1 1-2480 0 0,1-1-496 0 0</inkml:trace>
</inkml:ink>
</file>

<file path=ppt/ink/ink4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5:52.696"/>
    </inkml:context>
    <inkml:brush xml:id="br0">
      <inkml:brushProperty name="width" value="0.1" units="cm"/>
      <inkml:brushProperty name="height" value="0.1" units="cm"/>
      <inkml:brushProperty name="color" value="#92D050"/>
    </inkml:brush>
  </inkml:definitions>
  <inkml:trace contextRef="#ctx0" brushRef="#br0">194 0 5327 0 0,'-5'14'447'0'0,"-1"0"0"0"0,0-1 0 0 0,-1 0 0 0 0,-1 0 0 0 0,0 0-1 0 0,0-1 1 0 0,-19 20 0 0 0,13-16-266 0 0,-40 44 1689 0 0,45-51-2921 0 0,-1-1 0 0 0,-12 9 1 0 0,12-11-2312 0 0</inkml:trace>
</inkml:ink>
</file>

<file path=ppt/ink/ink4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2T08:05:53.419"/>
    </inkml:context>
    <inkml:brush xml:id="br0">
      <inkml:brushProperty name="width" value="0.1" units="cm"/>
      <inkml:brushProperty name="height" value="0.1" units="cm"/>
      <inkml:brushProperty name="color" value="#92D050"/>
    </inkml:brush>
  </inkml:definitions>
  <inkml:trace contextRef="#ctx0" brushRef="#br0">306 355 3567 0 0,'0'0'278'0'0,"11"10"58"0"0,-1-5-91 0 0,1 0 0 0 0,0-1 0 0 0,-1 0 0 0 0,1-1 0 0 0,14 3 0 0 0,23 7 334 0 0,-31-7-366 0 0,35 15 580 0 0,-48-19-677 0 0,0 0 0 0 0,0 0 0 0 0,-1 1 1 0 0,1-1-1 0 0,0 1 0 0 0,-1 0 0 0 0,0 0 1 0 0,0 0-1 0 0,5 7 0 0 0,-7-9-71 0 0,0 0-1 0 0,-1 0 1 0 0,1 0 0 0 0,0 0-1 0 0,-1 1 1 0 0,1-1-1 0 0,-1 0 1 0 0,0 0 0 0 0,1 1-1 0 0,-1-1 1 0 0,0 0 0 0 0,0 1-1 0 0,0-1 1 0 0,0 0 0 0 0,0 1-1 0 0,0-1 1 0 0,0 0-1 0 0,0 1 1 0 0,0-1 0 0 0,-1 0-1 0 0,0 2 1 0 0,0-1 69 0 0,0 1 0 0 0,0-1 0 0 0,-1 0 0 0 0,1 0-1 0 0,-1 0 1 0 0,1 0 0 0 0,-1 0 0 0 0,0 0 0 0 0,0-1 0 0 0,-3 3 0 0 0,-3 2 204 0 0,-1-1 0 0 0,0-1 0 0 0,0 1 0 0 0,-15 5 0 0 0,-1-2-53 0 0,-1-1 0 0 0,-40 7 0 0 0,54-13-130 0 0,0 0 0 0 0,0 0 0 0 0,-1-1-1 0 0,1 0 1 0 0,0-1 0 0 0,0-1 0 0 0,0 0 0 0 0,-13-4-1 0 0,21 5-125 0 0,0-1 1 0 0,1 1-1 0 0,-1-1 0 0 0,0 0 0 0 0,1 0 1 0 0,-1 0-1 0 0,1-1 0 0 0,0 1 0 0 0,0-1 0 0 0,0 0 1 0 0,0 0-1 0 0,0 0 0 0 0,-4-6 0 0 0,6 7-35 0 0,-1-1 0 0 0,1 1 0 0 0,0-1-1 0 0,0 0 1 0 0,0 1 0 0 0,0-1 0 0 0,0 0-1 0 0,1 0 1 0 0,-1 0 0 0 0,1 0 0 0 0,0 0-1 0 0,0 0 1 0 0,0 0 0 0 0,0 0 0 0 0,0 0-1 0 0,1 0 1 0 0,0 1 0 0 0,-1-1 0 0 0,3-6-1 0 0,-1 4-256 0 0,1 0-1 0 0,0-1 0 0 0,0 1 1 0 0,0 0-1 0 0,0 0 0 0 0,1 1 1 0 0,0-1-1 0 0,0 1 1 0 0,0-1-1 0 0,0 1 0 0 0,9-6 1 0 0,-11 9 289 0 0,0 0 0 0 0,0-1 0 0 0,1 1 1 0 0,-1 0-1 0 0,0 0 0 0 0,0 0 0 0 0,0 1 1 0 0,1-1-1 0 0,-1 0 0 0 0,0 1 0 0 0,1 0 1 0 0,-1 0-1 0 0,1-1 0 0 0,-1 1 0 0 0,0 0 1 0 0,1 1-1 0 0,-1-1 0 0 0,1 0 0 0 0,-1 1 0 0 0,0-1 1 0 0,1 1-1 0 0,-1 0 0 0 0,0 0 0 0 0,0 0 1 0 0,0 0-1 0 0,0 0 0 0 0,0 0 0 0 0,0 1 1 0 0,0-1-1 0 0,0 1 0 0 0,3 3 0 0 0,-3-3 54 0 0,0 1-1 0 0,0-1 1 0 0,0 1-1 0 0,-1 0 1 0 0,1-1-1 0 0,-1 1 1 0 0,0 0-1 0 0,0 0 1 0 0,0 0-1 0 0,0 0 0 0 0,0 0 1 0 0,-1 0-1 0 0,1 0 1 0 0,-1 1-1 0 0,0-1 1 0 0,0 0-1 0 0,0 0 1 0 0,0 0-1 0 0,-1 0 1 0 0,1 0-1 0 0,-1 1 1 0 0,0-1-1 0 0,-1 3 0 0 0,-1 2 135 0 0,0 1 0 0 0,-1-1-1 0 0,0 0 1 0 0,0 0-1 0 0,0-1 1 0 0,-1 1 0 0 0,-7 7-1 0 0,5-7-107 0 0,-1 0 0 0 0,0-1-1 0 0,0 0 1 0 0,0-1 0 0 0,0 0 0 0 0,-1 0-1 0 0,0-1 1 0 0,-1 0 0 0 0,1 0-1 0 0,-1-1 1 0 0,0 0 0 0 0,0-1-1 0 0,0 0 1 0 0,0-1 0 0 0,-1 0 0 0 0,1 0-1 0 0,-13 0 1 0 0,19-2-74 0 0,1-1 0 0 0,-1 1 1 0 0,0 0-1 0 0,0-1 0 0 0,0 0 1 0 0,1 0-1 0 0,-1 0 0 0 0,1-1 0 0 0,-1 1 1 0 0,1-1-1 0 0,-1 1 0 0 0,1-1 0 0 0,0 0 1 0 0,0-1-1 0 0,0 1 0 0 0,-5-5 0 0 0,5 3 20 0 0,-1 0-1 0 0,1-1 0 0 0,0 0 1 0 0,0 0-1 0 0,0 0 0 0 0,1 0 0 0 0,-1 0 1 0 0,2 0-1 0 0,-1-1 0 0 0,-1-5 1 0 0,0-8 48 0 0,1 1 0 0 0,0-1 0 0 0,1 1 0 0 0,2-1 0 0 0,3-32 0 0 0,19-67 55 0 0,-15 82-261 0 0,-1 0 0 0 0,4-72 1 0 0,-11 99 6 0 0,0 1 0 0 0,-1 0 0 0 0,0-1 0 0 0,0 1 0 0 0,-1 0 1 0 0,0 0-1 0 0,-1 0 0 0 0,-4-10 0 0 0,5 13-846 0 0,-1 0 0 0 0,0 1 0 0 0,0-1 0 0 0,-6-6 0 0 0</inkml:trace>
</inkml:ink>
</file>

<file path=ppt/ink/ink4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35:02.873"/>
    </inkml:context>
    <inkml:brush xml:id="br0">
      <inkml:brushProperty name="width" value="0.1" units="cm"/>
      <inkml:brushProperty name="height" value="0.1" units="cm"/>
      <inkml:brushProperty name="color" value="#FFFFFF"/>
    </inkml:brush>
  </inkml:definitions>
  <inkml:trace contextRef="#ctx0" brushRef="#br0">22 20 3823 0 0,'0'0'802'0'0,"0"4"-370"0"0,2 12 16 0 0,-2-12 288 0 0,-23 10 4347 0 0,29-18-3992 0 0,43-13-197 0 0,-26 9-381 0 0,32-8 0 0 0,-38 12-387 0 0,0 0 0 0 0,0 2-1 0 0,1 0 1 0 0,-1 1 0 0 0,1 1 0 0 0,32 4-1 0 0,-46-4-98 0 0,16 9 46 0 0,-9-4 39 0 0,0 1-1 0 0,-1 1 0 0 0,0 0 0 0 0,0 0 0 0 0,-1 1 1 0 0,12 11-1 0 0,-15-14-21 0 0,0 5-74 0 0,0 1 34 0 0,-3-8-41 0 0,5 18 6 0 0,-7-18 2 0 0,-1 1 0 0 0,1-1 0 0 0,0 1 0 0 0,-1-1 0 0 0,0 1 0 0 0,0 0 0 0 0,0-1 0 0 0,0 1 0 0 0,-1-1 0 0 0,1 1 0 0 0,-1-1 0 0 0,0 1 0 0 0,-2 5 0 0 0,-2 1 145 0 0,0 0-1 0 0,-12 18 0 0 0,-1 1-91 0 0,-1 0 12 0 0,15-24-42 0 0,0 0-1 0 0,1 0 1 0 0,-1 0 0 0 0,1 1-1 0 0,0-1 1 0 0,1 1 0 0 0,-1 0-1 0 0,1 0 1 0 0,0 0-1 0 0,1 0 1 0 0,-1 0 0 0 0,0 9-1 0 0,2-10-36 0 0,0-2 15 0 0,-1 1 0 0 0,1 0 0 0 0,0 0 0 0 0,0-1-1 0 0,1 1 1 0 0,-1 0 0 0 0,1 0 0 0 0,0-1 0 0 0,0 1-1 0 0,0-1 1 0 0,0 1 0 0 0,3 4 0 0 0,-2-4-1 0 0,1 1 1 0 0,-1 0-1 0 0,1-1 1 0 0,0 0-1 0 0,1 0 1 0 0,-1 0-1 0 0,1 0 1 0 0,4 4-1 0 0,1-2-3 0 0,0-1-1 0 0,1 0 1 0 0,-1 0 0 0 0,1 0-1 0 0,0-2 1 0 0,0 1-1 0 0,1-1 1 0 0,-1 0 0 0 0,15 1-1 0 0,31 2-1 0 0,-49-5 52 0 0,2-2 12 0 0,1 4-60 0 0,-2-1-1 0 0,-7-2 136 0 0,-1 0-147 0 0,0 0 1 0 0,0 0 0 0 0,-1 0-1 0 0,1 0 1 0 0,0 1 0 0 0,0-1-1 0 0,-1 0 1 0 0,1 0 0 0 0,0 0-1 0 0,0 0 1 0 0,-1 1 0 0 0,1-1-1 0 0,0 0 1 0 0,0 0 0 0 0,0 1-1 0 0,0-1 1 0 0,-1 0 0 0 0,1 0-1 0 0,0 1 1 0 0,0-1 0 0 0,0 0-1 0 0,0 0 1 0 0,0 1 0 0 0,0-1-1 0 0,0 1 1 0 0,-9 17 15 0 0,3-10 10 0 0,1 0 17 0 0,-1 0-1 0 0,0 0 0 0 0,-1-1 0 0 0,-8 8 0 0 0,8-6-36 0 0,-1-1 0 0 0,1 1 0 0 0,0 0 0 0 0,1 1 0 0 0,0 0 0 0 0,0 0 0 0 0,-7 20 0 0 0,10-23-16 0 0,-9 18 98 0 0,1 0 1 0 0,2 1-1 0 0,1 0 1 0 0,-9 45-1 0 0,14-48-18 0 0,-1 5 103 0 0,-1 34-1 0 0,4-41-141 0 0,-1-1 1 0 0,-9 37 0 0 0,-22 52 178 0 0,22-78-153 0 0,2 0 0 0 0,1 1 0 0 0,-5 37 0 0 0,-4 62-25 0 0,6-51 154 0 0,-2 101 0 0 0,9 68 170 0 0,-7-109-228 0 0,5-93-112 0 0,-27 167 383 0 0,28-175-396 0 0,-1 43 1 0 0,4-43-10 0 0,0 0 0 0 0,1-16 9 0 0,-5 40-1 0 0,6-58 42 0 0,-1 0 0 0 0,1 1 0 0 0,1-1 0 0 0,1 11 0 0 0,1 30 53 0 0,-3-42-101 0 0,0-1 0 0 0,0 1 0 0 0,-1 0 0 0 0,1-1 0 0 0,-1 1 0 0 0,0-1 0 0 0,-3 7 0 0 0,4-10 0 0 0,-3 9 0 0 0,0 0 0 0 0,0 0 0 0 0,-9 14 0 0 0,3-11-1 0 0,0 4 14 0 0,8-13 1 0 0,0-2-11 0 0,1 0 0 0 0,0 0 0 0 0,-1 0 0 0 0,1 0 1 0 0,-1 0-1 0 0,0 0 0 0 0,1 0 0 0 0,-1 0 0 0 0,0-1 0 0 0,1 1 0 0 0,-1 0 0 0 0,0 0 0 0 0,0-1 0 0 0,-1 2 0 0 0,2-2-3 0 0,-8 7 1 0 0,4-6-2 0 0,-6-1 54 0 0,-17 3-42 0 0,-1-1-19 0 0,21-2 3 0 0,6 0-62 0 0,1 0 65 0 0,0 0-1 0 0,0 1 1 0 0,0-1-1 0 0,-1 0 1 0 0,1 0-1 0 0,0 0 0 0 0,0 0 1 0 0,0 1-1 0 0,-1-1 1 0 0,1 0-1 0 0,0 0 1 0 0,0 0-1 0 0,-1 0 1 0 0,1 0-1 0 0,0 0 1 0 0,0 0-1 0 0,-1 1 1 0 0,1-1-1 0 0,0 0 1 0 0,0 0-1 0 0,-1 0 1 0 0,1 0-1 0 0,0 0 1 0 0,0 0-1 0 0,-1 0 1 0 0,1 0-1 0 0,0 0 1 0 0,0-1-1 0 0,-1 1 0 0 0,1 0 1 0 0,0 0-1 0 0,0 0 1 0 0,-1 0-1 0 0,1 0 1 0 0,0 0-1 0 0,0 0 1 0 0,0-1-1 0 0,-1 1 1 0 0,1 0-1 0 0,-1 0-73 0 0,1 0 0 0 0,-1-1 0 0 0,1 1 0 0 0,-1 0 0 0 0,1 0 1 0 0,-1-1-1 0 0,1 1 0 0 0,-1 0 0 0 0,1-1 0 0 0,-1 1 0 0 0,1-1 0 0 0,-1 1 0 0 0,1 0 0 0 0,0-1 0 0 0,-1 1 0 0 0,1-1 0 0 0,0 1 0 0 0,-1-1 0 0 0,1 1 0 0 0,0-1 0 0 0,0 0-60 0 0,0 0 0 0 0,1 0 0 0 0,-1 0-1 0 0,1 0 1 0 0,0 0 0 0 0,-1 0 0 0 0,1 1-1 0 0,0-1 1 0 0,-1 0 0 0 0,1 1 0 0 0,0-1 0 0 0,0 0-1 0 0,1 0 1 0 0</inkml:trace>
</inkml:ink>
</file>

<file path=ppt/ink/ink4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2-01T20:35:06.942"/>
    </inkml:context>
    <inkml:brush xml:id="br0">
      <inkml:brushProperty name="width" value="0.1" units="cm"/>
      <inkml:brushProperty name="height" value="0.1" units="cm"/>
      <inkml:brushProperty name="color" value="#FFFFFF"/>
    </inkml:brush>
  </inkml:definitions>
  <inkml:trace contextRef="#ctx0" brushRef="#br0">41 2316 3079 0 0,'-16'-30'227'0'0,"15"30"-144"0"0,0 0-1 0 0,0 0 1 0 0,0 0 0 0 0,0 1-1 0 0,-1-1 1 0 0,1 0 0 0 0,0 1-1 0 0,0-1 1 0 0,0 0 0 0 0,0 1-1 0 0,0-1 1 0 0,0 1 0 0 0,0 0-1 0 0,0-1 1 0 0,0 1 0 0 0,0 0-1 0 0,-6 4 2790 0 0,8-18-2272 0 0,1 4-399 0 0,0 1 0 0 0,1-1 0 0 0,0 1 0 0 0,1 0 0 0 0,0 0 0 0 0,0 0 0 0 0,0 1 0 0 0,1-1 0 0 0,10-11 0 0 0,13-21 101 0 0,-14 19 68 0 0,24-29-1 0 0,-10 15 84 0 0,-14 17-222 0 0,2 1 0 0 0,0 1 0 0 0,0 1 0 0 0,2 0 0 0 0,0 1-1 0 0,20-12 1 0 0,-24 18-169 0 0,1 0 0 0 0,1 1 0 0 0,27-9 0 0 0,52-10 186 0 0,-78 22-200 0 0,64-15 442 0 0,147-16 0 0 0,-30 11-178 0 0,40-2 191 0 0,-5 18-128 0 0,-157 9-197 0 0,81 12 1 0 0,3 21 124 0 0,-26-5-151 0 0,25 3 34 0 0,-133-28-177 0 0,130 18 320 0 0,-112-17-174 0 0,68-3 0 0 0,-68-3-155 0 0,91-9 0 0 0,-51 0-3 0 0,29-5 122 0 0,49-16 146 0 0,215-51 216 0 0,-125 15 397 0 0,-37-1-1200 0 0,-187 58 336 0 0,50-16 48 0 0,228-90-33 0 0,-194 67 123 0 0,-32 16-57 0 0,117-69-1 0 0,130-123 130 0 0,-197 142-144 0 0,99-87-80 0 0,-137 97 0 0 0,18-17 0 0 0,10-29 0 0 0,-65 63 0 0 0,-10 13 19 0 0,32-34 26 0 0,-19 3-45 0 0,11-12 0 0 0,-41 58-236 0 0,62-48 0 0 0,-75 69 63 0 0,5-1-374 0 0,-19 8 505 0 0,-1 0 43 0 0,-1 0 0 0 0,0 0 0 0 0,1 0 0 0 0,-1 0 0 0 0,1 0 0 0 0,-1 0 0 0 0,1 0 0 0 0,-1 0 0 0 0,1-1 0 0 0,-1 1 0 0 0,0 0 0 0 0,1 0 0 0 0,-1 0 0 0 0,1 0 0 0 0,-1-1 0 0 0,1 1 0 0 0,-1 0 0 0 0,1-1 0 0 0,-1 0 0 0 0,-20-11 35 0 0,18 10-19 0 0,-15-4 87 0 0,15 6-89 0 0,-3-1 11 0 0,-1 0 0 0 0,1 0 0 0 0,-1 1 1 0 0,0 0-1 0 0,-12 1 0 0 0,-9 1-29 0 0,26-2 3 0 0,-1 1 0 0 0,0-1 0 0 0,0 1 0 0 0,0-1 0 0 0,0 1 0 0 0,0 0 0 0 0,1 0 0 0 0,-1 0 0 0 0,0 1 0 0 0,1-1 0 0 0,-4 3 0 0 0,-26 22 0 0 0,13-10 0 0 0,-10 4 23 0 0,16-12 3 0 0,1 1 0 0 0,1 0-1 0 0,0 0 1 0 0,-12 13 0 0 0,22-21 277 0 0,12 6-238 0 0,-8-5-65 0 0,0 0 1 0 0,0-1-1 0 0,0 0 0 0 0,0 0 0 0 0,1 0 1 0 0,-1 0-1 0 0,0 0 0 0 0,1-1 0 0 0,-1 1 0 0 0,0-1 1 0 0,6 0-1 0 0,1-1 18 0 0,-1-1-1 0 0,16-3 1 0 0,2-1-10 0 0,-19 4 17 0 0,-1 1 0 0 0,-1-1 0 0 0,1 0 0 0 0,0-1 0 0 0,0 1 0 0 0,-1-1-1 0 0,0-1 1 0 0,11-6 0 0 0,-11 6-9 0 0,0 1 1 0 0,0-1-1 0 0,8-1 0 0 0,8-5-6 0 0,6-7 29 0 0,2 3 0 0 0,57-21 0 0 0,-34 13-39 0 0,-43 17 0 0 0,10-6 0 0 0,-7 5 52 0 0,-6 8 64 0 0,-7 0-97 0 0,1 0-1 0 0,-1-1 1 0 0,0 1-1 0 0,1 0 0 0 0,-1 0 1 0 0,0 0-1 0 0,0 0 1 0 0,0 0-1 0 0,-1 0 0 0 0,1 2 1 0 0,-1 2-14 0 0,1-3 0 0 0,0 0-1 0 0,0 0 0 0 0,-1 0 1 0 0,1 0-1 0 0,-1-1 0 0 0,0 1 0 0 0,1 0 1 0 0,-1 0-1 0 0,-1 0 0 0 0,1-1 1 0 0,-2 4-1 0 0,-3 6 8 0 0,1 2 1 0 0,-1 0 0 0 0,-1-1 0 0 0,0 0-1 0 0,-18 24 1 0 0,-5 19 147 0 0,19-37-125 0 0,0 1 0 0 0,1 0-1 0 0,-8 24 1 0 0,3-7 26 0 0,9-24-61 0 0,4-7 0 0 0,-1 0 0 0 0,1 0 0 0 0,0 0 0 0 0,-2 13 1 0 0,1-6-24 0 0,1 16-433 0 0,2-25-755 0 0,0 1 0 0 0,0-1-1 0 0,0 0 1 0 0,-1 1-1 0 0,-1 5 1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925646A-8904-49D9-AB60-1F7F0DF2064A}" type="datetimeFigureOut">
              <a:rPr lang="en-US" smtClean="0"/>
              <a:t>2/3/2026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0F274E-360F-4A14-BA77-F67D91D1DBF1}" type="slidenum">
              <a:rPr lang="en-US" smtClean="0"/>
              <a:t>‹#›</a:t>
            </a:fld>
            <a:endParaRPr lang="en-US"/>
          </a:p>
        </p:txBody>
      </p:sp>
    </p:spTree>
    <p:extLst>
      <p:ext uri="{BB962C8B-B14F-4D97-AF65-F5344CB8AC3E}">
        <p14:creationId xmlns:p14="http://schemas.microsoft.com/office/powerpoint/2010/main" val="17807484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0F274E-360F-4A14-BA77-F67D91D1DBF1}" type="slidenum">
              <a:rPr lang="en-US" smtClean="0"/>
              <a:t>2</a:t>
            </a:fld>
            <a:endParaRPr lang="en-US"/>
          </a:p>
        </p:txBody>
      </p:sp>
    </p:spTree>
    <p:extLst>
      <p:ext uri="{BB962C8B-B14F-4D97-AF65-F5344CB8AC3E}">
        <p14:creationId xmlns:p14="http://schemas.microsoft.com/office/powerpoint/2010/main" val="4013252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20F274E-360F-4A14-BA77-F67D91D1DBF1}" type="slidenum">
              <a:rPr lang="en-US" smtClean="0"/>
              <a:t>4</a:t>
            </a:fld>
            <a:endParaRPr lang="en-US"/>
          </a:p>
        </p:txBody>
      </p:sp>
    </p:spTree>
    <p:extLst>
      <p:ext uri="{BB962C8B-B14F-4D97-AF65-F5344CB8AC3E}">
        <p14:creationId xmlns:p14="http://schemas.microsoft.com/office/powerpoint/2010/main" val="29712289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59833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7FF78DF-AA9C-4388-9FDF-2A0C8151B5B6}"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20CC8A-AE79-4627-8808-5ACA19F9D256}" type="slidenum">
              <a:rPr lang="en-US" smtClean="0"/>
              <a:t>‹#›</a:t>
            </a:fld>
            <a:endParaRPr lang="en-US"/>
          </a:p>
        </p:txBody>
      </p:sp>
    </p:spTree>
    <p:extLst>
      <p:ext uri="{BB962C8B-B14F-4D97-AF65-F5344CB8AC3E}">
        <p14:creationId xmlns:p14="http://schemas.microsoft.com/office/powerpoint/2010/main" val="11702516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FF78DF-AA9C-4388-9FDF-2A0C8151B5B6}"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20CC8A-AE79-4627-8808-5ACA19F9D256}" type="slidenum">
              <a:rPr lang="en-US" smtClean="0"/>
              <a:t>‹#›</a:t>
            </a:fld>
            <a:endParaRPr lang="en-US"/>
          </a:p>
        </p:txBody>
      </p:sp>
    </p:spTree>
    <p:extLst>
      <p:ext uri="{BB962C8B-B14F-4D97-AF65-F5344CB8AC3E}">
        <p14:creationId xmlns:p14="http://schemas.microsoft.com/office/powerpoint/2010/main" val="9190658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589879"/>
            <a:ext cx="9590550"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FF78DF-AA9C-4388-9FDF-2A0C8151B5B6}"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20CC8A-AE79-4627-8808-5ACA19F9D256}" type="slidenum">
              <a:rPr lang="en-US" smtClean="0"/>
              <a:t>‹#›</a:t>
            </a:fld>
            <a:endParaRPr lang="en-US"/>
          </a:p>
        </p:txBody>
      </p:sp>
    </p:spTree>
    <p:extLst>
      <p:ext uri="{BB962C8B-B14F-4D97-AF65-F5344CB8AC3E}">
        <p14:creationId xmlns:p14="http://schemas.microsoft.com/office/powerpoint/2010/main" val="14032346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1732449"/>
            <a:ext cx="5060497"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2892" y="1732449"/>
            <a:ext cx="5064665"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7FF78DF-AA9C-4388-9FDF-2A0C8151B5B6}"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20CC8A-AE79-4627-8808-5ACA19F9D256}" type="slidenum">
              <a:rPr lang="en-US" smtClean="0"/>
              <a:t>‹#›</a:t>
            </a:fld>
            <a:endParaRPr lang="en-US"/>
          </a:p>
        </p:txBody>
      </p:sp>
    </p:spTree>
    <p:extLst>
      <p:ext uri="{BB962C8B-B14F-4D97-AF65-F5344CB8AC3E}">
        <p14:creationId xmlns:p14="http://schemas.microsoft.com/office/powerpoint/2010/main" val="19116474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89072" cy="4148769"/>
          </a:xfrm>
          <a:prstGeom prst="rect">
            <a:avLst/>
          </a:prstGeom>
        </p:spPr>
      </p:pic>
      <p:pic>
        <p:nvPicPr>
          <p:cNvPr id="21" name="Picture 20" descr="Slate-V2-H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78485" y="1734506"/>
            <a:ext cx="5089072" cy="4148769"/>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05872" y="1835254"/>
            <a:ext cx="4876344"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05872" y="2380137"/>
            <a:ext cx="4876344"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94967" y="1835254"/>
            <a:ext cx="4895330"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94967" y="2380137"/>
            <a:ext cx="4895330"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7FF78DF-AA9C-4388-9FDF-2A0C8151B5B6}" type="datetimeFigureOut">
              <a:rPr lang="en-US" smtClean="0"/>
              <a:t>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920CC8A-AE79-4627-8808-5ACA19F9D256}" type="slidenum">
              <a:rPr lang="en-US" smtClean="0"/>
              <a:t>‹#›</a:t>
            </a:fld>
            <a:endParaRPr lang="en-US"/>
          </a:p>
        </p:txBody>
      </p:sp>
    </p:spTree>
    <p:extLst>
      <p:ext uri="{BB962C8B-B14F-4D97-AF65-F5344CB8AC3E}">
        <p14:creationId xmlns:p14="http://schemas.microsoft.com/office/powerpoint/2010/main" val="2382403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7FF78DF-AA9C-4388-9FDF-2A0C8151B5B6}" type="datetimeFigureOut">
              <a:rPr lang="en-US" smtClean="0"/>
              <a:t>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20CC8A-AE79-4627-8808-5ACA19F9D256}" type="slidenum">
              <a:rPr lang="en-US" smtClean="0"/>
              <a:t>‹#›</a:t>
            </a:fld>
            <a:endParaRPr lang="en-US"/>
          </a:p>
        </p:txBody>
      </p:sp>
    </p:spTree>
    <p:extLst>
      <p:ext uri="{BB962C8B-B14F-4D97-AF65-F5344CB8AC3E}">
        <p14:creationId xmlns:p14="http://schemas.microsoft.com/office/powerpoint/2010/main" val="15706702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7FF78DF-AA9C-4388-9FDF-2A0C8151B5B6}" type="datetimeFigureOut">
              <a:rPr lang="en-US" smtClean="0"/>
              <a:t>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920CC8A-AE79-4627-8808-5ACA19F9D256}" type="slidenum">
              <a:rPr lang="en-US" smtClean="0"/>
              <a:t>‹#›</a:t>
            </a:fld>
            <a:endParaRPr lang="en-US"/>
          </a:p>
        </p:txBody>
      </p:sp>
    </p:spTree>
    <p:extLst>
      <p:ext uri="{BB962C8B-B14F-4D97-AF65-F5344CB8AC3E}">
        <p14:creationId xmlns:p14="http://schemas.microsoft.com/office/powerpoint/2010/main" val="33908219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431518"/>
            <a:ext cx="3706889"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FF78DF-AA9C-4388-9FDF-2A0C8151B5B6}"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20CC8A-AE79-4627-8808-5ACA19F9D256}" type="slidenum">
              <a:rPr lang="en-US" smtClean="0"/>
              <a:t>‹#›</a:t>
            </a:fld>
            <a:endParaRPr lang="en-US"/>
          </a:p>
        </p:txBody>
      </p:sp>
    </p:spTree>
    <p:extLst>
      <p:ext uri="{BB962C8B-B14F-4D97-AF65-F5344CB8AC3E}">
        <p14:creationId xmlns:p14="http://schemas.microsoft.com/office/powerpoint/2010/main" val="17337414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609923"/>
            <a:ext cx="5934949"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3795" y="2439261"/>
            <a:ext cx="5934949"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7FF78DF-AA9C-4388-9FDF-2A0C8151B5B6}"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20CC8A-AE79-4627-8808-5ACA19F9D256}" type="slidenum">
              <a:rPr lang="en-US" smtClean="0"/>
              <a:t>‹#›</a:t>
            </a:fld>
            <a:endParaRPr lang="en-US"/>
          </a:p>
        </p:txBody>
      </p:sp>
    </p:spTree>
    <p:extLst>
      <p:ext uri="{BB962C8B-B14F-4D97-AF65-F5344CB8AC3E}">
        <p14:creationId xmlns:p14="http://schemas.microsoft.com/office/powerpoint/2010/main" val="41562443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5376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FF78DF-AA9C-4388-9FDF-2A0C8151B5B6}"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20CC8A-AE79-4627-8808-5ACA19F9D256}" type="slidenum">
              <a:rPr lang="en-US" smtClean="0"/>
              <a:t>‹#›</a:t>
            </a:fld>
            <a:endParaRPr lang="en-US"/>
          </a:p>
        </p:txBody>
      </p:sp>
    </p:spTree>
    <p:extLst>
      <p:ext uri="{BB962C8B-B14F-4D97-AF65-F5344CB8AC3E}">
        <p14:creationId xmlns:p14="http://schemas.microsoft.com/office/powerpoint/2010/main" val="33299405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FF78DF-AA9C-4388-9FDF-2A0C8151B5B6}"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20CC8A-AE79-4627-8808-5ACA19F9D256}" type="slidenum">
              <a:rPr lang="en-US" smtClean="0"/>
              <a:t>‹#›</a:t>
            </a:fld>
            <a:endParaRPr lang="en-US"/>
          </a:p>
        </p:txBody>
      </p:sp>
    </p:spTree>
    <p:extLst>
      <p:ext uri="{BB962C8B-B14F-4D97-AF65-F5344CB8AC3E}">
        <p14:creationId xmlns:p14="http://schemas.microsoft.com/office/powerpoint/2010/main" val="26751447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FF78DF-AA9C-4388-9FDF-2A0C8151B5B6}"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20CC8A-AE79-4627-8808-5ACA19F9D256}" type="slidenum">
              <a:rPr lang="en-US" smtClean="0"/>
              <a:t>‹#›</a:t>
            </a:fld>
            <a:endParaRPr lang="en-US"/>
          </a:p>
        </p:txBody>
      </p:sp>
      <p:sp>
        <p:nvSpPr>
          <p:cNvPr id="11" name="TextBox 10"/>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3782460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7FF78DF-AA9C-4388-9FDF-2A0C8151B5B6}" type="datetimeFigureOut">
              <a:rPr lang="en-US" smtClean="0"/>
              <a:t>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920CC8A-AE79-4627-8808-5ACA19F9D256}" type="slidenum">
              <a:rPr lang="en-US" smtClean="0"/>
              <a:t>‹#›</a:t>
            </a:fld>
            <a:endParaRPr lang="en-US"/>
          </a:p>
        </p:txBody>
      </p:sp>
    </p:spTree>
    <p:extLst>
      <p:ext uri="{BB962C8B-B14F-4D97-AF65-F5344CB8AC3E}">
        <p14:creationId xmlns:p14="http://schemas.microsoft.com/office/powerpoint/2010/main" val="366128535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571750"/>
            <a:ext cx="3300984"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7FF78DF-AA9C-4388-9FDF-2A0C8151B5B6}" type="datetimeFigureOut">
              <a:rPr lang="en-US" smtClean="0"/>
              <a:t>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20CC8A-AE79-4627-8808-5ACA19F9D256}" type="slidenum">
              <a:rPr lang="en-US" smtClean="0"/>
              <a:t>‹#›</a:t>
            </a:fld>
            <a:endParaRPr lang="en-US"/>
          </a:p>
        </p:txBody>
      </p:sp>
    </p:spTree>
    <p:extLst>
      <p:ext uri="{BB962C8B-B14F-4D97-AF65-F5344CB8AC3E}">
        <p14:creationId xmlns:p14="http://schemas.microsoft.com/office/powerpoint/2010/main" val="17500475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480368"/>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480367"/>
            <a:ext cx="3300984"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480365"/>
            <a:ext cx="3300984"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7FF78DF-AA9C-4388-9FDF-2A0C8151B5B6}" type="datetimeFigureOut">
              <a:rPr lang="en-US" smtClean="0"/>
              <a:t>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920CC8A-AE79-4627-8808-5ACA19F9D256}" type="slidenum">
              <a:rPr lang="en-US" smtClean="0"/>
              <a:t>‹#›</a:t>
            </a:fld>
            <a:endParaRPr lang="en-US"/>
          </a:p>
        </p:txBody>
      </p:sp>
    </p:spTree>
    <p:extLst>
      <p:ext uri="{BB962C8B-B14F-4D97-AF65-F5344CB8AC3E}">
        <p14:creationId xmlns:p14="http://schemas.microsoft.com/office/powerpoint/2010/main" val="19511182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FF78DF-AA9C-4388-9FDF-2A0C8151B5B6}"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20CC8A-AE79-4627-8808-5ACA19F9D256}" type="slidenum">
              <a:rPr lang="en-US" smtClean="0"/>
              <a:t>‹#›</a:t>
            </a:fld>
            <a:endParaRPr lang="en-US"/>
          </a:p>
        </p:txBody>
      </p:sp>
    </p:spTree>
    <p:extLst>
      <p:ext uri="{BB962C8B-B14F-4D97-AF65-F5344CB8AC3E}">
        <p14:creationId xmlns:p14="http://schemas.microsoft.com/office/powerpoint/2010/main" val="7654400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7FF78DF-AA9C-4388-9FDF-2A0C8151B5B6}" type="datetimeFigureOut">
              <a:rPr lang="en-US" smtClean="0"/>
              <a:t>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920CC8A-AE79-4627-8808-5ACA19F9D256}" type="slidenum">
              <a:rPr lang="en-US" smtClean="0"/>
              <a:t>‹#›</a:t>
            </a:fld>
            <a:endParaRPr lang="en-US"/>
          </a:p>
        </p:txBody>
      </p:sp>
    </p:spTree>
    <p:extLst>
      <p:ext uri="{BB962C8B-B14F-4D97-AF65-F5344CB8AC3E}">
        <p14:creationId xmlns:p14="http://schemas.microsoft.com/office/powerpoint/2010/main" val="6415761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1732449"/>
            <a:ext cx="1035376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37FF78DF-AA9C-4388-9FDF-2A0C8151B5B6}" type="datetimeFigureOut">
              <a:rPr lang="en-US" smtClean="0"/>
              <a:t>2/3/2026</a:t>
            </a:fld>
            <a:endParaRPr lang="en-US"/>
          </a:p>
        </p:txBody>
      </p:sp>
      <p:sp>
        <p:nvSpPr>
          <p:cNvPr id="5" name="Footer Placeholder 4"/>
          <p:cNvSpPr>
            <a:spLocks noGrp="1"/>
          </p:cNvSpPr>
          <p:nvPr>
            <p:ph type="ftr" sz="quarter" idx="3"/>
          </p:nvPr>
        </p:nvSpPr>
        <p:spPr>
          <a:xfrm>
            <a:off x="913795" y="5883275"/>
            <a:ext cx="6672865"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5920CC8A-AE79-4627-8808-5ACA19F9D256}" type="slidenum">
              <a:rPr lang="en-US" smtClean="0"/>
              <a:t>‹#›</a:t>
            </a:fld>
            <a:endParaRPr lang="en-US"/>
          </a:p>
        </p:txBody>
      </p:sp>
    </p:spTree>
    <p:extLst>
      <p:ext uri="{BB962C8B-B14F-4D97-AF65-F5344CB8AC3E}">
        <p14:creationId xmlns:p14="http://schemas.microsoft.com/office/powerpoint/2010/main" val="313691259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17" Type="http://schemas.openxmlformats.org/officeDocument/2006/relationships/image" Target="../media/image63.png"/><Relationship Id="rId299" Type="http://schemas.openxmlformats.org/officeDocument/2006/relationships/customXml" Target="../ink/ink148.xml"/><Relationship Id="rId21" Type="http://schemas.openxmlformats.org/officeDocument/2006/relationships/image" Target="../media/image15.png"/><Relationship Id="rId63" Type="http://schemas.openxmlformats.org/officeDocument/2006/relationships/image" Target="../media/image36.png"/><Relationship Id="rId159" Type="http://schemas.openxmlformats.org/officeDocument/2006/relationships/image" Target="../media/image84.png"/><Relationship Id="rId324" Type="http://schemas.openxmlformats.org/officeDocument/2006/relationships/image" Target="../media/image167.png"/><Relationship Id="rId366" Type="http://schemas.openxmlformats.org/officeDocument/2006/relationships/image" Target="../media/image188.png"/><Relationship Id="rId170" Type="http://schemas.openxmlformats.org/officeDocument/2006/relationships/customXml" Target="../ink/ink84.xml"/><Relationship Id="rId226" Type="http://schemas.openxmlformats.org/officeDocument/2006/relationships/image" Target="../media/image118.png"/><Relationship Id="rId268" Type="http://schemas.openxmlformats.org/officeDocument/2006/relationships/image" Target="../media/image139.png"/><Relationship Id="rId32" Type="http://schemas.openxmlformats.org/officeDocument/2006/relationships/customXml" Target="../ink/ink15.xml"/><Relationship Id="rId74" Type="http://schemas.openxmlformats.org/officeDocument/2006/relationships/customXml" Target="../ink/ink36.xml"/><Relationship Id="rId128" Type="http://schemas.openxmlformats.org/officeDocument/2006/relationships/customXml" Target="../ink/ink63.xml"/><Relationship Id="rId335" Type="http://schemas.openxmlformats.org/officeDocument/2006/relationships/customXml" Target="../ink/ink166.xml"/><Relationship Id="rId5" Type="http://schemas.openxmlformats.org/officeDocument/2006/relationships/image" Target="../media/image7.png"/><Relationship Id="rId181" Type="http://schemas.openxmlformats.org/officeDocument/2006/relationships/image" Target="../media/image95.png"/><Relationship Id="rId237" Type="http://schemas.openxmlformats.org/officeDocument/2006/relationships/customXml" Target="../ink/ink117.xml"/><Relationship Id="rId279" Type="http://schemas.openxmlformats.org/officeDocument/2006/relationships/customXml" Target="../ink/ink138.xml"/><Relationship Id="rId43" Type="http://schemas.openxmlformats.org/officeDocument/2006/relationships/image" Target="../media/image26.png"/><Relationship Id="rId139" Type="http://schemas.openxmlformats.org/officeDocument/2006/relationships/image" Target="../media/image74.png"/><Relationship Id="rId290" Type="http://schemas.openxmlformats.org/officeDocument/2006/relationships/image" Target="../media/image150.png"/><Relationship Id="rId304" Type="http://schemas.openxmlformats.org/officeDocument/2006/relationships/image" Target="../media/image157.png"/><Relationship Id="rId346" Type="http://schemas.openxmlformats.org/officeDocument/2006/relationships/image" Target="../media/image178.png"/><Relationship Id="rId85" Type="http://schemas.openxmlformats.org/officeDocument/2006/relationships/image" Target="../media/image47.png"/><Relationship Id="rId150" Type="http://schemas.openxmlformats.org/officeDocument/2006/relationships/customXml" Target="../ink/ink74.xml"/><Relationship Id="rId192" Type="http://schemas.openxmlformats.org/officeDocument/2006/relationships/customXml" Target="../ink/ink95.xml"/><Relationship Id="rId206" Type="http://schemas.openxmlformats.org/officeDocument/2006/relationships/image" Target="../media/image108.png"/><Relationship Id="rId248" Type="http://schemas.openxmlformats.org/officeDocument/2006/relationships/image" Target="../media/image129.png"/><Relationship Id="rId12" Type="http://schemas.openxmlformats.org/officeDocument/2006/relationships/customXml" Target="../ink/ink5.xml"/><Relationship Id="rId108" Type="http://schemas.openxmlformats.org/officeDocument/2006/relationships/customXml" Target="../ink/ink53.xml"/><Relationship Id="rId315" Type="http://schemas.openxmlformats.org/officeDocument/2006/relationships/customXml" Target="../ink/ink156.xml"/><Relationship Id="rId357" Type="http://schemas.openxmlformats.org/officeDocument/2006/relationships/customXml" Target="../ink/ink177.xml"/><Relationship Id="rId54" Type="http://schemas.openxmlformats.org/officeDocument/2006/relationships/customXml" Target="../ink/ink26.xml"/><Relationship Id="rId96" Type="http://schemas.openxmlformats.org/officeDocument/2006/relationships/customXml" Target="../ink/ink47.xml"/><Relationship Id="rId161" Type="http://schemas.openxmlformats.org/officeDocument/2006/relationships/image" Target="../media/image85.png"/><Relationship Id="rId217" Type="http://schemas.openxmlformats.org/officeDocument/2006/relationships/customXml" Target="../ink/ink107.xml"/><Relationship Id="rId259" Type="http://schemas.openxmlformats.org/officeDocument/2006/relationships/customXml" Target="../ink/ink128.xml"/><Relationship Id="rId23" Type="http://schemas.openxmlformats.org/officeDocument/2006/relationships/image" Target="../media/image16.png"/><Relationship Id="rId119" Type="http://schemas.openxmlformats.org/officeDocument/2006/relationships/image" Target="../media/image64.png"/><Relationship Id="rId270" Type="http://schemas.openxmlformats.org/officeDocument/2006/relationships/image" Target="../media/image140.png"/><Relationship Id="rId326" Type="http://schemas.openxmlformats.org/officeDocument/2006/relationships/image" Target="../media/image168.png"/><Relationship Id="rId65" Type="http://schemas.openxmlformats.org/officeDocument/2006/relationships/image" Target="../media/image37.png"/><Relationship Id="rId130" Type="http://schemas.openxmlformats.org/officeDocument/2006/relationships/customXml" Target="../ink/ink64.xml"/><Relationship Id="rId368" Type="http://schemas.openxmlformats.org/officeDocument/2006/relationships/image" Target="../media/image189.png"/><Relationship Id="rId172" Type="http://schemas.openxmlformats.org/officeDocument/2006/relationships/customXml" Target="../ink/ink85.xml"/><Relationship Id="rId228" Type="http://schemas.openxmlformats.org/officeDocument/2006/relationships/image" Target="../media/image119.png"/><Relationship Id="rId281" Type="http://schemas.openxmlformats.org/officeDocument/2006/relationships/customXml" Target="../ink/ink139.xml"/><Relationship Id="rId337" Type="http://schemas.openxmlformats.org/officeDocument/2006/relationships/customXml" Target="../ink/ink167.xml"/><Relationship Id="rId34" Type="http://schemas.openxmlformats.org/officeDocument/2006/relationships/customXml" Target="../ink/ink16.xml"/><Relationship Id="rId76" Type="http://schemas.openxmlformats.org/officeDocument/2006/relationships/customXml" Target="../ink/ink37.xml"/><Relationship Id="rId141" Type="http://schemas.openxmlformats.org/officeDocument/2006/relationships/image" Target="../media/image75.png"/><Relationship Id="rId7" Type="http://schemas.openxmlformats.org/officeDocument/2006/relationships/image" Target="../media/image8.png"/><Relationship Id="rId183" Type="http://schemas.openxmlformats.org/officeDocument/2006/relationships/image" Target="../media/image96.png"/><Relationship Id="rId239" Type="http://schemas.openxmlformats.org/officeDocument/2006/relationships/customXml" Target="../ink/ink118.xml"/><Relationship Id="rId250" Type="http://schemas.openxmlformats.org/officeDocument/2006/relationships/image" Target="../media/image130.png"/><Relationship Id="rId292" Type="http://schemas.openxmlformats.org/officeDocument/2006/relationships/image" Target="../media/image151.png"/><Relationship Id="rId306" Type="http://schemas.openxmlformats.org/officeDocument/2006/relationships/image" Target="../media/image158.png"/><Relationship Id="rId45" Type="http://schemas.openxmlformats.org/officeDocument/2006/relationships/image" Target="../media/image27.png"/><Relationship Id="rId87" Type="http://schemas.openxmlformats.org/officeDocument/2006/relationships/image" Target="../media/image48.png"/><Relationship Id="rId110" Type="http://schemas.openxmlformats.org/officeDocument/2006/relationships/customXml" Target="../ink/ink54.xml"/><Relationship Id="rId348" Type="http://schemas.openxmlformats.org/officeDocument/2006/relationships/image" Target="../media/image179.png"/><Relationship Id="rId152" Type="http://schemas.openxmlformats.org/officeDocument/2006/relationships/customXml" Target="../ink/ink75.xml"/><Relationship Id="rId194" Type="http://schemas.openxmlformats.org/officeDocument/2006/relationships/customXml" Target="../ink/ink96.xml"/><Relationship Id="rId208" Type="http://schemas.openxmlformats.org/officeDocument/2006/relationships/image" Target="../media/image109.png"/><Relationship Id="rId261" Type="http://schemas.openxmlformats.org/officeDocument/2006/relationships/customXml" Target="../ink/ink129.xml"/><Relationship Id="rId14" Type="http://schemas.openxmlformats.org/officeDocument/2006/relationships/customXml" Target="../ink/ink6.xml"/><Relationship Id="rId56" Type="http://schemas.openxmlformats.org/officeDocument/2006/relationships/customXml" Target="../ink/ink27.xml"/><Relationship Id="rId317" Type="http://schemas.openxmlformats.org/officeDocument/2006/relationships/customXml" Target="../ink/ink157.xml"/><Relationship Id="rId359" Type="http://schemas.openxmlformats.org/officeDocument/2006/relationships/customXml" Target="../ink/ink178.xml"/><Relationship Id="rId98" Type="http://schemas.openxmlformats.org/officeDocument/2006/relationships/customXml" Target="../ink/ink48.xml"/><Relationship Id="rId121" Type="http://schemas.openxmlformats.org/officeDocument/2006/relationships/image" Target="../media/image65.png"/><Relationship Id="rId163" Type="http://schemas.openxmlformats.org/officeDocument/2006/relationships/image" Target="../media/image86.png"/><Relationship Id="rId219" Type="http://schemas.openxmlformats.org/officeDocument/2006/relationships/customXml" Target="../ink/ink108.xml"/><Relationship Id="rId370" Type="http://schemas.openxmlformats.org/officeDocument/2006/relationships/image" Target="../media/image190.png"/><Relationship Id="rId230" Type="http://schemas.openxmlformats.org/officeDocument/2006/relationships/image" Target="../media/image120.png"/><Relationship Id="rId25" Type="http://schemas.openxmlformats.org/officeDocument/2006/relationships/image" Target="../media/image17.png"/><Relationship Id="rId67" Type="http://schemas.openxmlformats.org/officeDocument/2006/relationships/image" Target="../media/image38.png"/><Relationship Id="rId272" Type="http://schemas.openxmlformats.org/officeDocument/2006/relationships/image" Target="../media/image141.png"/><Relationship Id="rId328" Type="http://schemas.openxmlformats.org/officeDocument/2006/relationships/image" Target="../media/image169.png"/><Relationship Id="rId132" Type="http://schemas.openxmlformats.org/officeDocument/2006/relationships/customXml" Target="../ink/ink65.xml"/><Relationship Id="rId174" Type="http://schemas.openxmlformats.org/officeDocument/2006/relationships/customXml" Target="../ink/ink86.xml"/><Relationship Id="rId241" Type="http://schemas.openxmlformats.org/officeDocument/2006/relationships/customXml" Target="../ink/ink119.xml"/><Relationship Id="rId15" Type="http://schemas.openxmlformats.org/officeDocument/2006/relationships/image" Target="../media/image12.png"/><Relationship Id="rId36" Type="http://schemas.openxmlformats.org/officeDocument/2006/relationships/customXml" Target="../ink/ink17.xml"/><Relationship Id="rId57" Type="http://schemas.openxmlformats.org/officeDocument/2006/relationships/image" Target="../media/image33.png"/><Relationship Id="rId262" Type="http://schemas.openxmlformats.org/officeDocument/2006/relationships/image" Target="../media/image136.png"/><Relationship Id="rId283" Type="http://schemas.openxmlformats.org/officeDocument/2006/relationships/customXml" Target="../ink/ink140.xml"/><Relationship Id="rId318" Type="http://schemas.openxmlformats.org/officeDocument/2006/relationships/image" Target="../media/image164.png"/><Relationship Id="rId339" Type="http://schemas.openxmlformats.org/officeDocument/2006/relationships/customXml" Target="../ink/ink168.xml"/><Relationship Id="rId78" Type="http://schemas.openxmlformats.org/officeDocument/2006/relationships/customXml" Target="../ink/ink38.xml"/><Relationship Id="rId99" Type="http://schemas.openxmlformats.org/officeDocument/2006/relationships/image" Target="../media/image54.png"/><Relationship Id="rId101" Type="http://schemas.openxmlformats.org/officeDocument/2006/relationships/image" Target="../media/image55.png"/><Relationship Id="rId122" Type="http://schemas.openxmlformats.org/officeDocument/2006/relationships/customXml" Target="../ink/ink60.xml"/><Relationship Id="rId143" Type="http://schemas.openxmlformats.org/officeDocument/2006/relationships/image" Target="../media/image76.png"/><Relationship Id="rId164" Type="http://schemas.openxmlformats.org/officeDocument/2006/relationships/customXml" Target="../ink/ink81.xml"/><Relationship Id="rId185" Type="http://schemas.openxmlformats.org/officeDocument/2006/relationships/image" Target="../media/image97.png"/><Relationship Id="rId350" Type="http://schemas.openxmlformats.org/officeDocument/2006/relationships/image" Target="../media/image180.png"/><Relationship Id="rId371" Type="http://schemas.openxmlformats.org/officeDocument/2006/relationships/customXml" Target="../ink/ink184.xml"/><Relationship Id="rId9" Type="http://schemas.openxmlformats.org/officeDocument/2006/relationships/image" Target="../media/image9.png"/><Relationship Id="rId210" Type="http://schemas.openxmlformats.org/officeDocument/2006/relationships/image" Target="../media/image110.png"/><Relationship Id="rId26" Type="http://schemas.openxmlformats.org/officeDocument/2006/relationships/customXml" Target="../ink/ink12.xml"/><Relationship Id="rId231" Type="http://schemas.openxmlformats.org/officeDocument/2006/relationships/customXml" Target="../ink/ink114.xml"/><Relationship Id="rId252" Type="http://schemas.openxmlformats.org/officeDocument/2006/relationships/image" Target="../media/image131.png"/><Relationship Id="rId273" Type="http://schemas.openxmlformats.org/officeDocument/2006/relationships/customXml" Target="../ink/ink135.xml"/><Relationship Id="rId294" Type="http://schemas.openxmlformats.org/officeDocument/2006/relationships/image" Target="../media/image152.png"/><Relationship Id="rId308" Type="http://schemas.openxmlformats.org/officeDocument/2006/relationships/image" Target="../media/image159.png"/><Relationship Id="rId329" Type="http://schemas.openxmlformats.org/officeDocument/2006/relationships/customXml" Target="../ink/ink163.xml"/><Relationship Id="rId47" Type="http://schemas.openxmlformats.org/officeDocument/2006/relationships/image" Target="../media/image28.png"/><Relationship Id="rId68" Type="http://schemas.openxmlformats.org/officeDocument/2006/relationships/customXml" Target="../ink/ink33.xml"/><Relationship Id="rId89" Type="http://schemas.openxmlformats.org/officeDocument/2006/relationships/image" Target="../media/image49.png"/><Relationship Id="rId112" Type="http://schemas.openxmlformats.org/officeDocument/2006/relationships/customXml" Target="../ink/ink55.xml"/><Relationship Id="rId133" Type="http://schemas.openxmlformats.org/officeDocument/2006/relationships/image" Target="../media/image71.png"/><Relationship Id="rId154" Type="http://schemas.openxmlformats.org/officeDocument/2006/relationships/customXml" Target="../ink/ink76.xml"/><Relationship Id="rId175" Type="http://schemas.openxmlformats.org/officeDocument/2006/relationships/image" Target="../media/image92.png"/><Relationship Id="rId340" Type="http://schemas.openxmlformats.org/officeDocument/2006/relationships/image" Target="../media/image175.png"/><Relationship Id="rId361" Type="http://schemas.openxmlformats.org/officeDocument/2006/relationships/customXml" Target="../ink/ink179.xml"/><Relationship Id="rId196" Type="http://schemas.openxmlformats.org/officeDocument/2006/relationships/customXml" Target="../ink/ink97.xml"/><Relationship Id="rId200" Type="http://schemas.openxmlformats.org/officeDocument/2006/relationships/customXml" Target="../ink/ink99.xml"/><Relationship Id="rId16" Type="http://schemas.openxmlformats.org/officeDocument/2006/relationships/customXml" Target="../ink/ink7.xml"/><Relationship Id="rId221" Type="http://schemas.openxmlformats.org/officeDocument/2006/relationships/customXml" Target="../ink/ink109.xml"/><Relationship Id="rId242" Type="http://schemas.openxmlformats.org/officeDocument/2006/relationships/image" Target="../media/image126.png"/><Relationship Id="rId263" Type="http://schemas.openxmlformats.org/officeDocument/2006/relationships/customXml" Target="../ink/ink130.xml"/><Relationship Id="rId284" Type="http://schemas.openxmlformats.org/officeDocument/2006/relationships/image" Target="../media/image147.png"/><Relationship Id="rId319" Type="http://schemas.openxmlformats.org/officeDocument/2006/relationships/customXml" Target="../ink/ink158.xml"/><Relationship Id="rId37" Type="http://schemas.openxmlformats.org/officeDocument/2006/relationships/image" Target="../media/image23.png"/><Relationship Id="rId58" Type="http://schemas.openxmlformats.org/officeDocument/2006/relationships/customXml" Target="../ink/ink28.xml"/><Relationship Id="rId79" Type="http://schemas.openxmlformats.org/officeDocument/2006/relationships/image" Target="../media/image44.png"/><Relationship Id="rId102" Type="http://schemas.openxmlformats.org/officeDocument/2006/relationships/customXml" Target="../ink/ink50.xml"/><Relationship Id="rId123" Type="http://schemas.openxmlformats.org/officeDocument/2006/relationships/image" Target="../media/image66.png"/><Relationship Id="rId144" Type="http://schemas.openxmlformats.org/officeDocument/2006/relationships/customXml" Target="../ink/ink71.xml"/><Relationship Id="rId330" Type="http://schemas.openxmlformats.org/officeDocument/2006/relationships/image" Target="../media/image170.png"/><Relationship Id="rId90" Type="http://schemas.openxmlformats.org/officeDocument/2006/relationships/customXml" Target="../ink/ink44.xml"/><Relationship Id="rId165" Type="http://schemas.openxmlformats.org/officeDocument/2006/relationships/image" Target="../media/image87.png"/><Relationship Id="rId186" Type="http://schemas.openxmlformats.org/officeDocument/2006/relationships/customXml" Target="../ink/ink92.xml"/><Relationship Id="rId351" Type="http://schemas.openxmlformats.org/officeDocument/2006/relationships/customXml" Target="../ink/ink174.xml"/><Relationship Id="rId372" Type="http://schemas.openxmlformats.org/officeDocument/2006/relationships/image" Target="../media/image191.png"/><Relationship Id="rId211" Type="http://schemas.openxmlformats.org/officeDocument/2006/relationships/customXml" Target="../ink/ink104.xml"/><Relationship Id="rId232" Type="http://schemas.openxmlformats.org/officeDocument/2006/relationships/image" Target="../media/image121.png"/><Relationship Id="rId253" Type="http://schemas.openxmlformats.org/officeDocument/2006/relationships/customXml" Target="../ink/ink125.xml"/><Relationship Id="rId274" Type="http://schemas.openxmlformats.org/officeDocument/2006/relationships/image" Target="../media/image142.png"/><Relationship Id="rId295" Type="http://schemas.openxmlformats.org/officeDocument/2006/relationships/customXml" Target="../ink/ink146.xml"/><Relationship Id="rId309" Type="http://schemas.openxmlformats.org/officeDocument/2006/relationships/customXml" Target="../ink/ink153.xml"/><Relationship Id="rId27" Type="http://schemas.openxmlformats.org/officeDocument/2006/relationships/image" Target="../media/image18.png"/><Relationship Id="rId48" Type="http://schemas.openxmlformats.org/officeDocument/2006/relationships/customXml" Target="../ink/ink23.xml"/><Relationship Id="rId69" Type="http://schemas.openxmlformats.org/officeDocument/2006/relationships/image" Target="../media/image39.png"/><Relationship Id="rId113" Type="http://schemas.openxmlformats.org/officeDocument/2006/relationships/image" Target="../media/image61.png"/><Relationship Id="rId134" Type="http://schemas.openxmlformats.org/officeDocument/2006/relationships/customXml" Target="../ink/ink66.xml"/><Relationship Id="rId320" Type="http://schemas.openxmlformats.org/officeDocument/2006/relationships/image" Target="../media/image165.png"/><Relationship Id="rId80" Type="http://schemas.openxmlformats.org/officeDocument/2006/relationships/customXml" Target="../ink/ink39.xml"/><Relationship Id="rId155" Type="http://schemas.openxmlformats.org/officeDocument/2006/relationships/image" Target="../media/image82.png"/><Relationship Id="rId176" Type="http://schemas.openxmlformats.org/officeDocument/2006/relationships/customXml" Target="../ink/ink87.xml"/><Relationship Id="rId197" Type="http://schemas.openxmlformats.org/officeDocument/2006/relationships/image" Target="../media/image103.png"/><Relationship Id="rId341" Type="http://schemas.openxmlformats.org/officeDocument/2006/relationships/customXml" Target="../ink/ink169.xml"/><Relationship Id="rId362" Type="http://schemas.openxmlformats.org/officeDocument/2006/relationships/image" Target="../media/image186.png"/><Relationship Id="rId201" Type="http://schemas.openxmlformats.org/officeDocument/2006/relationships/image" Target="../media/image105.png"/><Relationship Id="rId222" Type="http://schemas.openxmlformats.org/officeDocument/2006/relationships/image" Target="../media/image116.png"/><Relationship Id="rId243" Type="http://schemas.openxmlformats.org/officeDocument/2006/relationships/customXml" Target="../ink/ink120.xml"/><Relationship Id="rId264" Type="http://schemas.openxmlformats.org/officeDocument/2006/relationships/image" Target="../media/image137.png"/><Relationship Id="rId285" Type="http://schemas.openxmlformats.org/officeDocument/2006/relationships/customXml" Target="../ink/ink141.xml"/><Relationship Id="rId17" Type="http://schemas.openxmlformats.org/officeDocument/2006/relationships/image" Target="../media/image13.png"/><Relationship Id="rId38" Type="http://schemas.openxmlformats.org/officeDocument/2006/relationships/customXml" Target="../ink/ink18.xml"/><Relationship Id="rId59" Type="http://schemas.openxmlformats.org/officeDocument/2006/relationships/image" Target="../media/image34.png"/><Relationship Id="rId103" Type="http://schemas.openxmlformats.org/officeDocument/2006/relationships/image" Target="../media/image56.png"/><Relationship Id="rId124" Type="http://schemas.openxmlformats.org/officeDocument/2006/relationships/customXml" Target="../ink/ink61.xml"/><Relationship Id="rId310" Type="http://schemas.openxmlformats.org/officeDocument/2006/relationships/image" Target="../media/image160.png"/><Relationship Id="rId70" Type="http://schemas.openxmlformats.org/officeDocument/2006/relationships/customXml" Target="../ink/ink34.xml"/><Relationship Id="rId91" Type="http://schemas.openxmlformats.org/officeDocument/2006/relationships/image" Target="../media/image50.png"/><Relationship Id="rId145" Type="http://schemas.openxmlformats.org/officeDocument/2006/relationships/image" Target="../media/image77.png"/><Relationship Id="rId166" Type="http://schemas.openxmlformats.org/officeDocument/2006/relationships/customXml" Target="../ink/ink82.xml"/><Relationship Id="rId187" Type="http://schemas.openxmlformats.org/officeDocument/2006/relationships/image" Target="../media/image98.png"/><Relationship Id="rId331" Type="http://schemas.openxmlformats.org/officeDocument/2006/relationships/customXml" Target="../ink/ink164.xml"/><Relationship Id="rId352" Type="http://schemas.openxmlformats.org/officeDocument/2006/relationships/image" Target="../media/image181.png"/><Relationship Id="rId1" Type="http://schemas.openxmlformats.org/officeDocument/2006/relationships/slideLayout" Target="../slideLayouts/slideLayout7.xml"/><Relationship Id="rId212" Type="http://schemas.openxmlformats.org/officeDocument/2006/relationships/image" Target="../media/image111.png"/><Relationship Id="rId233" Type="http://schemas.openxmlformats.org/officeDocument/2006/relationships/customXml" Target="../ink/ink115.xml"/><Relationship Id="rId254" Type="http://schemas.openxmlformats.org/officeDocument/2006/relationships/image" Target="../media/image132.png"/><Relationship Id="rId28" Type="http://schemas.openxmlformats.org/officeDocument/2006/relationships/customXml" Target="../ink/ink13.xml"/><Relationship Id="rId49" Type="http://schemas.openxmlformats.org/officeDocument/2006/relationships/image" Target="../media/image29.png"/><Relationship Id="rId114" Type="http://schemas.openxmlformats.org/officeDocument/2006/relationships/customXml" Target="../ink/ink56.xml"/><Relationship Id="rId275" Type="http://schemas.openxmlformats.org/officeDocument/2006/relationships/customXml" Target="../ink/ink136.xml"/><Relationship Id="rId296" Type="http://schemas.openxmlformats.org/officeDocument/2006/relationships/image" Target="../media/image153.png"/><Relationship Id="rId300" Type="http://schemas.openxmlformats.org/officeDocument/2006/relationships/image" Target="../media/image155.png"/><Relationship Id="rId60" Type="http://schemas.openxmlformats.org/officeDocument/2006/relationships/customXml" Target="../ink/ink29.xml"/><Relationship Id="rId81" Type="http://schemas.openxmlformats.org/officeDocument/2006/relationships/image" Target="../media/image45.png"/><Relationship Id="rId135" Type="http://schemas.openxmlformats.org/officeDocument/2006/relationships/image" Target="../media/image72.png"/><Relationship Id="rId156" Type="http://schemas.openxmlformats.org/officeDocument/2006/relationships/customXml" Target="../ink/ink77.xml"/><Relationship Id="rId177" Type="http://schemas.openxmlformats.org/officeDocument/2006/relationships/image" Target="../media/image93.png"/><Relationship Id="rId198" Type="http://schemas.openxmlformats.org/officeDocument/2006/relationships/customXml" Target="../ink/ink98.xml"/><Relationship Id="rId321" Type="http://schemas.openxmlformats.org/officeDocument/2006/relationships/customXml" Target="../ink/ink159.xml"/><Relationship Id="rId342" Type="http://schemas.openxmlformats.org/officeDocument/2006/relationships/image" Target="../media/image176.png"/><Relationship Id="rId363" Type="http://schemas.openxmlformats.org/officeDocument/2006/relationships/customXml" Target="../ink/ink180.xml"/><Relationship Id="rId202" Type="http://schemas.openxmlformats.org/officeDocument/2006/relationships/image" Target="../media/image106.png"/><Relationship Id="rId223" Type="http://schemas.openxmlformats.org/officeDocument/2006/relationships/customXml" Target="../ink/ink110.xml"/><Relationship Id="rId244" Type="http://schemas.openxmlformats.org/officeDocument/2006/relationships/image" Target="../media/image127.png"/><Relationship Id="rId18" Type="http://schemas.openxmlformats.org/officeDocument/2006/relationships/customXml" Target="../ink/ink8.xml"/><Relationship Id="rId39" Type="http://schemas.openxmlformats.org/officeDocument/2006/relationships/image" Target="../media/image24.png"/><Relationship Id="rId265" Type="http://schemas.openxmlformats.org/officeDocument/2006/relationships/customXml" Target="../ink/ink131.xml"/><Relationship Id="rId286" Type="http://schemas.openxmlformats.org/officeDocument/2006/relationships/image" Target="../media/image148.png"/><Relationship Id="rId50" Type="http://schemas.openxmlformats.org/officeDocument/2006/relationships/customXml" Target="../ink/ink24.xml"/><Relationship Id="rId104" Type="http://schemas.openxmlformats.org/officeDocument/2006/relationships/customXml" Target="../ink/ink51.xml"/><Relationship Id="rId125" Type="http://schemas.openxmlformats.org/officeDocument/2006/relationships/image" Target="../media/image67.png"/><Relationship Id="rId146" Type="http://schemas.openxmlformats.org/officeDocument/2006/relationships/customXml" Target="../ink/ink72.xml"/><Relationship Id="rId167" Type="http://schemas.openxmlformats.org/officeDocument/2006/relationships/image" Target="../media/image88.png"/><Relationship Id="rId188" Type="http://schemas.openxmlformats.org/officeDocument/2006/relationships/customXml" Target="../ink/ink93.xml"/><Relationship Id="rId311" Type="http://schemas.openxmlformats.org/officeDocument/2006/relationships/customXml" Target="../ink/ink154.xml"/><Relationship Id="rId332" Type="http://schemas.openxmlformats.org/officeDocument/2006/relationships/image" Target="../media/image171.png"/><Relationship Id="rId353" Type="http://schemas.openxmlformats.org/officeDocument/2006/relationships/customXml" Target="../ink/ink175.xml"/><Relationship Id="rId71" Type="http://schemas.openxmlformats.org/officeDocument/2006/relationships/image" Target="../media/image40.png"/><Relationship Id="rId92" Type="http://schemas.openxmlformats.org/officeDocument/2006/relationships/customXml" Target="../ink/ink45.xml"/><Relationship Id="rId213" Type="http://schemas.openxmlformats.org/officeDocument/2006/relationships/customXml" Target="../ink/ink105.xml"/><Relationship Id="rId234" Type="http://schemas.openxmlformats.org/officeDocument/2006/relationships/image" Target="../media/image122.png"/><Relationship Id="rId2" Type="http://schemas.openxmlformats.org/officeDocument/2006/relationships/notesSlide" Target="../notesSlides/notesSlide1.xml"/><Relationship Id="rId29" Type="http://schemas.openxmlformats.org/officeDocument/2006/relationships/image" Target="../media/image19.png"/><Relationship Id="rId255" Type="http://schemas.openxmlformats.org/officeDocument/2006/relationships/customXml" Target="../ink/ink126.xml"/><Relationship Id="rId276" Type="http://schemas.openxmlformats.org/officeDocument/2006/relationships/image" Target="../media/image143.png"/><Relationship Id="rId297" Type="http://schemas.openxmlformats.org/officeDocument/2006/relationships/customXml" Target="../ink/ink147.xml"/><Relationship Id="rId40" Type="http://schemas.openxmlformats.org/officeDocument/2006/relationships/customXml" Target="../ink/ink19.xml"/><Relationship Id="rId115" Type="http://schemas.openxmlformats.org/officeDocument/2006/relationships/image" Target="../media/image62.png"/><Relationship Id="rId136" Type="http://schemas.openxmlformats.org/officeDocument/2006/relationships/customXml" Target="../ink/ink67.xml"/><Relationship Id="rId157" Type="http://schemas.openxmlformats.org/officeDocument/2006/relationships/image" Target="../media/image83.png"/><Relationship Id="rId178" Type="http://schemas.openxmlformats.org/officeDocument/2006/relationships/customXml" Target="../ink/ink88.xml"/><Relationship Id="rId301" Type="http://schemas.openxmlformats.org/officeDocument/2006/relationships/customXml" Target="../ink/ink149.xml"/><Relationship Id="rId322" Type="http://schemas.openxmlformats.org/officeDocument/2006/relationships/image" Target="../media/image166.png"/><Relationship Id="rId343" Type="http://schemas.openxmlformats.org/officeDocument/2006/relationships/customXml" Target="../ink/ink170.xml"/><Relationship Id="rId364" Type="http://schemas.openxmlformats.org/officeDocument/2006/relationships/image" Target="../media/image187.png"/><Relationship Id="rId61" Type="http://schemas.openxmlformats.org/officeDocument/2006/relationships/image" Target="../media/image35.png"/><Relationship Id="rId82" Type="http://schemas.openxmlformats.org/officeDocument/2006/relationships/customXml" Target="../ink/ink40.xml"/><Relationship Id="rId199" Type="http://schemas.openxmlformats.org/officeDocument/2006/relationships/image" Target="../media/image104.png"/><Relationship Id="rId203" Type="http://schemas.openxmlformats.org/officeDocument/2006/relationships/customXml" Target="../ink/ink100.xml"/><Relationship Id="rId19" Type="http://schemas.openxmlformats.org/officeDocument/2006/relationships/image" Target="../media/image14.png"/><Relationship Id="rId224" Type="http://schemas.openxmlformats.org/officeDocument/2006/relationships/image" Target="../media/image117.png"/><Relationship Id="rId245" Type="http://schemas.openxmlformats.org/officeDocument/2006/relationships/customXml" Target="../ink/ink121.xml"/><Relationship Id="rId266" Type="http://schemas.openxmlformats.org/officeDocument/2006/relationships/image" Target="../media/image138.png"/><Relationship Id="rId287" Type="http://schemas.openxmlformats.org/officeDocument/2006/relationships/customXml" Target="../ink/ink142.xml"/><Relationship Id="rId30" Type="http://schemas.openxmlformats.org/officeDocument/2006/relationships/customXml" Target="../ink/ink14.xml"/><Relationship Id="rId105" Type="http://schemas.openxmlformats.org/officeDocument/2006/relationships/image" Target="../media/image57.png"/><Relationship Id="rId126" Type="http://schemas.openxmlformats.org/officeDocument/2006/relationships/customXml" Target="../ink/ink62.xml"/><Relationship Id="rId147" Type="http://schemas.openxmlformats.org/officeDocument/2006/relationships/image" Target="../media/image78.png"/><Relationship Id="rId168" Type="http://schemas.openxmlformats.org/officeDocument/2006/relationships/customXml" Target="../ink/ink83.xml"/><Relationship Id="rId312" Type="http://schemas.openxmlformats.org/officeDocument/2006/relationships/image" Target="../media/image161.png"/><Relationship Id="rId333" Type="http://schemas.openxmlformats.org/officeDocument/2006/relationships/customXml" Target="../ink/ink165.xml"/><Relationship Id="rId354" Type="http://schemas.openxmlformats.org/officeDocument/2006/relationships/image" Target="../media/image182.png"/><Relationship Id="rId51" Type="http://schemas.openxmlformats.org/officeDocument/2006/relationships/image" Target="../media/image30.png"/><Relationship Id="rId72" Type="http://schemas.openxmlformats.org/officeDocument/2006/relationships/customXml" Target="../ink/ink35.xml"/><Relationship Id="rId93" Type="http://schemas.openxmlformats.org/officeDocument/2006/relationships/image" Target="../media/image51.png"/><Relationship Id="rId189" Type="http://schemas.openxmlformats.org/officeDocument/2006/relationships/image" Target="../media/image99.png"/><Relationship Id="rId3" Type="http://schemas.openxmlformats.org/officeDocument/2006/relationships/image" Target="../media/image6.png"/><Relationship Id="rId214" Type="http://schemas.openxmlformats.org/officeDocument/2006/relationships/image" Target="../media/image112.png"/><Relationship Id="rId235" Type="http://schemas.openxmlformats.org/officeDocument/2006/relationships/customXml" Target="../ink/ink116.xml"/><Relationship Id="rId256" Type="http://schemas.openxmlformats.org/officeDocument/2006/relationships/image" Target="../media/image133.png"/><Relationship Id="rId277" Type="http://schemas.openxmlformats.org/officeDocument/2006/relationships/customXml" Target="../ink/ink137.xml"/><Relationship Id="rId298" Type="http://schemas.openxmlformats.org/officeDocument/2006/relationships/image" Target="../media/image154.png"/><Relationship Id="rId116" Type="http://schemas.openxmlformats.org/officeDocument/2006/relationships/customXml" Target="../ink/ink57.xml"/><Relationship Id="rId137" Type="http://schemas.openxmlformats.org/officeDocument/2006/relationships/image" Target="../media/image73.png"/><Relationship Id="rId158" Type="http://schemas.openxmlformats.org/officeDocument/2006/relationships/customXml" Target="../ink/ink78.xml"/><Relationship Id="rId302" Type="http://schemas.openxmlformats.org/officeDocument/2006/relationships/image" Target="../media/image156.png"/><Relationship Id="rId323" Type="http://schemas.openxmlformats.org/officeDocument/2006/relationships/customXml" Target="../ink/ink160.xml"/><Relationship Id="rId344" Type="http://schemas.openxmlformats.org/officeDocument/2006/relationships/image" Target="../media/image177.png"/><Relationship Id="rId20" Type="http://schemas.openxmlformats.org/officeDocument/2006/relationships/customXml" Target="../ink/ink9.xml"/><Relationship Id="rId41" Type="http://schemas.openxmlformats.org/officeDocument/2006/relationships/image" Target="../media/image25.png"/><Relationship Id="rId62" Type="http://schemas.openxmlformats.org/officeDocument/2006/relationships/customXml" Target="../ink/ink30.xml"/><Relationship Id="rId83" Type="http://schemas.openxmlformats.org/officeDocument/2006/relationships/image" Target="../media/image46.png"/><Relationship Id="rId179" Type="http://schemas.openxmlformats.org/officeDocument/2006/relationships/image" Target="../media/image94.png"/><Relationship Id="rId365" Type="http://schemas.openxmlformats.org/officeDocument/2006/relationships/customXml" Target="../ink/ink181.xml"/><Relationship Id="rId190" Type="http://schemas.openxmlformats.org/officeDocument/2006/relationships/customXml" Target="../ink/ink94.xml"/><Relationship Id="rId204" Type="http://schemas.openxmlformats.org/officeDocument/2006/relationships/image" Target="../media/image107.png"/><Relationship Id="rId225" Type="http://schemas.openxmlformats.org/officeDocument/2006/relationships/customXml" Target="../ink/ink111.xml"/><Relationship Id="rId246" Type="http://schemas.openxmlformats.org/officeDocument/2006/relationships/image" Target="../media/image128.png"/><Relationship Id="rId267" Type="http://schemas.openxmlformats.org/officeDocument/2006/relationships/customXml" Target="../ink/ink132.xml"/><Relationship Id="rId288" Type="http://schemas.openxmlformats.org/officeDocument/2006/relationships/image" Target="../media/image149.png"/><Relationship Id="rId106" Type="http://schemas.openxmlformats.org/officeDocument/2006/relationships/customXml" Target="../ink/ink52.xml"/><Relationship Id="rId127" Type="http://schemas.openxmlformats.org/officeDocument/2006/relationships/image" Target="../media/image68.png"/><Relationship Id="rId313" Type="http://schemas.openxmlformats.org/officeDocument/2006/relationships/customXml" Target="../ink/ink155.xml"/><Relationship Id="rId10" Type="http://schemas.openxmlformats.org/officeDocument/2006/relationships/customXml" Target="../ink/ink4.xml"/><Relationship Id="rId31" Type="http://schemas.openxmlformats.org/officeDocument/2006/relationships/image" Target="../media/image20.png"/><Relationship Id="rId52" Type="http://schemas.openxmlformats.org/officeDocument/2006/relationships/customXml" Target="../ink/ink25.xml"/><Relationship Id="rId73" Type="http://schemas.openxmlformats.org/officeDocument/2006/relationships/image" Target="../media/image41.png"/><Relationship Id="rId94" Type="http://schemas.openxmlformats.org/officeDocument/2006/relationships/customXml" Target="../ink/ink46.xml"/><Relationship Id="rId148" Type="http://schemas.openxmlformats.org/officeDocument/2006/relationships/customXml" Target="../ink/ink73.xml"/><Relationship Id="rId169" Type="http://schemas.openxmlformats.org/officeDocument/2006/relationships/image" Target="../media/image89.png"/><Relationship Id="rId334" Type="http://schemas.openxmlformats.org/officeDocument/2006/relationships/image" Target="../media/image172.png"/><Relationship Id="rId355" Type="http://schemas.openxmlformats.org/officeDocument/2006/relationships/customXml" Target="../ink/ink176.xml"/><Relationship Id="rId4" Type="http://schemas.openxmlformats.org/officeDocument/2006/relationships/customXml" Target="../ink/ink1.xml"/><Relationship Id="rId180" Type="http://schemas.openxmlformats.org/officeDocument/2006/relationships/customXml" Target="../ink/ink89.xml"/><Relationship Id="rId215" Type="http://schemas.openxmlformats.org/officeDocument/2006/relationships/customXml" Target="../ink/ink106.xml"/><Relationship Id="rId236" Type="http://schemas.openxmlformats.org/officeDocument/2006/relationships/image" Target="../media/image123.png"/><Relationship Id="rId257" Type="http://schemas.openxmlformats.org/officeDocument/2006/relationships/customXml" Target="../ink/ink127.xml"/><Relationship Id="rId278" Type="http://schemas.openxmlformats.org/officeDocument/2006/relationships/image" Target="../media/image144.png"/><Relationship Id="rId303" Type="http://schemas.openxmlformats.org/officeDocument/2006/relationships/customXml" Target="../ink/ink150.xml"/><Relationship Id="rId42" Type="http://schemas.openxmlformats.org/officeDocument/2006/relationships/customXml" Target="../ink/ink20.xml"/><Relationship Id="rId84" Type="http://schemas.openxmlformats.org/officeDocument/2006/relationships/customXml" Target="../ink/ink41.xml"/><Relationship Id="rId138" Type="http://schemas.openxmlformats.org/officeDocument/2006/relationships/customXml" Target="../ink/ink68.xml"/><Relationship Id="rId345" Type="http://schemas.openxmlformats.org/officeDocument/2006/relationships/customXml" Target="../ink/ink171.xml"/><Relationship Id="rId191" Type="http://schemas.openxmlformats.org/officeDocument/2006/relationships/image" Target="../media/image100.png"/><Relationship Id="rId205" Type="http://schemas.openxmlformats.org/officeDocument/2006/relationships/customXml" Target="../ink/ink101.xml"/><Relationship Id="rId247" Type="http://schemas.openxmlformats.org/officeDocument/2006/relationships/customXml" Target="../ink/ink122.xml"/><Relationship Id="rId107" Type="http://schemas.openxmlformats.org/officeDocument/2006/relationships/image" Target="../media/image58.png"/><Relationship Id="rId289" Type="http://schemas.openxmlformats.org/officeDocument/2006/relationships/customXml" Target="../ink/ink143.xml"/><Relationship Id="rId11" Type="http://schemas.openxmlformats.org/officeDocument/2006/relationships/image" Target="../media/image10.png"/><Relationship Id="rId53" Type="http://schemas.openxmlformats.org/officeDocument/2006/relationships/image" Target="../media/image31.png"/><Relationship Id="rId149" Type="http://schemas.openxmlformats.org/officeDocument/2006/relationships/image" Target="../media/image79.png"/><Relationship Id="rId314" Type="http://schemas.openxmlformats.org/officeDocument/2006/relationships/image" Target="../media/image162.png"/><Relationship Id="rId356" Type="http://schemas.openxmlformats.org/officeDocument/2006/relationships/image" Target="../media/image183.png"/><Relationship Id="rId95" Type="http://schemas.openxmlformats.org/officeDocument/2006/relationships/image" Target="../media/image52.png"/><Relationship Id="rId160" Type="http://schemas.openxmlformats.org/officeDocument/2006/relationships/customXml" Target="../ink/ink79.xml"/><Relationship Id="rId216" Type="http://schemas.openxmlformats.org/officeDocument/2006/relationships/image" Target="../media/image113.png"/><Relationship Id="rId258" Type="http://schemas.openxmlformats.org/officeDocument/2006/relationships/image" Target="../media/image134.png"/><Relationship Id="rId22" Type="http://schemas.openxmlformats.org/officeDocument/2006/relationships/customXml" Target="../ink/ink10.xml"/><Relationship Id="rId64" Type="http://schemas.openxmlformats.org/officeDocument/2006/relationships/customXml" Target="../ink/ink31.xml"/><Relationship Id="rId118" Type="http://schemas.openxmlformats.org/officeDocument/2006/relationships/customXml" Target="../ink/ink58.xml"/><Relationship Id="rId325" Type="http://schemas.openxmlformats.org/officeDocument/2006/relationships/customXml" Target="../ink/ink161.xml"/><Relationship Id="rId367" Type="http://schemas.openxmlformats.org/officeDocument/2006/relationships/customXml" Target="../ink/ink182.xml"/><Relationship Id="rId171" Type="http://schemas.openxmlformats.org/officeDocument/2006/relationships/image" Target="../media/image90.png"/><Relationship Id="rId227" Type="http://schemas.openxmlformats.org/officeDocument/2006/relationships/customXml" Target="../ink/ink112.xml"/><Relationship Id="rId269" Type="http://schemas.openxmlformats.org/officeDocument/2006/relationships/customXml" Target="../ink/ink133.xml"/><Relationship Id="rId33" Type="http://schemas.openxmlformats.org/officeDocument/2006/relationships/image" Target="../media/image21.png"/><Relationship Id="rId129" Type="http://schemas.openxmlformats.org/officeDocument/2006/relationships/image" Target="../media/image69.png"/><Relationship Id="rId280" Type="http://schemas.openxmlformats.org/officeDocument/2006/relationships/image" Target="../media/image145.png"/><Relationship Id="rId336" Type="http://schemas.openxmlformats.org/officeDocument/2006/relationships/image" Target="../media/image173.png"/><Relationship Id="rId75" Type="http://schemas.openxmlformats.org/officeDocument/2006/relationships/image" Target="../media/image42.png"/><Relationship Id="rId140" Type="http://schemas.openxmlformats.org/officeDocument/2006/relationships/customXml" Target="../ink/ink69.xml"/><Relationship Id="rId182" Type="http://schemas.openxmlformats.org/officeDocument/2006/relationships/customXml" Target="../ink/ink90.xml"/><Relationship Id="rId6" Type="http://schemas.openxmlformats.org/officeDocument/2006/relationships/customXml" Target="../ink/ink2.xml"/><Relationship Id="rId238" Type="http://schemas.openxmlformats.org/officeDocument/2006/relationships/image" Target="../media/image124.png"/><Relationship Id="rId291" Type="http://schemas.openxmlformats.org/officeDocument/2006/relationships/customXml" Target="../ink/ink144.xml"/><Relationship Id="rId305" Type="http://schemas.openxmlformats.org/officeDocument/2006/relationships/customXml" Target="../ink/ink151.xml"/><Relationship Id="rId347" Type="http://schemas.openxmlformats.org/officeDocument/2006/relationships/customXml" Target="../ink/ink172.xml"/><Relationship Id="rId44" Type="http://schemas.openxmlformats.org/officeDocument/2006/relationships/customXml" Target="../ink/ink21.xml"/><Relationship Id="rId86" Type="http://schemas.openxmlformats.org/officeDocument/2006/relationships/customXml" Target="../ink/ink42.xml"/><Relationship Id="rId151" Type="http://schemas.openxmlformats.org/officeDocument/2006/relationships/image" Target="../media/image80.png"/><Relationship Id="rId193" Type="http://schemas.openxmlformats.org/officeDocument/2006/relationships/image" Target="../media/image101.png"/><Relationship Id="rId207" Type="http://schemas.openxmlformats.org/officeDocument/2006/relationships/customXml" Target="../ink/ink102.xml"/><Relationship Id="rId249" Type="http://schemas.openxmlformats.org/officeDocument/2006/relationships/customXml" Target="../ink/ink123.xml"/><Relationship Id="rId13" Type="http://schemas.openxmlformats.org/officeDocument/2006/relationships/image" Target="../media/image11.png"/><Relationship Id="rId109" Type="http://schemas.openxmlformats.org/officeDocument/2006/relationships/image" Target="../media/image59.png"/><Relationship Id="rId260" Type="http://schemas.openxmlformats.org/officeDocument/2006/relationships/image" Target="../media/image135.png"/><Relationship Id="rId316" Type="http://schemas.openxmlformats.org/officeDocument/2006/relationships/image" Target="../media/image163.png"/><Relationship Id="rId55" Type="http://schemas.openxmlformats.org/officeDocument/2006/relationships/image" Target="../media/image32.png"/><Relationship Id="rId97" Type="http://schemas.openxmlformats.org/officeDocument/2006/relationships/image" Target="../media/image53.png"/><Relationship Id="rId120" Type="http://schemas.openxmlformats.org/officeDocument/2006/relationships/customXml" Target="../ink/ink59.xml"/><Relationship Id="rId358" Type="http://schemas.openxmlformats.org/officeDocument/2006/relationships/image" Target="../media/image184.png"/><Relationship Id="rId162" Type="http://schemas.openxmlformats.org/officeDocument/2006/relationships/customXml" Target="../ink/ink80.xml"/><Relationship Id="rId218" Type="http://schemas.openxmlformats.org/officeDocument/2006/relationships/image" Target="../media/image114.png"/><Relationship Id="rId271" Type="http://schemas.openxmlformats.org/officeDocument/2006/relationships/customXml" Target="../ink/ink134.xml"/><Relationship Id="rId24" Type="http://schemas.openxmlformats.org/officeDocument/2006/relationships/customXml" Target="../ink/ink11.xml"/><Relationship Id="rId66" Type="http://schemas.openxmlformats.org/officeDocument/2006/relationships/customXml" Target="../ink/ink32.xml"/><Relationship Id="rId131" Type="http://schemas.openxmlformats.org/officeDocument/2006/relationships/image" Target="../media/image70.png"/><Relationship Id="rId327" Type="http://schemas.openxmlformats.org/officeDocument/2006/relationships/customXml" Target="../ink/ink162.xml"/><Relationship Id="rId369" Type="http://schemas.openxmlformats.org/officeDocument/2006/relationships/customXml" Target="../ink/ink183.xml"/><Relationship Id="rId173" Type="http://schemas.openxmlformats.org/officeDocument/2006/relationships/image" Target="../media/image91.png"/><Relationship Id="rId229" Type="http://schemas.openxmlformats.org/officeDocument/2006/relationships/customXml" Target="../ink/ink113.xml"/><Relationship Id="rId240" Type="http://schemas.openxmlformats.org/officeDocument/2006/relationships/image" Target="../media/image125.png"/><Relationship Id="rId35" Type="http://schemas.openxmlformats.org/officeDocument/2006/relationships/image" Target="../media/image22.png"/><Relationship Id="rId77" Type="http://schemas.openxmlformats.org/officeDocument/2006/relationships/image" Target="../media/image43.png"/><Relationship Id="rId100" Type="http://schemas.openxmlformats.org/officeDocument/2006/relationships/customXml" Target="../ink/ink49.xml"/><Relationship Id="rId282" Type="http://schemas.openxmlformats.org/officeDocument/2006/relationships/image" Target="../media/image146.png"/><Relationship Id="rId338" Type="http://schemas.openxmlformats.org/officeDocument/2006/relationships/image" Target="../media/image174.png"/><Relationship Id="rId8" Type="http://schemas.openxmlformats.org/officeDocument/2006/relationships/customXml" Target="../ink/ink3.xml"/><Relationship Id="rId142" Type="http://schemas.openxmlformats.org/officeDocument/2006/relationships/customXml" Target="../ink/ink70.xml"/><Relationship Id="rId184" Type="http://schemas.openxmlformats.org/officeDocument/2006/relationships/customXml" Target="../ink/ink91.xml"/><Relationship Id="rId251" Type="http://schemas.openxmlformats.org/officeDocument/2006/relationships/customXml" Target="../ink/ink124.xml"/><Relationship Id="rId46" Type="http://schemas.openxmlformats.org/officeDocument/2006/relationships/customXml" Target="../ink/ink22.xml"/><Relationship Id="rId293" Type="http://schemas.openxmlformats.org/officeDocument/2006/relationships/customXml" Target="../ink/ink145.xml"/><Relationship Id="rId307" Type="http://schemas.openxmlformats.org/officeDocument/2006/relationships/customXml" Target="../ink/ink152.xml"/><Relationship Id="rId349" Type="http://schemas.openxmlformats.org/officeDocument/2006/relationships/customXml" Target="../ink/ink173.xml"/><Relationship Id="rId88" Type="http://schemas.openxmlformats.org/officeDocument/2006/relationships/customXml" Target="../ink/ink43.xml"/><Relationship Id="rId111" Type="http://schemas.openxmlformats.org/officeDocument/2006/relationships/image" Target="../media/image60.png"/><Relationship Id="rId153" Type="http://schemas.openxmlformats.org/officeDocument/2006/relationships/image" Target="../media/image81.png"/><Relationship Id="rId195" Type="http://schemas.openxmlformats.org/officeDocument/2006/relationships/image" Target="../media/image102.png"/><Relationship Id="rId209" Type="http://schemas.openxmlformats.org/officeDocument/2006/relationships/customXml" Target="../ink/ink103.xml"/><Relationship Id="rId360" Type="http://schemas.openxmlformats.org/officeDocument/2006/relationships/image" Target="../media/image185.png"/><Relationship Id="rId220" Type="http://schemas.openxmlformats.org/officeDocument/2006/relationships/image" Target="../media/image115.png"/></Relationships>
</file>

<file path=ppt/slides/_rels/slide3.xml.rels><?xml version="1.0" encoding="UTF-8" standalone="yes"?>
<Relationships xmlns="http://schemas.openxmlformats.org/package/2006/relationships"><Relationship Id="rId26" Type="http://schemas.openxmlformats.org/officeDocument/2006/relationships/image" Target="../media/image1810.png"/><Relationship Id="rId21" Type="http://schemas.openxmlformats.org/officeDocument/2006/relationships/customXml" Target="../ink/ink194.xml"/><Relationship Id="rId42" Type="http://schemas.openxmlformats.org/officeDocument/2006/relationships/image" Target="../media/image1890.png"/><Relationship Id="rId47" Type="http://schemas.openxmlformats.org/officeDocument/2006/relationships/customXml" Target="../ink/ink207.xml"/><Relationship Id="rId63" Type="http://schemas.openxmlformats.org/officeDocument/2006/relationships/customXml" Target="../ink/ink215.xml"/><Relationship Id="rId68" Type="http://schemas.openxmlformats.org/officeDocument/2006/relationships/image" Target="../media/image202.png"/><Relationship Id="rId16" Type="http://schemas.openxmlformats.org/officeDocument/2006/relationships/image" Target="../media/image1760.png"/><Relationship Id="rId11" Type="http://schemas.openxmlformats.org/officeDocument/2006/relationships/customXml" Target="../ink/ink189.xml"/><Relationship Id="rId24" Type="http://schemas.openxmlformats.org/officeDocument/2006/relationships/image" Target="../media/image1800.png"/><Relationship Id="rId32" Type="http://schemas.openxmlformats.org/officeDocument/2006/relationships/image" Target="../media/image1840.png"/><Relationship Id="rId37" Type="http://schemas.openxmlformats.org/officeDocument/2006/relationships/customXml" Target="../ink/ink202.xml"/><Relationship Id="rId40" Type="http://schemas.openxmlformats.org/officeDocument/2006/relationships/image" Target="../media/image1880.png"/><Relationship Id="rId45" Type="http://schemas.openxmlformats.org/officeDocument/2006/relationships/customXml" Target="../ink/ink206.xml"/><Relationship Id="rId53" Type="http://schemas.openxmlformats.org/officeDocument/2006/relationships/customXml" Target="../ink/ink210.xml"/><Relationship Id="rId58" Type="http://schemas.openxmlformats.org/officeDocument/2006/relationships/image" Target="../media/image197.png"/><Relationship Id="rId66" Type="http://schemas.openxmlformats.org/officeDocument/2006/relationships/image" Target="../media/image201.png"/><Relationship Id="rId74" Type="http://schemas.openxmlformats.org/officeDocument/2006/relationships/image" Target="../media/image205.png"/><Relationship Id="rId5" Type="http://schemas.openxmlformats.org/officeDocument/2006/relationships/customXml" Target="../ink/ink186.xml"/><Relationship Id="rId61" Type="http://schemas.openxmlformats.org/officeDocument/2006/relationships/customXml" Target="../ink/ink214.xml"/><Relationship Id="rId19" Type="http://schemas.openxmlformats.org/officeDocument/2006/relationships/customXml" Target="../ink/ink193.xml"/><Relationship Id="rId14" Type="http://schemas.openxmlformats.org/officeDocument/2006/relationships/image" Target="../media/image1750.png"/><Relationship Id="rId22" Type="http://schemas.openxmlformats.org/officeDocument/2006/relationships/image" Target="../media/image1790.png"/><Relationship Id="rId27" Type="http://schemas.openxmlformats.org/officeDocument/2006/relationships/customXml" Target="../ink/ink197.xml"/><Relationship Id="rId30" Type="http://schemas.openxmlformats.org/officeDocument/2006/relationships/image" Target="../media/image1830.png"/><Relationship Id="rId35" Type="http://schemas.openxmlformats.org/officeDocument/2006/relationships/customXml" Target="../ink/ink201.xml"/><Relationship Id="rId43" Type="http://schemas.openxmlformats.org/officeDocument/2006/relationships/customXml" Target="../ink/ink205.xml"/><Relationship Id="rId48" Type="http://schemas.openxmlformats.org/officeDocument/2006/relationships/image" Target="../media/image1920.png"/><Relationship Id="rId56" Type="http://schemas.openxmlformats.org/officeDocument/2006/relationships/image" Target="../media/image196.png"/><Relationship Id="rId64" Type="http://schemas.openxmlformats.org/officeDocument/2006/relationships/image" Target="../media/image200.png"/><Relationship Id="rId69" Type="http://schemas.openxmlformats.org/officeDocument/2006/relationships/customXml" Target="../ink/ink218.xml"/><Relationship Id="rId77" Type="http://schemas.openxmlformats.org/officeDocument/2006/relationships/customXml" Target="../ink/ink222.xml"/><Relationship Id="rId8" Type="http://schemas.openxmlformats.org/officeDocument/2006/relationships/image" Target="../media/image12.png"/><Relationship Id="rId51" Type="http://schemas.openxmlformats.org/officeDocument/2006/relationships/customXml" Target="../ink/ink209.xml"/><Relationship Id="rId72" Type="http://schemas.openxmlformats.org/officeDocument/2006/relationships/image" Target="../media/image204.png"/><Relationship Id="rId3" Type="http://schemas.openxmlformats.org/officeDocument/2006/relationships/customXml" Target="../ink/ink185.xml"/><Relationship Id="rId12" Type="http://schemas.openxmlformats.org/officeDocument/2006/relationships/image" Target="../media/image1740.png"/><Relationship Id="rId17" Type="http://schemas.openxmlformats.org/officeDocument/2006/relationships/customXml" Target="../ink/ink192.xml"/><Relationship Id="rId25" Type="http://schemas.openxmlformats.org/officeDocument/2006/relationships/customXml" Target="../ink/ink196.xml"/><Relationship Id="rId33" Type="http://schemas.openxmlformats.org/officeDocument/2006/relationships/customXml" Target="../ink/ink200.xml"/><Relationship Id="rId38" Type="http://schemas.openxmlformats.org/officeDocument/2006/relationships/image" Target="../media/image1870.png"/><Relationship Id="rId46" Type="http://schemas.openxmlformats.org/officeDocument/2006/relationships/image" Target="../media/image1910.png"/><Relationship Id="rId59" Type="http://schemas.openxmlformats.org/officeDocument/2006/relationships/customXml" Target="../ink/ink213.xml"/><Relationship Id="rId67" Type="http://schemas.openxmlformats.org/officeDocument/2006/relationships/customXml" Target="../ink/ink217.xml"/><Relationship Id="rId20" Type="http://schemas.openxmlformats.org/officeDocument/2006/relationships/image" Target="../media/image1780.png"/><Relationship Id="rId41" Type="http://schemas.openxmlformats.org/officeDocument/2006/relationships/customXml" Target="../ink/ink204.xml"/><Relationship Id="rId54" Type="http://schemas.openxmlformats.org/officeDocument/2006/relationships/image" Target="../media/image195.png"/><Relationship Id="rId62" Type="http://schemas.openxmlformats.org/officeDocument/2006/relationships/image" Target="../media/image199.png"/><Relationship Id="rId70" Type="http://schemas.openxmlformats.org/officeDocument/2006/relationships/image" Target="../media/image203.png"/><Relationship Id="rId75" Type="http://schemas.openxmlformats.org/officeDocument/2006/relationships/customXml" Target="../ink/ink221.xml"/><Relationship Id="rId1" Type="http://schemas.openxmlformats.org/officeDocument/2006/relationships/slideLayout" Target="../slideLayouts/slideLayout7.xml"/><Relationship Id="rId6" Type="http://schemas.openxmlformats.org/officeDocument/2006/relationships/image" Target="../media/image1720.png"/><Relationship Id="rId15" Type="http://schemas.openxmlformats.org/officeDocument/2006/relationships/customXml" Target="../ink/ink191.xml"/><Relationship Id="rId23" Type="http://schemas.openxmlformats.org/officeDocument/2006/relationships/customXml" Target="../ink/ink195.xml"/><Relationship Id="rId28" Type="http://schemas.openxmlformats.org/officeDocument/2006/relationships/image" Target="../media/image1820.png"/><Relationship Id="rId36" Type="http://schemas.openxmlformats.org/officeDocument/2006/relationships/image" Target="../media/image1860.png"/><Relationship Id="rId49" Type="http://schemas.openxmlformats.org/officeDocument/2006/relationships/customXml" Target="../ink/ink208.xml"/><Relationship Id="rId57" Type="http://schemas.openxmlformats.org/officeDocument/2006/relationships/customXml" Target="../ink/ink212.xml"/><Relationship Id="rId10" Type="http://schemas.openxmlformats.org/officeDocument/2006/relationships/image" Target="../media/image1730.png"/><Relationship Id="rId31" Type="http://schemas.openxmlformats.org/officeDocument/2006/relationships/customXml" Target="../ink/ink199.xml"/><Relationship Id="rId44" Type="http://schemas.openxmlformats.org/officeDocument/2006/relationships/image" Target="../media/image1900.png"/><Relationship Id="rId52" Type="http://schemas.openxmlformats.org/officeDocument/2006/relationships/image" Target="../media/image194.png"/><Relationship Id="rId60" Type="http://schemas.openxmlformats.org/officeDocument/2006/relationships/image" Target="../media/image198.png"/><Relationship Id="rId65" Type="http://schemas.openxmlformats.org/officeDocument/2006/relationships/customXml" Target="../ink/ink216.xml"/><Relationship Id="rId73" Type="http://schemas.openxmlformats.org/officeDocument/2006/relationships/customXml" Target="../ink/ink220.xml"/><Relationship Id="rId78" Type="http://schemas.openxmlformats.org/officeDocument/2006/relationships/image" Target="../media/image207.png"/><Relationship Id="rId4" Type="http://schemas.openxmlformats.org/officeDocument/2006/relationships/image" Target="../media/image1710.png"/><Relationship Id="rId9" Type="http://schemas.openxmlformats.org/officeDocument/2006/relationships/customXml" Target="../ink/ink188.xml"/><Relationship Id="rId13" Type="http://schemas.openxmlformats.org/officeDocument/2006/relationships/customXml" Target="../ink/ink190.xml"/><Relationship Id="rId18" Type="http://schemas.openxmlformats.org/officeDocument/2006/relationships/image" Target="../media/image1770.png"/><Relationship Id="rId39" Type="http://schemas.openxmlformats.org/officeDocument/2006/relationships/customXml" Target="../ink/ink203.xml"/><Relationship Id="rId34" Type="http://schemas.openxmlformats.org/officeDocument/2006/relationships/image" Target="../media/image1850.png"/><Relationship Id="rId50" Type="http://schemas.openxmlformats.org/officeDocument/2006/relationships/image" Target="../media/image193.png"/><Relationship Id="rId55" Type="http://schemas.openxmlformats.org/officeDocument/2006/relationships/customXml" Target="../ink/ink211.xml"/><Relationship Id="rId76" Type="http://schemas.openxmlformats.org/officeDocument/2006/relationships/image" Target="../media/image206.png"/><Relationship Id="rId7" Type="http://schemas.openxmlformats.org/officeDocument/2006/relationships/customXml" Target="../ink/ink187.xml"/><Relationship Id="rId71" Type="http://schemas.openxmlformats.org/officeDocument/2006/relationships/customXml" Target="../ink/ink219.xml"/><Relationship Id="rId2" Type="http://schemas.openxmlformats.org/officeDocument/2006/relationships/image" Target="../media/image192.png"/><Relationship Id="rId29" Type="http://schemas.openxmlformats.org/officeDocument/2006/relationships/customXml" Target="../ink/ink198.xml"/></Relationships>
</file>

<file path=ppt/slides/_rels/slide4.xml.rels><?xml version="1.0" encoding="UTF-8" standalone="yes"?>
<Relationships xmlns="http://schemas.openxmlformats.org/package/2006/relationships"><Relationship Id="rId117" Type="http://schemas.openxmlformats.org/officeDocument/2006/relationships/customXml" Target="../ink/ink280.xml"/><Relationship Id="rId21" Type="http://schemas.openxmlformats.org/officeDocument/2006/relationships/image" Target="../media/image216.png"/><Relationship Id="rId42" Type="http://schemas.openxmlformats.org/officeDocument/2006/relationships/customXml" Target="../ink/ink242.xml"/><Relationship Id="rId63" Type="http://schemas.openxmlformats.org/officeDocument/2006/relationships/image" Target="../media/image237.png"/><Relationship Id="rId84" Type="http://schemas.openxmlformats.org/officeDocument/2006/relationships/image" Target="../media/image247.png"/><Relationship Id="rId138" Type="http://schemas.openxmlformats.org/officeDocument/2006/relationships/image" Target="../media/image274.png"/><Relationship Id="rId159" Type="http://schemas.openxmlformats.org/officeDocument/2006/relationships/customXml" Target="../ink/ink301.xml"/><Relationship Id="rId170" Type="http://schemas.openxmlformats.org/officeDocument/2006/relationships/image" Target="../media/image290.png"/><Relationship Id="rId191" Type="http://schemas.openxmlformats.org/officeDocument/2006/relationships/customXml" Target="../ink/ink317.xml"/><Relationship Id="rId205" Type="http://schemas.openxmlformats.org/officeDocument/2006/relationships/customXml" Target="../ink/ink324.xml"/><Relationship Id="rId226" Type="http://schemas.openxmlformats.org/officeDocument/2006/relationships/image" Target="../media/image318.png"/><Relationship Id="rId247" Type="http://schemas.openxmlformats.org/officeDocument/2006/relationships/customXml" Target="../ink/ink345.xml"/><Relationship Id="rId107" Type="http://schemas.openxmlformats.org/officeDocument/2006/relationships/customXml" Target="../ink/ink275.xml"/><Relationship Id="rId11" Type="http://schemas.openxmlformats.org/officeDocument/2006/relationships/image" Target="../media/image171.png"/><Relationship Id="rId32" Type="http://schemas.openxmlformats.org/officeDocument/2006/relationships/customXml" Target="../ink/ink237.xml"/><Relationship Id="rId53" Type="http://schemas.openxmlformats.org/officeDocument/2006/relationships/image" Target="../media/image232.png"/><Relationship Id="rId74" Type="http://schemas.openxmlformats.org/officeDocument/2006/relationships/image" Target="../media/image242.png"/><Relationship Id="rId128" Type="http://schemas.openxmlformats.org/officeDocument/2006/relationships/image" Target="../media/image269.png"/><Relationship Id="rId149" Type="http://schemas.openxmlformats.org/officeDocument/2006/relationships/customXml" Target="../ink/ink296.xml"/><Relationship Id="rId5" Type="http://schemas.openxmlformats.org/officeDocument/2006/relationships/image" Target="../media/image209.png"/><Relationship Id="rId95" Type="http://schemas.openxmlformats.org/officeDocument/2006/relationships/customXml" Target="../ink/ink269.xml"/><Relationship Id="rId160" Type="http://schemas.openxmlformats.org/officeDocument/2006/relationships/image" Target="../media/image285.png"/><Relationship Id="rId181" Type="http://schemas.openxmlformats.org/officeDocument/2006/relationships/customXml" Target="../ink/ink312.xml"/><Relationship Id="rId216" Type="http://schemas.openxmlformats.org/officeDocument/2006/relationships/image" Target="../media/image313.png"/><Relationship Id="rId237" Type="http://schemas.openxmlformats.org/officeDocument/2006/relationships/customXml" Target="../ink/ink340.xml"/><Relationship Id="rId258" Type="http://schemas.openxmlformats.org/officeDocument/2006/relationships/image" Target="../media/image334.png"/><Relationship Id="rId22" Type="http://schemas.openxmlformats.org/officeDocument/2006/relationships/customXml" Target="../ink/ink232.xml"/><Relationship Id="rId43" Type="http://schemas.openxmlformats.org/officeDocument/2006/relationships/image" Target="../media/image227.png"/><Relationship Id="rId64" Type="http://schemas.openxmlformats.org/officeDocument/2006/relationships/customXml" Target="../ink/ink253.xml"/><Relationship Id="rId118" Type="http://schemas.openxmlformats.org/officeDocument/2006/relationships/image" Target="../media/image264.png"/><Relationship Id="rId139" Type="http://schemas.openxmlformats.org/officeDocument/2006/relationships/customXml" Target="../ink/ink291.xml"/><Relationship Id="rId85" Type="http://schemas.openxmlformats.org/officeDocument/2006/relationships/customXml" Target="../ink/ink264.xml"/><Relationship Id="rId150" Type="http://schemas.openxmlformats.org/officeDocument/2006/relationships/image" Target="../media/image280.png"/><Relationship Id="rId171" Type="http://schemas.openxmlformats.org/officeDocument/2006/relationships/customXml" Target="../ink/ink307.xml"/><Relationship Id="rId192" Type="http://schemas.openxmlformats.org/officeDocument/2006/relationships/image" Target="../media/image301.png"/><Relationship Id="rId206" Type="http://schemas.openxmlformats.org/officeDocument/2006/relationships/image" Target="../media/image308.png"/><Relationship Id="rId227" Type="http://schemas.openxmlformats.org/officeDocument/2006/relationships/customXml" Target="../ink/ink335.xml"/><Relationship Id="rId248" Type="http://schemas.openxmlformats.org/officeDocument/2006/relationships/image" Target="../media/image329.png"/><Relationship Id="rId12" Type="http://schemas.openxmlformats.org/officeDocument/2006/relationships/customXml" Target="../ink/ink227.xml"/><Relationship Id="rId33" Type="http://schemas.openxmlformats.org/officeDocument/2006/relationships/image" Target="../media/image222.png"/><Relationship Id="rId108" Type="http://schemas.openxmlformats.org/officeDocument/2006/relationships/image" Target="../media/image259.png"/><Relationship Id="rId129" Type="http://schemas.openxmlformats.org/officeDocument/2006/relationships/customXml" Target="../ink/ink286.xml"/><Relationship Id="rId54" Type="http://schemas.openxmlformats.org/officeDocument/2006/relationships/customXml" Target="../ink/ink248.xml"/><Relationship Id="rId75" Type="http://schemas.openxmlformats.org/officeDocument/2006/relationships/customXml" Target="../ink/ink259.xml"/><Relationship Id="rId96" Type="http://schemas.openxmlformats.org/officeDocument/2006/relationships/image" Target="../media/image253.png"/><Relationship Id="rId140" Type="http://schemas.openxmlformats.org/officeDocument/2006/relationships/image" Target="../media/image275.png"/><Relationship Id="rId161" Type="http://schemas.openxmlformats.org/officeDocument/2006/relationships/customXml" Target="../ink/ink302.xml"/><Relationship Id="rId182" Type="http://schemas.openxmlformats.org/officeDocument/2006/relationships/image" Target="../media/image296.png"/><Relationship Id="rId217" Type="http://schemas.openxmlformats.org/officeDocument/2006/relationships/customXml" Target="../ink/ink330.xml"/><Relationship Id="rId6" Type="http://schemas.openxmlformats.org/officeDocument/2006/relationships/customXml" Target="../ink/ink224.xml"/><Relationship Id="rId238" Type="http://schemas.openxmlformats.org/officeDocument/2006/relationships/image" Target="../media/image324.png"/><Relationship Id="rId23" Type="http://schemas.openxmlformats.org/officeDocument/2006/relationships/image" Target="../media/image217.png"/><Relationship Id="rId119" Type="http://schemas.openxmlformats.org/officeDocument/2006/relationships/customXml" Target="../ink/ink281.xml"/><Relationship Id="rId44" Type="http://schemas.openxmlformats.org/officeDocument/2006/relationships/customXml" Target="../ink/ink243.xml"/><Relationship Id="rId65" Type="http://schemas.openxmlformats.org/officeDocument/2006/relationships/customXml" Target="../ink/ink254.xml"/><Relationship Id="rId86" Type="http://schemas.openxmlformats.org/officeDocument/2006/relationships/image" Target="../media/image248.png"/><Relationship Id="rId130" Type="http://schemas.openxmlformats.org/officeDocument/2006/relationships/image" Target="../media/image270.png"/><Relationship Id="rId151" Type="http://schemas.openxmlformats.org/officeDocument/2006/relationships/customXml" Target="../ink/ink297.xml"/><Relationship Id="rId172" Type="http://schemas.openxmlformats.org/officeDocument/2006/relationships/image" Target="../media/image291.png"/><Relationship Id="rId193" Type="http://schemas.openxmlformats.org/officeDocument/2006/relationships/customXml" Target="../ink/ink318.xml"/><Relationship Id="rId207" Type="http://schemas.openxmlformats.org/officeDocument/2006/relationships/customXml" Target="../ink/ink325.xml"/><Relationship Id="rId228" Type="http://schemas.openxmlformats.org/officeDocument/2006/relationships/image" Target="../media/image319.png"/><Relationship Id="rId249" Type="http://schemas.openxmlformats.org/officeDocument/2006/relationships/customXml" Target="../ink/ink346.xml"/><Relationship Id="rId13" Type="http://schemas.openxmlformats.org/officeDocument/2006/relationships/image" Target="../media/image212.png"/><Relationship Id="rId109" Type="http://schemas.openxmlformats.org/officeDocument/2006/relationships/customXml" Target="../ink/ink276.xml"/><Relationship Id="rId34" Type="http://schemas.openxmlformats.org/officeDocument/2006/relationships/customXml" Target="../ink/ink238.xml"/><Relationship Id="rId55" Type="http://schemas.openxmlformats.org/officeDocument/2006/relationships/image" Target="../media/image233.png"/><Relationship Id="rId76" Type="http://schemas.openxmlformats.org/officeDocument/2006/relationships/image" Target="../media/image243.png"/><Relationship Id="rId97" Type="http://schemas.openxmlformats.org/officeDocument/2006/relationships/customXml" Target="../ink/ink270.xml"/><Relationship Id="rId120" Type="http://schemas.openxmlformats.org/officeDocument/2006/relationships/image" Target="../media/image265.png"/><Relationship Id="rId141" Type="http://schemas.openxmlformats.org/officeDocument/2006/relationships/customXml" Target="../ink/ink292.xml"/><Relationship Id="rId7" Type="http://schemas.openxmlformats.org/officeDocument/2006/relationships/image" Target="../media/image210.png"/><Relationship Id="rId162" Type="http://schemas.openxmlformats.org/officeDocument/2006/relationships/image" Target="../media/image286.png"/><Relationship Id="rId183" Type="http://schemas.openxmlformats.org/officeDocument/2006/relationships/customXml" Target="../ink/ink313.xml"/><Relationship Id="rId218" Type="http://schemas.openxmlformats.org/officeDocument/2006/relationships/image" Target="../media/image314.png"/><Relationship Id="rId239" Type="http://schemas.openxmlformats.org/officeDocument/2006/relationships/customXml" Target="../ink/ink341.xml"/><Relationship Id="rId250" Type="http://schemas.openxmlformats.org/officeDocument/2006/relationships/image" Target="../media/image330.png"/><Relationship Id="rId24" Type="http://schemas.openxmlformats.org/officeDocument/2006/relationships/customXml" Target="../ink/ink233.xml"/><Relationship Id="rId45" Type="http://schemas.openxmlformats.org/officeDocument/2006/relationships/image" Target="../media/image228.png"/><Relationship Id="rId66" Type="http://schemas.openxmlformats.org/officeDocument/2006/relationships/image" Target="../media/image238.png"/><Relationship Id="rId87" Type="http://schemas.openxmlformats.org/officeDocument/2006/relationships/customXml" Target="../ink/ink265.xml"/><Relationship Id="rId110" Type="http://schemas.openxmlformats.org/officeDocument/2006/relationships/image" Target="../media/image260.png"/><Relationship Id="rId131" Type="http://schemas.openxmlformats.org/officeDocument/2006/relationships/customXml" Target="../ink/ink287.xml"/><Relationship Id="rId152" Type="http://schemas.openxmlformats.org/officeDocument/2006/relationships/image" Target="../media/image281.png"/><Relationship Id="rId173" Type="http://schemas.openxmlformats.org/officeDocument/2006/relationships/customXml" Target="../ink/ink308.xml"/><Relationship Id="rId194" Type="http://schemas.openxmlformats.org/officeDocument/2006/relationships/image" Target="../media/image302.png"/><Relationship Id="rId208" Type="http://schemas.openxmlformats.org/officeDocument/2006/relationships/image" Target="../media/image309.png"/><Relationship Id="rId229" Type="http://schemas.openxmlformats.org/officeDocument/2006/relationships/customXml" Target="../ink/ink336.xml"/><Relationship Id="rId240" Type="http://schemas.openxmlformats.org/officeDocument/2006/relationships/image" Target="../media/image325.png"/><Relationship Id="rId14" Type="http://schemas.openxmlformats.org/officeDocument/2006/relationships/customXml" Target="../ink/ink228.xml"/><Relationship Id="rId35" Type="http://schemas.openxmlformats.org/officeDocument/2006/relationships/image" Target="../media/image223.png"/><Relationship Id="rId56" Type="http://schemas.openxmlformats.org/officeDocument/2006/relationships/customXml" Target="../ink/ink249.xml"/><Relationship Id="rId77" Type="http://schemas.openxmlformats.org/officeDocument/2006/relationships/customXml" Target="../ink/ink260.xml"/><Relationship Id="rId100" Type="http://schemas.openxmlformats.org/officeDocument/2006/relationships/image" Target="../media/image255.png"/><Relationship Id="rId8" Type="http://schemas.openxmlformats.org/officeDocument/2006/relationships/customXml" Target="../ink/ink225.xml"/><Relationship Id="rId98" Type="http://schemas.openxmlformats.org/officeDocument/2006/relationships/image" Target="../media/image254.png"/><Relationship Id="rId121" Type="http://schemas.openxmlformats.org/officeDocument/2006/relationships/customXml" Target="../ink/ink282.xml"/><Relationship Id="rId142" Type="http://schemas.openxmlformats.org/officeDocument/2006/relationships/image" Target="../media/image276.png"/><Relationship Id="rId163" Type="http://schemas.openxmlformats.org/officeDocument/2006/relationships/customXml" Target="../ink/ink303.xml"/><Relationship Id="rId184" Type="http://schemas.openxmlformats.org/officeDocument/2006/relationships/image" Target="../media/image297.png"/><Relationship Id="rId219" Type="http://schemas.openxmlformats.org/officeDocument/2006/relationships/customXml" Target="../ink/ink331.xml"/><Relationship Id="rId230" Type="http://schemas.openxmlformats.org/officeDocument/2006/relationships/image" Target="../media/image320.png"/><Relationship Id="rId251" Type="http://schemas.openxmlformats.org/officeDocument/2006/relationships/customXml" Target="../ink/ink347.xml"/><Relationship Id="rId25" Type="http://schemas.openxmlformats.org/officeDocument/2006/relationships/image" Target="../media/image218.png"/><Relationship Id="rId46" Type="http://schemas.openxmlformats.org/officeDocument/2006/relationships/customXml" Target="../ink/ink244.xml"/><Relationship Id="rId67" Type="http://schemas.openxmlformats.org/officeDocument/2006/relationships/customXml" Target="../ink/ink255.xml"/><Relationship Id="rId88" Type="http://schemas.openxmlformats.org/officeDocument/2006/relationships/image" Target="../media/image249.png"/><Relationship Id="rId111" Type="http://schemas.openxmlformats.org/officeDocument/2006/relationships/customXml" Target="../ink/ink277.xml"/><Relationship Id="rId132" Type="http://schemas.openxmlformats.org/officeDocument/2006/relationships/image" Target="../media/image271.png"/><Relationship Id="rId153" Type="http://schemas.openxmlformats.org/officeDocument/2006/relationships/customXml" Target="../ink/ink298.xml"/><Relationship Id="rId174" Type="http://schemas.openxmlformats.org/officeDocument/2006/relationships/image" Target="../media/image292.png"/><Relationship Id="rId195" Type="http://schemas.openxmlformats.org/officeDocument/2006/relationships/customXml" Target="../ink/ink319.xml"/><Relationship Id="rId209" Type="http://schemas.openxmlformats.org/officeDocument/2006/relationships/customXml" Target="../ink/ink326.xml"/><Relationship Id="rId220" Type="http://schemas.openxmlformats.org/officeDocument/2006/relationships/image" Target="../media/image315.png"/><Relationship Id="rId241" Type="http://schemas.openxmlformats.org/officeDocument/2006/relationships/customXml" Target="../ink/ink342.xml"/><Relationship Id="rId15" Type="http://schemas.openxmlformats.org/officeDocument/2006/relationships/image" Target="../media/image213.png"/><Relationship Id="rId36" Type="http://schemas.openxmlformats.org/officeDocument/2006/relationships/customXml" Target="../ink/ink239.xml"/><Relationship Id="rId57" Type="http://schemas.openxmlformats.org/officeDocument/2006/relationships/image" Target="../media/image234.png"/><Relationship Id="rId78" Type="http://schemas.openxmlformats.org/officeDocument/2006/relationships/image" Target="../media/image244.png"/><Relationship Id="rId99" Type="http://schemas.openxmlformats.org/officeDocument/2006/relationships/customXml" Target="../ink/ink271.xml"/><Relationship Id="rId101" Type="http://schemas.openxmlformats.org/officeDocument/2006/relationships/customXml" Target="../ink/ink272.xml"/><Relationship Id="rId122" Type="http://schemas.openxmlformats.org/officeDocument/2006/relationships/image" Target="../media/image266.png"/><Relationship Id="rId143" Type="http://schemas.openxmlformats.org/officeDocument/2006/relationships/customXml" Target="../ink/ink293.xml"/><Relationship Id="rId164" Type="http://schemas.openxmlformats.org/officeDocument/2006/relationships/image" Target="../media/image287.png"/><Relationship Id="rId185" Type="http://schemas.openxmlformats.org/officeDocument/2006/relationships/customXml" Target="../ink/ink314.xml"/><Relationship Id="rId9" Type="http://schemas.openxmlformats.org/officeDocument/2006/relationships/image" Target="../media/image211.png"/><Relationship Id="rId210" Type="http://schemas.openxmlformats.org/officeDocument/2006/relationships/image" Target="../media/image310.png"/><Relationship Id="rId26" Type="http://schemas.openxmlformats.org/officeDocument/2006/relationships/customXml" Target="../ink/ink234.xml"/><Relationship Id="rId231" Type="http://schemas.openxmlformats.org/officeDocument/2006/relationships/customXml" Target="../ink/ink337.xml"/><Relationship Id="rId252" Type="http://schemas.openxmlformats.org/officeDocument/2006/relationships/image" Target="../media/image331.png"/><Relationship Id="rId47" Type="http://schemas.openxmlformats.org/officeDocument/2006/relationships/image" Target="../media/image229.png"/><Relationship Id="rId68" Type="http://schemas.openxmlformats.org/officeDocument/2006/relationships/image" Target="../media/image239.png"/><Relationship Id="rId89" Type="http://schemas.openxmlformats.org/officeDocument/2006/relationships/customXml" Target="../ink/ink266.xml"/><Relationship Id="rId112" Type="http://schemas.openxmlformats.org/officeDocument/2006/relationships/image" Target="../media/image261.png"/><Relationship Id="rId133" Type="http://schemas.openxmlformats.org/officeDocument/2006/relationships/customXml" Target="../ink/ink288.xml"/><Relationship Id="rId154" Type="http://schemas.openxmlformats.org/officeDocument/2006/relationships/image" Target="../media/image282.png"/><Relationship Id="rId175" Type="http://schemas.openxmlformats.org/officeDocument/2006/relationships/customXml" Target="../ink/ink309.xml"/><Relationship Id="rId196" Type="http://schemas.openxmlformats.org/officeDocument/2006/relationships/image" Target="../media/image303.png"/><Relationship Id="rId200" Type="http://schemas.openxmlformats.org/officeDocument/2006/relationships/image" Target="../media/image305.png"/><Relationship Id="rId16" Type="http://schemas.openxmlformats.org/officeDocument/2006/relationships/customXml" Target="../ink/ink229.xml"/><Relationship Id="rId221" Type="http://schemas.openxmlformats.org/officeDocument/2006/relationships/customXml" Target="../ink/ink332.xml"/><Relationship Id="rId242" Type="http://schemas.openxmlformats.org/officeDocument/2006/relationships/image" Target="../media/image326.png"/><Relationship Id="rId37" Type="http://schemas.openxmlformats.org/officeDocument/2006/relationships/image" Target="../media/image224.png"/><Relationship Id="rId58" Type="http://schemas.openxmlformats.org/officeDocument/2006/relationships/customXml" Target="../ink/ink250.xml"/><Relationship Id="rId79" Type="http://schemas.openxmlformats.org/officeDocument/2006/relationships/customXml" Target="../ink/ink261.xml"/><Relationship Id="rId102" Type="http://schemas.openxmlformats.org/officeDocument/2006/relationships/image" Target="../media/image256.png"/><Relationship Id="rId123" Type="http://schemas.openxmlformats.org/officeDocument/2006/relationships/customXml" Target="../ink/ink283.xml"/><Relationship Id="rId144" Type="http://schemas.openxmlformats.org/officeDocument/2006/relationships/image" Target="../media/image277.png"/><Relationship Id="rId90" Type="http://schemas.openxmlformats.org/officeDocument/2006/relationships/image" Target="../media/image250.png"/><Relationship Id="rId165" Type="http://schemas.openxmlformats.org/officeDocument/2006/relationships/customXml" Target="../ink/ink304.xml"/><Relationship Id="rId186" Type="http://schemas.openxmlformats.org/officeDocument/2006/relationships/image" Target="../media/image298.png"/><Relationship Id="rId211" Type="http://schemas.openxmlformats.org/officeDocument/2006/relationships/customXml" Target="../ink/ink327.xml"/><Relationship Id="rId232" Type="http://schemas.openxmlformats.org/officeDocument/2006/relationships/image" Target="../media/image321.png"/><Relationship Id="rId253" Type="http://schemas.openxmlformats.org/officeDocument/2006/relationships/customXml" Target="../ink/ink348.xml"/><Relationship Id="rId27" Type="http://schemas.openxmlformats.org/officeDocument/2006/relationships/image" Target="../media/image219.png"/><Relationship Id="rId48" Type="http://schemas.openxmlformats.org/officeDocument/2006/relationships/customXml" Target="../ink/ink245.xml"/><Relationship Id="rId69" Type="http://schemas.openxmlformats.org/officeDocument/2006/relationships/customXml" Target="../ink/ink256.xml"/><Relationship Id="rId113" Type="http://schemas.openxmlformats.org/officeDocument/2006/relationships/customXml" Target="../ink/ink278.xml"/><Relationship Id="rId134" Type="http://schemas.openxmlformats.org/officeDocument/2006/relationships/image" Target="../media/image272.png"/><Relationship Id="rId80" Type="http://schemas.openxmlformats.org/officeDocument/2006/relationships/image" Target="../media/image245.png"/><Relationship Id="rId155" Type="http://schemas.openxmlformats.org/officeDocument/2006/relationships/customXml" Target="../ink/ink299.xml"/><Relationship Id="rId176" Type="http://schemas.openxmlformats.org/officeDocument/2006/relationships/image" Target="../media/image293.png"/><Relationship Id="rId197" Type="http://schemas.openxmlformats.org/officeDocument/2006/relationships/customXml" Target="../ink/ink320.xml"/><Relationship Id="rId201" Type="http://schemas.openxmlformats.org/officeDocument/2006/relationships/customXml" Target="../ink/ink322.xml"/><Relationship Id="rId222" Type="http://schemas.openxmlformats.org/officeDocument/2006/relationships/image" Target="../media/image316.png"/><Relationship Id="rId243" Type="http://schemas.openxmlformats.org/officeDocument/2006/relationships/customXml" Target="../ink/ink343.xml"/><Relationship Id="rId17" Type="http://schemas.openxmlformats.org/officeDocument/2006/relationships/image" Target="../media/image214.png"/><Relationship Id="rId38" Type="http://schemas.openxmlformats.org/officeDocument/2006/relationships/customXml" Target="../ink/ink240.xml"/><Relationship Id="rId59" Type="http://schemas.openxmlformats.org/officeDocument/2006/relationships/image" Target="../media/image235.png"/><Relationship Id="rId103" Type="http://schemas.openxmlformats.org/officeDocument/2006/relationships/customXml" Target="../ink/ink273.xml"/><Relationship Id="rId124" Type="http://schemas.openxmlformats.org/officeDocument/2006/relationships/image" Target="../media/image267.png"/><Relationship Id="rId70" Type="http://schemas.openxmlformats.org/officeDocument/2006/relationships/image" Target="../media/image240.png"/><Relationship Id="rId91" Type="http://schemas.openxmlformats.org/officeDocument/2006/relationships/customXml" Target="../ink/ink267.xml"/><Relationship Id="rId145" Type="http://schemas.openxmlformats.org/officeDocument/2006/relationships/customXml" Target="../ink/ink294.xml"/><Relationship Id="rId166" Type="http://schemas.openxmlformats.org/officeDocument/2006/relationships/image" Target="../media/image288.png"/><Relationship Id="rId187" Type="http://schemas.openxmlformats.org/officeDocument/2006/relationships/customXml" Target="../ink/ink315.xml"/><Relationship Id="rId1" Type="http://schemas.openxmlformats.org/officeDocument/2006/relationships/slideLayout" Target="../slideLayouts/slideLayout7.xml"/><Relationship Id="rId212" Type="http://schemas.openxmlformats.org/officeDocument/2006/relationships/image" Target="../media/image311.png"/><Relationship Id="rId233" Type="http://schemas.openxmlformats.org/officeDocument/2006/relationships/customXml" Target="../ink/ink338.xml"/><Relationship Id="rId254" Type="http://schemas.openxmlformats.org/officeDocument/2006/relationships/image" Target="../media/image332.png"/><Relationship Id="rId28" Type="http://schemas.openxmlformats.org/officeDocument/2006/relationships/customXml" Target="../ink/ink235.xml"/><Relationship Id="rId49" Type="http://schemas.openxmlformats.org/officeDocument/2006/relationships/image" Target="../media/image230.png"/><Relationship Id="rId114" Type="http://schemas.openxmlformats.org/officeDocument/2006/relationships/image" Target="../media/image262.png"/><Relationship Id="rId60" Type="http://schemas.openxmlformats.org/officeDocument/2006/relationships/customXml" Target="../ink/ink251.xml"/><Relationship Id="rId81" Type="http://schemas.openxmlformats.org/officeDocument/2006/relationships/customXml" Target="../ink/ink262.xml"/><Relationship Id="rId135" Type="http://schemas.openxmlformats.org/officeDocument/2006/relationships/customXml" Target="../ink/ink289.xml"/><Relationship Id="rId156" Type="http://schemas.openxmlformats.org/officeDocument/2006/relationships/image" Target="../media/image283.png"/><Relationship Id="rId177" Type="http://schemas.openxmlformats.org/officeDocument/2006/relationships/customXml" Target="../ink/ink310.xml"/><Relationship Id="rId198" Type="http://schemas.openxmlformats.org/officeDocument/2006/relationships/image" Target="../media/image304.png"/><Relationship Id="rId202" Type="http://schemas.openxmlformats.org/officeDocument/2006/relationships/image" Target="../media/image306.png"/><Relationship Id="rId223" Type="http://schemas.openxmlformats.org/officeDocument/2006/relationships/customXml" Target="../ink/ink333.xml"/><Relationship Id="rId244" Type="http://schemas.openxmlformats.org/officeDocument/2006/relationships/image" Target="../media/image327.png"/><Relationship Id="rId18" Type="http://schemas.openxmlformats.org/officeDocument/2006/relationships/customXml" Target="../ink/ink230.xml"/><Relationship Id="rId39" Type="http://schemas.openxmlformats.org/officeDocument/2006/relationships/image" Target="../media/image225.png"/><Relationship Id="rId50" Type="http://schemas.openxmlformats.org/officeDocument/2006/relationships/customXml" Target="../ink/ink246.xml"/><Relationship Id="rId104" Type="http://schemas.openxmlformats.org/officeDocument/2006/relationships/image" Target="../media/image257.png"/><Relationship Id="rId125" Type="http://schemas.openxmlformats.org/officeDocument/2006/relationships/customXml" Target="../ink/ink284.xml"/><Relationship Id="rId146" Type="http://schemas.openxmlformats.org/officeDocument/2006/relationships/image" Target="../media/image278.png"/><Relationship Id="rId167" Type="http://schemas.openxmlformats.org/officeDocument/2006/relationships/customXml" Target="../ink/ink305.xml"/><Relationship Id="rId188" Type="http://schemas.openxmlformats.org/officeDocument/2006/relationships/image" Target="../media/image299.png"/><Relationship Id="rId71" Type="http://schemas.openxmlformats.org/officeDocument/2006/relationships/customXml" Target="../ink/ink257.xml"/><Relationship Id="rId92" Type="http://schemas.openxmlformats.org/officeDocument/2006/relationships/image" Target="../media/image251.png"/><Relationship Id="rId213" Type="http://schemas.openxmlformats.org/officeDocument/2006/relationships/customXml" Target="../ink/ink328.xml"/><Relationship Id="rId234" Type="http://schemas.openxmlformats.org/officeDocument/2006/relationships/image" Target="../media/image322.png"/><Relationship Id="rId2" Type="http://schemas.openxmlformats.org/officeDocument/2006/relationships/notesSlide" Target="../notesSlides/notesSlide2.xml"/><Relationship Id="rId29" Type="http://schemas.openxmlformats.org/officeDocument/2006/relationships/image" Target="../media/image220.png"/><Relationship Id="rId255" Type="http://schemas.openxmlformats.org/officeDocument/2006/relationships/customXml" Target="../ink/ink349.xml"/><Relationship Id="rId40" Type="http://schemas.openxmlformats.org/officeDocument/2006/relationships/customXml" Target="../ink/ink241.xml"/><Relationship Id="rId115" Type="http://schemas.openxmlformats.org/officeDocument/2006/relationships/customXml" Target="../ink/ink279.xml"/><Relationship Id="rId136" Type="http://schemas.openxmlformats.org/officeDocument/2006/relationships/image" Target="../media/image273.png"/><Relationship Id="rId157" Type="http://schemas.openxmlformats.org/officeDocument/2006/relationships/customXml" Target="../ink/ink300.xml"/><Relationship Id="rId178" Type="http://schemas.openxmlformats.org/officeDocument/2006/relationships/image" Target="../media/image294.png"/><Relationship Id="rId61" Type="http://schemas.openxmlformats.org/officeDocument/2006/relationships/image" Target="../media/image236.png"/><Relationship Id="rId82" Type="http://schemas.openxmlformats.org/officeDocument/2006/relationships/image" Target="../media/image246.png"/><Relationship Id="rId199" Type="http://schemas.openxmlformats.org/officeDocument/2006/relationships/customXml" Target="../ink/ink321.xml"/><Relationship Id="rId203" Type="http://schemas.openxmlformats.org/officeDocument/2006/relationships/customXml" Target="../ink/ink323.xml"/><Relationship Id="rId19" Type="http://schemas.openxmlformats.org/officeDocument/2006/relationships/image" Target="../media/image215.png"/><Relationship Id="rId224" Type="http://schemas.openxmlformats.org/officeDocument/2006/relationships/image" Target="../media/image317.png"/><Relationship Id="rId245" Type="http://schemas.openxmlformats.org/officeDocument/2006/relationships/customXml" Target="../ink/ink344.xml"/><Relationship Id="rId30" Type="http://schemas.openxmlformats.org/officeDocument/2006/relationships/customXml" Target="../ink/ink236.xml"/><Relationship Id="rId105" Type="http://schemas.openxmlformats.org/officeDocument/2006/relationships/customXml" Target="../ink/ink274.xml"/><Relationship Id="rId126" Type="http://schemas.openxmlformats.org/officeDocument/2006/relationships/image" Target="../media/image268.png"/><Relationship Id="rId147" Type="http://schemas.openxmlformats.org/officeDocument/2006/relationships/customXml" Target="../ink/ink295.xml"/><Relationship Id="rId168" Type="http://schemas.openxmlformats.org/officeDocument/2006/relationships/image" Target="../media/image289.png"/><Relationship Id="rId51" Type="http://schemas.openxmlformats.org/officeDocument/2006/relationships/image" Target="../media/image231.png"/><Relationship Id="rId72" Type="http://schemas.openxmlformats.org/officeDocument/2006/relationships/image" Target="../media/image241.png"/><Relationship Id="rId93" Type="http://schemas.openxmlformats.org/officeDocument/2006/relationships/customXml" Target="../ink/ink268.xml"/><Relationship Id="rId189" Type="http://schemas.openxmlformats.org/officeDocument/2006/relationships/customXml" Target="../ink/ink316.xml"/><Relationship Id="rId3" Type="http://schemas.openxmlformats.org/officeDocument/2006/relationships/image" Target="../media/image208.png"/><Relationship Id="rId214" Type="http://schemas.openxmlformats.org/officeDocument/2006/relationships/image" Target="../media/image312.png"/><Relationship Id="rId235" Type="http://schemas.openxmlformats.org/officeDocument/2006/relationships/customXml" Target="../ink/ink339.xml"/><Relationship Id="rId256" Type="http://schemas.openxmlformats.org/officeDocument/2006/relationships/image" Target="../media/image333.png"/><Relationship Id="rId116" Type="http://schemas.openxmlformats.org/officeDocument/2006/relationships/image" Target="../media/image263.png"/><Relationship Id="rId137" Type="http://schemas.openxmlformats.org/officeDocument/2006/relationships/customXml" Target="../ink/ink290.xml"/><Relationship Id="rId158" Type="http://schemas.openxmlformats.org/officeDocument/2006/relationships/image" Target="../media/image284.png"/><Relationship Id="rId20" Type="http://schemas.openxmlformats.org/officeDocument/2006/relationships/customXml" Target="../ink/ink231.xml"/><Relationship Id="rId41" Type="http://schemas.openxmlformats.org/officeDocument/2006/relationships/image" Target="../media/image226.png"/><Relationship Id="rId62" Type="http://schemas.openxmlformats.org/officeDocument/2006/relationships/customXml" Target="../ink/ink252.xml"/><Relationship Id="rId83" Type="http://schemas.openxmlformats.org/officeDocument/2006/relationships/customXml" Target="../ink/ink263.xml"/><Relationship Id="rId179" Type="http://schemas.openxmlformats.org/officeDocument/2006/relationships/customXml" Target="../ink/ink311.xml"/><Relationship Id="rId190" Type="http://schemas.openxmlformats.org/officeDocument/2006/relationships/image" Target="../media/image300.png"/><Relationship Id="rId204" Type="http://schemas.openxmlformats.org/officeDocument/2006/relationships/image" Target="../media/image307.png"/><Relationship Id="rId225" Type="http://schemas.openxmlformats.org/officeDocument/2006/relationships/customXml" Target="../ink/ink334.xml"/><Relationship Id="rId246" Type="http://schemas.openxmlformats.org/officeDocument/2006/relationships/image" Target="../media/image328.png"/><Relationship Id="rId106" Type="http://schemas.openxmlformats.org/officeDocument/2006/relationships/image" Target="../media/image258.png"/><Relationship Id="rId127" Type="http://schemas.openxmlformats.org/officeDocument/2006/relationships/customXml" Target="../ink/ink285.xml"/><Relationship Id="rId10" Type="http://schemas.openxmlformats.org/officeDocument/2006/relationships/customXml" Target="../ink/ink226.xml"/><Relationship Id="rId31" Type="http://schemas.openxmlformats.org/officeDocument/2006/relationships/image" Target="../media/image221.png"/><Relationship Id="rId52" Type="http://schemas.openxmlformats.org/officeDocument/2006/relationships/customXml" Target="../ink/ink247.xml"/><Relationship Id="rId73" Type="http://schemas.openxmlformats.org/officeDocument/2006/relationships/customXml" Target="../ink/ink258.xml"/><Relationship Id="rId94" Type="http://schemas.openxmlformats.org/officeDocument/2006/relationships/image" Target="../media/image252.png"/><Relationship Id="rId148" Type="http://schemas.openxmlformats.org/officeDocument/2006/relationships/image" Target="../media/image279.png"/><Relationship Id="rId169" Type="http://schemas.openxmlformats.org/officeDocument/2006/relationships/customXml" Target="../ink/ink306.xml"/><Relationship Id="rId4" Type="http://schemas.openxmlformats.org/officeDocument/2006/relationships/customXml" Target="../ink/ink223.xml"/><Relationship Id="rId180" Type="http://schemas.openxmlformats.org/officeDocument/2006/relationships/image" Target="../media/image295.png"/><Relationship Id="rId215" Type="http://schemas.openxmlformats.org/officeDocument/2006/relationships/customXml" Target="../ink/ink329.xml"/><Relationship Id="rId236" Type="http://schemas.openxmlformats.org/officeDocument/2006/relationships/image" Target="../media/image323.png"/><Relationship Id="rId257" Type="http://schemas.openxmlformats.org/officeDocument/2006/relationships/customXml" Target="../ink/ink350.xml"/></Relationships>
</file>

<file path=ppt/slides/_rels/slide5.xml.rels><?xml version="1.0" encoding="UTF-8" standalone="yes"?>
<Relationships xmlns="http://schemas.openxmlformats.org/package/2006/relationships"><Relationship Id="rId26" Type="http://schemas.openxmlformats.org/officeDocument/2006/relationships/customXml" Target="../ink/ink362.xml"/><Relationship Id="rId117" Type="http://schemas.openxmlformats.org/officeDocument/2006/relationships/image" Target="../media/image393.png"/><Relationship Id="rId21" Type="http://schemas.openxmlformats.org/officeDocument/2006/relationships/image" Target="../media/image345.png"/><Relationship Id="rId42" Type="http://schemas.openxmlformats.org/officeDocument/2006/relationships/customXml" Target="../ink/ink370.xml"/><Relationship Id="rId47" Type="http://schemas.openxmlformats.org/officeDocument/2006/relationships/image" Target="../media/image358.png"/><Relationship Id="rId63" Type="http://schemas.openxmlformats.org/officeDocument/2006/relationships/image" Target="../media/image366.png"/><Relationship Id="rId68" Type="http://schemas.openxmlformats.org/officeDocument/2006/relationships/customXml" Target="../ink/ink383.xml"/><Relationship Id="rId84" Type="http://schemas.openxmlformats.org/officeDocument/2006/relationships/customXml" Target="../ink/ink391.xml"/><Relationship Id="rId89" Type="http://schemas.openxmlformats.org/officeDocument/2006/relationships/image" Target="../media/image379.png"/><Relationship Id="rId112" Type="http://schemas.openxmlformats.org/officeDocument/2006/relationships/customXml" Target="../ink/ink405.xml"/><Relationship Id="rId16" Type="http://schemas.openxmlformats.org/officeDocument/2006/relationships/customXml" Target="../ink/ink357.xml"/><Relationship Id="rId107" Type="http://schemas.openxmlformats.org/officeDocument/2006/relationships/image" Target="../media/image388.png"/><Relationship Id="rId11" Type="http://schemas.openxmlformats.org/officeDocument/2006/relationships/image" Target="../media/image340.png"/><Relationship Id="rId32" Type="http://schemas.openxmlformats.org/officeDocument/2006/relationships/customXml" Target="../ink/ink365.xml"/><Relationship Id="rId37" Type="http://schemas.openxmlformats.org/officeDocument/2006/relationships/image" Target="../media/image353.png"/><Relationship Id="rId53" Type="http://schemas.openxmlformats.org/officeDocument/2006/relationships/image" Target="../media/image361.png"/><Relationship Id="rId58" Type="http://schemas.openxmlformats.org/officeDocument/2006/relationships/customXml" Target="../ink/ink378.xml"/><Relationship Id="rId74" Type="http://schemas.openxmlformats.org/officeDocument/2006/relationships/customXml" Target="../ink/ink386.xml"/><Relationship Id="rId79" Type="http://schemas.openxmlformats.org/officeDocument/2006/relationships/image" Target="../media/image374.png"/><Relationship Id="rId102" Type="http://schemas.openxmlformats.org/officeDocument/2006/relationships/customXml" Target="../ink/ink400.xml"/><Relationship Id="rId5" Type="http://schemas.openxmlformats.org/officeDocument/2006/relationships/image" Target="../media/image337.png"/><Relationship Id="rId90" Type="http://schemas.openxmlformats.org/officeDocument/2006/relationships/customXml" Target="../ink/ink394.xml"/><Relationship Id="rId95" Type="http://schemas.openxmlformats.org/officeDocument/2006/relationships/image" Target="../media/image382.png"/><Relationship Id="rId22" Type="http://schemas.openxmlformats.org/officeDocument/2006/relationships/customXml" Target="../ink/ink360.xml"/><Relationship Id="rId27" Type="http://schemas.openxmlformats.org/officeDocument/2006/relationships/image" Target="../media/image348.png"/><Relationship Id="rId43" Type="http://schemas.openxmlformats.org/officeDocument/2006/relationships/image" Target="../media/image356.png"/><Relationship Id="rId48" Type="http://schemas.openxmlformats.org/officeDocument/2006/relationships/customXml" Target="../ink/ink373.xml"/><Relationship Id="rId64" Type="http://schemas.openxmlformats.org/officeDocument/2006/relationships/customXml" Target="../ink/ink381.xml"/><Relationship Id="rId69" Type="http://schemas.openxmlformats.org/officeDocument/2006/relationships/image" Target="../media/image369.png"/><Relationship Id="rId113" Type="http://schemas.openxmlformats.org/officeDocument/2006/relationships/image" Target="../media/image391.png"/><Relationship Id="rId118" Type="http://schemas.openxmlformats.org/officeDocument/2006/relationships/customXml" Target="../ink/ink408.xml"/><Relationship Id="rId80" Type="http://schemas.openxmlformats.org/officeDocument/2006/relationships/customXml" Target="../ink/ink389.xml"/><Relationship Id="rId85" Type="http://schemas.openxmlformats.org/officeDocument/2006/relationships/image" Target="../media/image377.png"/><Relationship Id="rId12" Type="http://schemas.openxmlformats.org/officeDocument/2006/relationships/customXml" Target="../ink/ink355.xml"/><Relationship Id="rId17" Type="http://schemas.openxmlformats.org/officeDocument/2006/relationships/image" Target="../media/image343.png"/><Relationship Id="rId33" Type="http://schemas.openxmlformats.org/officeDocument/2006/relationships/image" Target="../media/image351.png"/><Relationship Id="rId38" Type="http://schemas.openxmlformats.org/officeDocument/2006/relationships/customXml" Target="../ink/ink368.xml"/><Relationship Id="rId59" Type="http://schemas.openxmlformats.org/officeDocument/2006/relationships/image" Target="../media/image364.png"/><Relationship Id="rId103" Type="http://schemas.openxmlformats.org/officeDocument/2006/relationships/image" Target="../media/image386.png"/><Relationship Id="rId108" Type="http://schemas.openxmlformats.org/officeDocument/2006/relationships/customXml" Target="../ink/ink403.xml"/><Relationship Id="rId54" Type="http://schemas.openxmlformats.org/officeDocument/2006/relationships/customXml" Target="../ink/ink376.xml"/><Relationship Id="rId70" Type="http://schemas.openxmlformats.org/officeDocument/2006/relationships/customXml" Target="../ink/ink384.xml"/><Relationship Id="rId75" Type="http://schemas.openxmlformats.org/officeDocument/2006/relationships/image" Target="../media/image372.png"/><Relationship Id="rId91" Type="http://schemas.openxmlformats.org/officeDocument/2006/relationships/image" Target="../media/image380.png"/><Relationship Id="rId96" Type="http://schemas.openxmlformats.org/officeDocument/2006/relationships/customXml" Target="../ink/ink397.xml"/><Relationship Id="rId1" Type="http://schemas.openxmlformats.org/officeDocument/2006/relationships/slideLayout" Target="../slideLayouts/slideLayout7.xml"/><Relationship Id="rId6" Type="http://schemas.openxmlformats.org/officeDocument/2006/relationships/customXml" Target="../ink/ink352.xml"/><Relationship Id="rId23" Type="http://schemas.openxmlformats.org/officeDocument/2006/relationships/image" Target="../media/image346.png"/><Relationship Id="rId28" Type="http://schemas.openxmlformats.org/officeDocument/2006/relationships/customXml" Target="../ink/ink363.xml"/><Relationship Id="rId49" Type="http://schemas.openxmlformats.org/officeDocument/2006/relationships/image" Target="../media/image359.png"/><Relationship Id="rId114" Type="http://schemas.openxmlformats.org/officeDocument/2006/relationships/customXml" Target="../ink/ink406.xml"/><Relationship Id="rId119" Type="http://schemas.openxmlformats.org/officeDocument/2006/relationships/image" Target="../media/image394.png"/><Relationship Id="rId44" Type="http://schemas.openxmlformats.org/officeDocument/2006/relationships/customXml" Target="../ink/ink371.xml"/><Relationship Id="rId60" Type="http://schemas.openxmlformats.org/officeDocument/2006/relationships/customXml" Target="../ink/ink379.xml"/><Relationship Id="rId65" Type="http://schemas.openxmlformats.org/officeDocument/2006/relationships/image" Target="../media/image367.png"/><Relationship Id="rId81" Type="http://schemas.openxmlformats.org/officeDocument/2006/relationships/image" Target="../media/image375.png"/><Relationship Id="rId86" Type="http://schemas.openxmlformats.org/officeDocument/2006/relationships/customXml" Target="../ink/ink392.xml"/><Relationship Id="rId4" Type="http://schemas.openxmlformats.org/officeDocument/2006/relationships/customXml" Target="../ink/ink351.xml"/><Relationship Id="rId9" Type="http://schemas.openxmlformats.org/officeDocument/2006/relationships/image" Target="../media/image339.png"/><Relationship Id="rId13" Type="http://schemas.openxmlformats.org/officeDocument/2006/relationships/image" Target="../media/image341.png"/><Relationship Id="rId18" Type="http://schemas.openxmlformats.org/officeDocument/2006/relationships/customXml" Target="../ink/ink358.xml"/><Relationship Id="rId39" Type="http://schemas.openxmlformats.org/officeDocument/2006/relationships/image" Target="../media/image354.png"/><Relationship Id="rId109" Type="http://schemas.openxmlformats.org/officeDocument/2006/relationships/image" Target="../media/image389.png"/><Relationship Id="rId34" Type="http://schemas.openxmlformats.org/officeDocument/2006/relationships/customXml" Target="../ink/ink366.xml"/><Relationship Id="rId50" Type="http://schemas.openxmlformats.org/officeDocument/2006/relationships/customXml" Target="../ink/ink374.xml"/><Relationship Id="rId55" Type="http://schemas.openxmlformats.org/officeDocument/2006/relationships/image" Target="../media/image362.png"/><Relationship Id="rId76" Type="http://schemas.openxmlformats.org/officeDocument/2006/relationships/customXml" Target="../ink/ink387.xml"/><Relationship Id="rId97" Type="http://schemas.openxmlformats.org/officeDocument/2006/relationships/image" Target="../media/image383.png"/><Relationship Id="rId104" Type="http://schemas.openxmlformats.org/officeDocument/2006/relationships/customXml" Target="../ink/ink401.xml"/><Relationship Id="rId120" Type="http://schemas.openxmlformats.org/officeDocument/2006/relationships/customXml" Target="../ink/ink409.xml"/><Relationship Id="rId7" Type="http://schemas.openxmlformats.org/officeDocument/2006/relationships/image" Target="../media/image338.png"/><Relationship Id="rId71" Type="http://schemas.openxmlformats.org/officeDocument/2006/relationships/image" Target="../media/image370.png"/><Relationship Id="rId92" Type="http://schemas.openxmlformats.org/officeDocument/2006/relationships/customXml" Target="../ink/ink395.xml"/><Relationship Id="rId2" Type="http://schemas.openxmlformats.org/officeDocument/2006/relationships/image" Target="../media/image335.png"/><Relationship Id="rId29" Type="http://schemas.openxmlformats.org/officeDocument/2006/relationships/image" Target="../media/image349.png"/><Relationship Id="rId24" Type="http://schemas.openxmlformats.org/officeDocument/2006/relationships/customXml" Target="../ink/ink361.xml"/><Relationship Id="rId40" Type="http://schemas.openxmlformats.org/officeDocument/2006/relationships/customXml" Target="../ink/ink369.xml"/><Relationship Id="rId45" Type="http://schemas.openxmlformats.org/officeDocument/2006/relationships/image" Target="../media/image357.png"/><Relationship Id="rId66" Type="http://schemas.openxmlformats.org/officeDocument/2006/relationships/customXml" Target="../ink/ink382.xml"/><Relationship Id="rId87" Type="http://schemas.openxmlformats.org/officeDocument/2006/relationships/image" Target="../media/image378.png"/><Relationship Id="rId110" Type="http://schemas.openxmlformats.org/officeDocument/2006/relationships/customXml" Target="../ink/ink404.xml"/><Relationship Id="rId115" Type="http://schemas.openxmlformats.org/officeDocument/2006/relationships/image" Target="../media/image392.png"/><Relationship Id="rId61" Type="http://schemas.openxmlformats.org/officeDocument/2006/relationships/image" Target="../media/image365.png"/><Relationship Id="rId82" Type="http://schemas.openxmlformats.org/officeDocument/2006/relationships/customXml" Target="../ink/ink390.xml"/><Relationship Id="rId19" Type="http://schemas.openxmlformats.org/officeDocument/2006/relationships/image" Target="../media/image344.png"/><Relationship Id="rId14" Type="http://schemas.openxmlformats.org/officeDocument/2006/relationships/customXml" Target="../ink/ink356.xml"/><Relationship Id="rId30" Type="http://schemas.openxmlformats.org/officeDocument/2006/relationships/customXml" Target="../ink/ink364.xml"/><Relationship Id="rId35" Type="http://schemas.openxmlformats.org/officeDocument/2006/relationships/image" Target="../media/image352.png"/><Relationship Id="rId56" Type="http://schemas.openxmlformats.org/officeDocument/2006/relationships/customXml" Target="../ink/ink377.xml"/><Relationship Id="rId77" Type="http://schemas.openxmlformats.org/officeDocument/2006/relationships/image" Target="../media/image373.png"/><Relationship Id="rId100" Type="http://schemas.openxmlformats.org/officeDocument/2006/relationships/customXml" Target="../ink/ink399.xml"/><Relationship Id="rId105" Type="http://schemas.openxmlformats.org/officeDocument/2006/relationships/image" Target="../media/image387.png"/><Relationship Id="rId8" Type="http://schemas.openxmlformats.org/officeDocument/2006/relationships/customXml" Target="../ink/ink353.xml"/><Relationship Id="rId51" Type="http://schemas.openxmlformats.org/officeDocument/2006/relationships/image" Target="../media/image360.png"/><Relationship Id="rId72" Type="http://schemas.openxmlformats.org/officeDocument/2006/relationships/customXml" Target="../ink/ink385.xml"/><Relationship Id="rId93" Type="http://schemas.openxmlformats.org/officeDocument/2006/relationships/image" Target="../media/image381.png"/><Relationship Id="rId98" Type="http://schemas.openxmlformats.org/officeDocument/2006/relationships/customXml" Target="../ink/ink398.xml"/><Relationship Id="rId121" Type="http://schemas.openxmlformats.org/officeDocument/2006/relationships/image" Target="../media/image395.png"/><Relationship Id="rId3" Type="http://schemas.openxmlformats.org/officeDocument/2006/relationships/image" Target="../media/image336.png"/><Relationship Id="rId25" Type="http://schemas.openxmlformats.org/officeDocument/2006/relationships/image" Target="../media/image347.png"/><Relationship Id="rId46" Type="http://schemas.openxmlformats.org/officeDocument/2006/relationships/customXml" Target="../ink/ink372.xml"/><Relationship Id="rId67" Type="http://schemas.openxmlformats.org/officeDocument/2006/relationships/image" Target="../media/image368.png"/><Relationship Id="rId116" Type="http://schemas.openxmlformats.org/officeDocument/2006/relationships/customXml" Target="../ink/ink407.xml"/><Relationship Id="rId20" Type="http://schemas.openxmlformats.org/officeDocument/2006/relationships/customXml" Target="../ink/ink359.xml"/><Relationship Id="rId41" Type="http://schemas.openxmlformats.org/officeDocument/2006/relationships/image" Target="../media/image355.png"/><Relationship Id="rId62" Type="http://schemas.openxmlformats.org/officeDocument/2006/relationships/customXml" Target="../ink/ink380.xml"/><Relationship Id="rId83" Type="http://schemas.openxmlformats.org/officeDocument/2006/relationships/image" Target="../media/image376.png"/><Relationship Id="rId88" Type="http://schemas.openxmlformats.org/officeDocument/2006/relationships/customXml" Target="../ink/ink393.xml"/><Relationship Id="rId111" Type="http://schemas.openxmlformats.org/officeDocument/2006/relationships/image" Target="../media/image390.png"/><Relationship Id="rId15" Type="http://schemas.openxmlformats.org/officeDocument/2006/relationships/image" Target="../media/image342.png"/><Relationship Id="rId36" Type="http://schemas.openxmlformats.org/officeDocument/2006/relationships/customXml" Target="../ink/ink367.xml"/><Relationship Id="rId57" Type="http://schemas.openxmlformats.org/officeDocument/2006/relationships/image" Target="../media/image363.png"/><Relationship Id="rId106" Type="http://schemas.openxmlformats.org/officeDocument/2006/relationships/customXml" Target="../ink/ink402.xml"/><Relationship Id="rId10" Type="http://schemas.openxmlformats.org/officeDocument/2006/relationships/customXml" Target="../ink/ink354.xml"/><Relationship Id="rId31" Type="http://schemas.openxmlformats.org/officeDocument/2006/relationships/image" Target="../media/image350.png"/><Relationship Id="rId52" Type="http://schemas.openxmlformats.org/officeDocument/2006/relationships/customXml" Target="../ink/ink375.xml"/><Relationship Id="rId73" Type="http://schemas.openxmlformats.org/officeDocument/2006/relationships/image" Target="../media/image371.png"/><Relationship Id="rId78" Type="http://schemas.openxmlformats.org/officeDocument/2006/relationships/customXml" Target="../ink/ink388.xml"/><Relationship Id="rId94" Type="http://schemas.openxmlformats.org/officeDocument/2006/relationships/customXml" Target="../ink/ink396.xml"/><Relationship Id="rId99" Type="http://schemas.openxmlformats.org/officeDocument/2006/relationships/image" Target="../media/image384.png"/><Relationship Id="rId101" Type="http://schemas.openxmlformats.org/officeDocument/2006/relationships/image" Target="../media/image38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2020.png"/><Relationship Id="rId2" Type="http://schemas.openxmlformats.org/officeDocument/2006/relationships/customXml" Target="../ink/ink410.xml"/><Relationship Id="rId1" Type="http://schemas.openxmlformats.org/officeDocument/2006/relationships/slideLayout" Target="../slideLayouts/slideLayout6.xml"/><Relationship Id="rId5" Type="http://schemas.openxmlformats.org/officeDocument/2006/relationships/image" Target="../media/image2030.png"/><Relationship Id="rId4" Type="http://schemas.openxmlformats.org/officeDocument/2006/relationships/customXml" Target="../ink/ink411.xml"/></Relationships>
</file>

<file path=ppt/slides/_rels/slide10.xml.rels><?xml version="1.0" encoding="UTF-8" standalone="yes"?>
<Relationships xmlns="http://schemas.openxmlformats.org/package/2006/relationships"><Relationship Id="rId13" Type="http://schemas.openxmlformats.org/officeDocument/2006/relationships/image" Target="../media/image401.png"/><Relationship Id="rId18" Type="http://schemas.openxmlformats.org/officeDocument/2006/relationships/customXml" Target="../ink/ink420.xml"/><Relationship Id="rId26" Type="http://schemas.openxmlformats.org/officeDocument/2006/relationships/customXml" Target="../ink/ink424.xml"/><Relationship Id="rId39" Type="http://schemas.openxmlformats.org/officeDocument/2006/relationships/image" Target="../media/image414.png"/><Relationship Id="rId21" Type="http://schemas.openxmlformats.org/officeDocument/2006/relationships/image" Target="../media/image405.png"/><Relationship Id="rId34" Type="http://schemas.openxmlformats.org/officeDocument/2006/relationships/customXml" Target="../ink/ink428.xml"/><Relationship Id="rId7" Type="http://schemas.openxmlformats.org/officeDocument/2006/relationships/image" Target="../media/image398.png"/><Relationship Id="rId12" Type="http://schemas.openxmlformats.org/officeDocument/2006/relationships/customXml" Target="../ink/ink417.xml"/><Relationship Id="rId17" Type="http://schemas.openxmlformats.org/officeDocument/2006/relationships/image" Target="../media/image403.png"/><Relationship Id="rId25" Type="http://schemas.openxmlformats.org/officeDocument/2006/relationships/image" Target="../media/image407.png"/><Relationship Id="rId33" Type="http://schemas.openxmlformats.org/officeDocument/2006/relationships/image" Target="../media/image411.png"/><Relationship Id="rId38" Type="http://schemas.openxmlformats.org/officeDocument/2006/relationships/customXml" Target="../ink/ink430.xml"/><Relationship Id="rId2" Type="http://schemas.openxmlformats.org/officeDocument/2006/relationships/customXml" Target="../ink/ink412.xml"/><Relationship Id="rId16" Type="http://schemas.openxmlformats.org/officeDocument/2006/relationships/customXml" Target="../ink/ink419.xml"/><Relationship Id="rId20" Type="http://schemas.openxmlformats.org/officeDocument/2006/relationships/customXml" Target="../ink/ink421.xml"/><Relationship Id="rId29" Type="http://schemas.openxmlformats.org/officeDocument/2006/relationships/image" Target="../media/image409.png"/><Relationship Id="rId1" Type="http://schemas.openxmlformats.org/officeDocument/2006/relationships/slideLayout" Target="../slideLayouts/slideLayout6.xml"/><Relationship Id="rId6" Type="http://schemas.openxmlformats.org/officeDocument/2006/relationships/customXml" Target="../ink/ink414.xml"/><Relationship Id="rId11" Type="http://schemas.openxmlformats.org/officeDocument/2006/relationships/image" Target="../media/image400.png"/><Relationship Id="rId24" Type="http://schemas.openxmlformats.org/officeDocument/2006/relationships/customXml" Target="../ink/ink423.xml"/><Relationship Id="rId32" Type="http://schemas.openxmlformats.org/officeDocument/2006/relationships/customXml" Target="../ink/ink427.xml"/><Relationship Id="rId37" Type="http://schemas.openxmlformats.org/officeDocument/2006/relationships/image" Target="../media/image413.png"/><Relationship Id="rId5" Type="http://schemas.openxmlformats.org/officeDocument/2006/relationships/image" Target="../media/image397.png"/><Relationship Id="rId15" Type="http://schemas.openxmlformats.org/officeDocument/2006/relationships/image" Target="../media/image402.png"/><Relationship Id="rId23" Type="http://schemas.openxmlformats.org/officeDocument/2006/relationships/image" Target="../media/image406.png"/><Relationship Id="rId28" Type="http://schemas.openxmlformats.org/officeDocument/2006/relationships/customXml" Target="../ink/ink425.xml"/><Relationship Id="rId36" Type="http://schemas.openxmlformats.org/officeDocument/2006/relationships/customXml" Target="../ink/ink429.xml"/><Relationship Id="rId10" Type="http://schemas.openxmlformats.org/officeDocument/2006/relationships/customXml" Target="../ink/ink416.xml"/><Relationship Id="rId19" Type="http://schemas.openxmlformats.org/officeDocument/2006/relationships/image" Target="../media/image404.png"/><Relationship Id="rId31" Type="http://schemas.openxmlformats.org/officeDocument/2006/relationships/image" Target="../media/image410.png"/><Relationship Id="rId4" Type="http://schemas.openxmlformats.org/officeDocument/2006/relationships/customXml" Target="../ink/ink413.xml"/><Relationship Id="rId9" Type="http://schemas.openxmlformats.org/officeDocument/2006/relationships/image" Target="../media/image399.png"/><Relationship Id="rId14" Type="http://schemas.openxmlformats.org/officeDocument/2006/relationships/customXml" Target="../ink/ink418.xml"/><Relationship Id="rId22" Type="http://schemas.openxmlformats.org/officeDocument/2006/relationships/customXml" Target="../ink/ink422.xml"/><Relationship Id="rId27" Type="http://schemas.openxmlformats.org/officeDocument/2006/relationships/image" Target="../media/image408.png"/><Relationship Id="rId30" Type="http://schemas.openxmlformats.org/officeDocument/2006/relationships/customXml" Target="../ink/ink426.xml"/><Relationship Id="rId35" Type="http://schemas.openxmlformats.org/officeDocument/2006/relationships/image" Target="../media/image412.png"/><Relationship Id="rId8" Type="http://schemas.openxmlformats.org/officeDocument/2006/relationships/customXml" Target="../ink/ink415.xml"/><Relationship Id="rId3" Type="http://schemas.openxmlformats.org/officeDocument/2006/relationships/image" Target="../media/image396.png"/></Relationships>
</file>

<file path=ppt/slides/_rels/slide11.xml.rels><?xml version="1.0" encoding="UTF-8" standalone="yes"?>
<Relationships xmlns="http://schemas.openxmlformats.org/package/2006/relationships"><Relationship Id="rId8" Type="http://schemas.openxmlformats.org/officeDocument/2006/relationships/customXml" Target="../ink/ink434.xml"/><Relationship Id="rId13" Type="http://schemas.openxmlformats.org/officeDocument/2006/relationships/image" Target="../media/image420.png"/><Relationship Id="rId18" Type="http://schemas.openxmlformats.org/officeDocument/2006/relationships/customXml" Target="../ink/ink439.xml"/><Relationship Id="rId26" Type="http://schemas.openxmlformats.org/officeDocument/2006/relationships/customXml" Target="../ink/ink443.xml"/><Relationship Id="rId3" Type="http://schemas.openxmlformats.org/officeDocument/2006/relationships/image" Target="../media/image415.png"/><Relationship Id="rId21" Type="http://schemas.openxmlformats.org/officeDocument/2006/relationships/image" Target="../media/image424.png"/><Relationship Id="rId7" Type="http://schemas.openxmlformats.org/officeDocument/2006/relationships/image" Target="../media/image417.png"/><Relationship Id="rId12" Type="http://schemas.openxmlformats.org/officeDocument/2006/relationships/customXml" Target="../ink/ink436.xml"/><Relationship Id="rId17" Type="http://schemas.openxmlformats.org/officeDocument/2006/relationships/image" Target="../media/image422.png"/><Relationship Id="rId25" Type="http://schemas.openxmlformats.org/officeDocument/2006/relationships/image" Target="../media/image426.png"/><Relationship Id="rId2" Type="http://schemas.openxmlformats.org/officeDocument/2006/relationships/customXml" Target="../ink/ink431.xml"/><Relationship Id="rId16" Type="http://schemas.openxmlformats.org/officeDocument/2006/relationships/customXml" Target="../ink/ink438.xml"/><Relationship Id="rId20" Type="http://schemas.openxmlformats.org/officeDocument/2006/relationships/customXml" Target="../ink/ink440.xml"/><Relationship Id="rId29" Type="http://schemas.openxmlformats.org/officeDocument/2006/relationships/image" Target="../media/image428.png"/><Relationship Id="rId1" Type="http://schemas.openxmlformats.org/officeDocument/2006/relationships/slideLayout" Target="../slideLayouts/slideLayout6.xml"/><Relationship Id="rId6" Type="http://schemas.openxmlformats.org/officeDocument/2006/relationships/customXml" Target="../ink/ink433.xml"/><Relationship Id="rId11" Type="http://schemas.openxmlformats.org/officeDocument/2006/relationships/image" Target="../media/image419.png"/><Relationship Id="rId24" Type="http://schemas.openxmlformats.org/officeDocument/2006/relationships/customXml" Target="../ink/ink442.xml"/><Relationship Id="rId5" Type="http://schemas.openxmlformats.org/officeDocument/2006/relationships/image" Target="../media/image416.png"/><Relationship Id="rId15" Type="http://schemas.openxmlformats.org/officeDocument/2006/relationships/image" Target="../media/image421.png"/><Relationship Id="rId23" Type="http://schemas.openxmlformats.org/officeDocument/2006/relationships/image" Target="../media/image425.png"/><Relationship Id="rId28" Type="http://schemas.openxmlformats.org/officeDocument/2006/relationships/customXml" Target="../ink/ink444.xml"/><Relationship Id="rId10" Type="http://schemas.openxmlformats.org/officeDocument/2006/relationships/customXml" Target="../ink/ink435.xml"/><Relationship Id="rId19" Type="http://schemas.openxmlformats.org/officeDocument/2006/relationships/image" Target="../media/image423.png"/><Relationship Id="rId4" Type="http://schemas.openxmlformats.org/officeDocument/2006/relationships/customXml" Target="../ink/ink432.xml"/><Relationship Id="rId9" Type="http://schemas.openxmlformats.org/officeDocument/2006/relationships/image" Target="../media/image418.png"/><Relationship Id="rId14" Type="http://schemas.openxmlformats.org/officeDocument/2006/relationships/customXml" Target="../ink/ink437.xml"/><Relationship Id="rId22" Type="http://schemas.openxmlformats.org/officeDocument/2006/relationships/customXml" Target="../ink/ink441.xml"/><Relationship Id="rId27" Type="http://schemas.openxmlformats.org/officeDocument/2006/relationships/image" Target="../media/image42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image" Target="../media/image337.jp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2050.png"/><Relationship Id="rId2" Type="http://schemas.openxmlformats.org/officeDocument/2006/relationships/customXml" Target="../ink/ink445.xml"/><Relationship Id="rId1" Type="http://schemas.openxmlformats.org/officeDocument/2006/relationships/slideLayout" Target="../slideLayouts/slideLayout6.xml"/><Relationship Id="rId5" Type="http://schemas.openxmlformats.org/officeDocument/2006/relationships/image" Target="../media/image2060.png"/><Relationship Id="rId4" Type="http://schemas.openxmlformats.org/officeDocument/2006/relationships/customXml" Target="../ink/ink44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899DB-0B97-2451-BB69-7C6E61BDFDB1}"/>
              </a:ext>
            </a:extLst>
          </p:cNvPr>
          <p:cNvSpPr>
            <a:spLocks noGrp="1"/>
          </p:cNvSpPr>
          <p:nvPr>
            <p:ph type="ctrTitle"/>
          </p:nvPr>
        </p:nvSpPr>
        <p:spPr/>
        <p:txBody>
          <a:bodyPr>
            <a:normAutofit/>
          </a:bodyPr>
          <a:lstStyle/>
          <a:p>
            <a:pPr rtl="1"/>
            <a:r>
              <a:rPr lang="fa-IR" sz="7200" dirty="0">
                <a:solidFill>
                  <a:srgbClr val="00B050"/>
                </a:solidFill>
                <a:cs typeface="B Titr" panose="00000700000000000000" pitchFamily="2" charset="-78"/>
              </a:rPr>
              <a:t>ربات فوتبالیست وزن آزاد</a:t>
            </a:r>
            <a:endParaRPr lang="en-US" sz="7200" dirty="0">
              <a:solidFill>
                <a:srgbClr val="00B050"/>
              </a:solidFill>
              <a:cs typeface="B Titr" panose="00000700000000000000" pitchFamily="2" charset="-78"/>
            </a:endParaRPr>
          </a:p>
        </p:txBody>
      </p:sp>
      <p:sp>
        <p:nvSpPr>
          <p:cNvPr id="3" name="Subtitle 2">
            <a:extLst>
              <a:ext uri="{FF2B5EF4-FFF2-40B4-BE49-F238E27FC236}">
                <a16:creationId xmlns:a16="http://schemas.microsoft.com/office/drawing/2014/main" id="{4FDEFF96-D44B-8F99-ABC7-B5AABE90509A}"/>
              </a:ext>
            </a:extLst>
          </p:cNvPr>
          <p:cNvSpPr>
            <a:spLocks noGrp="1"/>
          </p:cNvSpPr>
          <p:nvPr>
            <p:ph type="subTitle" idx="1"/>
          </p:nvPr>
        </p:nvSpPr>
        <p:spPr>
          <a:xfrm>
            <a:off x="1370693" y="3870773"/>
            <a:ext cx="9440034" cy="777433"/>
          </a:xfrm>
        </p:spPr>
        <p:txBody>
          <a:bodyPr>
            <a:normAutofit/>
          </a:bodyPr>
          <a:lstStyle/>
          <a:p>
            <a:pPr rtl="1"/>
            <a:r>
              <a:rPr lang="fa-IR" sz="2800" dirty="0">
                <a:latin typeface="IRANSans" panose="02040503050201020203" pitchFamily="18" charset="-78"/>
                <a:cs typeface="IRANSans" panose="02040503050201020203" pitchFamily="18" charset="-78"/>
              </a:rPr>
              <a:t>برنامه نویسی و راه اندازی ربات</a:t>
            </a:r>
            <a:endParaRPr lang="en-US" sz="2800" dirty="0">
              <a:latin typeface="IRANSans" panose="02040503050201020203" pitchFamily="18" charset="-78"/>
              <a:cs typeface="IRANSans" panose="02040503050201020203" pitchFamily="18" charset="-78"/>
            </a:endParaRPr>
          </a:p>
        </p:txBody>
      </p:sp>
      <p:sp>
        <p:nvSpPr>
          <p:cNvPr id="5" name="Subtitle 2">
            <a:extLst>
              <a:ext uri="{FF2B5EF4-FFF2-40B4-BE49-F238E27FC236}">
                <a16:creationId xmlns:a16="http://schemas.microsoft.com/office/drawing/2014/main" id="{4D2BC229-E8AD-797B-B885-2B6A3DF058AF}"/>
              </a:ext>
            </a:extLst>
          </p:cNvPr>
          <p:cNvSpPr txBox="1">
            <a:spLocks/>
          </p:cNvSpPr>
          <p:nvPr/>
        </p:nvSpPr>
        <p:spPr>
          <a:xfrm>
            <a:off x="6085420" y="5346154"/>
            <a:ext cx="4725307" cy="777433"/>
          </a:xfrm>
          <a:prstGeom prst="rect">
            <a:avLst/>
          </a:prstGeom>
          <a:effectLst>
            <a:outerShdw blurRad="25400" dir="17880000">
              <a:srgbClr val="000000">
                <a:alpha val="46000"/>
              </a:srgbClr>
            </a:outerShdw>
          </a:effectLst>
        </p:spPr>
        <p:txBody>
          <a:bodyPr vert="horz" lIns="91440" tIns="45720" rIns="91440" bIns="45720" rtlCol="0" anchor="t">
            <a:normAutofit fontScale="92500" lnSpcReduction="20000"/>
          </a:bodyPr>
          <a:lstStyle>
            <a:lvl1pPr marL="0" indent="0" algn="ctr" defTabSz="457200" rtl="0" eaLnBrk="1" latinLnBrk="0" hangingPunct="1">
              <a:spcBef>
                <a:spcPct val="20000"/>
              </a:spcBef>
              <a:spcAft>
                <a:spcPts val="600"/>
              </a:spcAft>
              <a:buClr>
                <a:schemeClr val="tx2"/>
              </a:buClr>
              <a:buSzPct val="70000"/>
              <a:buFont typeface="Wingdings 2" charset="2"/>
              <a:buNone/>
              <a:defRPr sz="2000" kern="1200">
                <a:ln>
                  <a:solidFill>
                    <a:schemeClr val="bg1">
                      <a:lumMod val="75000"/>
                      <a:lumOff val="25000"/>
                      <a:alpha val="10000"/>
                    </a:schemeClr>
                  </a:solidFill>
                </a:ln>
                <a:solidFill>
                  <a:schemeClr val="tx1"/>
                </a:solidFill>
                <a:effectLst>
                  <a:outerShdw blurRad="9525" dist="25400" dir="14640000" algn="tl" rotWithShape="0">
                    <a:schemeClr val="bg1">
                      <a:alpha val="30000"/>
                    </a:schemeClr>
                  </a:outerShdw>
                </a:effectLst>
                <a:latin typeface="+mn-lt"/>
                <a:ea typeface="+mn-ea"/>
                <a:cs typeface="+mn-cs"/>
              </a:defRPr>
            </a:lvl1pPr>
            <a:lvl2pPr marL="457200" indent="0" algn="ctr" defTabSz="457200" rtl="0" eaLnBrk="1" latinLnBrk="0" hangingPunct="1">
              <a:spcBef>
                <a:spcPct val="20000"/>
              </a:spcBef>
              <a:spcAft>
                <a:spcPts val="600"/>
              </a:spcAft>
              <a:buClr>
                <a:schemeClr val="tx2"/>
              </a:buClr>
              <a:buSzPct val="70000"/>
              <a:buFont typeface="Wingdings 2" charset="2"/>
              <a:buNone/>
              <a:defRPr sz="18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2pPr>
            <a:lvl3pPr marL="914400" indent="0" algn="ctr" defTabSz="457200" rtl="0" eaLnBrk="1" latinLnBrk="0" hangingPunct="1">
              <a:spcBef>
                <a:spcPct val="20000"/>
              </a:spcBef>
              <a:spcAft>
                <a:spcPts val="600"/>
              </a:spcAft>
              <a:buClr>
                <a:schemeClr val="tx2"/>
              </a:buClr>
              <a:buSzPct val="70000"/>
              <a:buFont typeface="Wingdings 2" charset="2"/>
              <a:buNone/>
              <a:defRPr sz="16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3pPr>
            <a:lvl4pPr marL="1371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4pPr>
            <a:lvl5pPr marL="18288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5pPr>
            <a:lvl6pPr marL="22860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6pPr>
            <a:lvl7pPr marL="27432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7pPr>
            <a:lvl8pPr marL="32004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8pPr>
            <a:lvl9pPr marL="3657600" indent="0" algn="ctr" defTabSz="457200" rtl="0" eaLnBrk="1" latinLnBrk="0" hangingPunct="1">
              <a:spcBef>
                <a:spcPct val="20000"/>
              </a:spcBef>
              <a:spcAft>
                <a:spcPts val="600"/>
              </a:spcAft>
              <a:buClr>
                <a:schemeClr val="tx2"/>
              </a:buClr>
              <a:buSzPct val="70000"/>
              <a:buFont typeface="Wingdings 2" charset="2"/>
              <a:buNone/>
              <a:defRPr sz="1400" kern="1200">
                <a:ln>
                  <a:solidFill>
                    <a:schemeClr val="bg1">
                      <a:lumMod val="75000"/>
                      <a:lumOff val="25000"/>
                      <a:alpha val="10000"/>
                    </a:schemeClr>
                  </a:solidFill>
                </a:ln>
                <a:solidFill>
                  <a:schemeClr val="tx1">
                    <a:tint val="75000"/>
                  </a:schemeClr>
                </a:solidFill>
                <a:effectLst>
                  <a:outerShdw blurRad="9525" dist="25400" dir="14640000" algn="tl" rotWithShape="0">
                    <a:schemeClr val="bg1">
                      <a:alpha val="30000"/>
                    </a:schemeClr>
                  </a:outerShdw>
                </a:effectLst>
                <a:latin typeface="+mn-lt"/>
                <a:ea typeface="+mn-ea"/>
                <a:cs typeface="+mn-cs"/>
              </a:defRPr>
            </a:lvl9pPr>
          </a:lstStyle>
          <a:p>
            <a:pPr algn="r" rtl="1"/>
            <a:r>
              <a:rPr lang="fa-IR" dirty="0">
                <a:latin typeface="IRANSans" panose="02040503050201020203" pitchFamily="18" charset="-78"/>
                <a:cs typeface="IRANSans" panose="02040503050201020203" pitchFamily="18" charset="-78"/>
              </a:rPr>
              <a:t>بهمن 1404</a:t>
            </a:r>
          </a:p>
          <a:p>
            <a:pPr algn="r" rtl="1"/>
            <a:r>
              <a:rPr lang="fa-IR" dirty="0">
                <a:latin typeface="IRANSans" panose="02040503050201020203" pitchFamily="18" charset="-78"/>
                <a:cs typeface="IRANSans" panose="02040503050201020203" pitchFamily="18" charset="-78"/>
              </a:rPr>
              <a:t>فرحان دائمی</a:t>
            </a:r>
            <a:endParaRPr lang="en-US" dirty="0">
              <a:latin typeface="IRANSans" panose="02040503050201020203" pitchFamily="18" charset="-78"/>
              <a:cs typeface="IRANSans" panose="02040503050201020203" pitchFamily="18" charset="-78"/>
            </a:endParaRPr>
          </a:p>
          <a:p>
            <a:pPr algn="r" rtl="1"/>
            <a:endParaRPr lang="en-US" dirty="0">
              <a:latin typeface="IRANSans" panose="02040503050201020203" pitchFamily="18" charset="-78"/>
              <a:cs typeface="IRANSans" panose="02040503050201020203" pitchFamily="18" charset="-78"/>
            </a:endParaRPr>
          </a:p>
        </p:txBody>
      </p:sp>
    </p:spTree>
    <p:extLst>
      <p:ext uri="{BB962C8B-B14F-4D97-AF65-F5344CB8AC3E}">
        <p14:creationId xmlns:p14="http://schemas.microsoft.com/office/powerpoint/2010/main" val="13698461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CBDF47-298D-E0FC-6414-512BBD82721E}"/>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469AF5C2-212C-FF87-EB90-992BE3E26675}"/>
              </a:ext>
            </a:extLst>
          </p:cNvPr>
          <p:cNvPicPr>
            <a:picLocks noChangeAspect="1"/>
          </p:cNvPicPr>
          <p:nvPr/>
        </p:nvPicPr>
        <p:blipFill>
          <a:blip r:embed="rId3"/>
          <a:srcRect l="4956" r="5285"/>
          <a:stretch>
            <a:fillRect/>
          </a:stretch>
        </p:blipFill>
        <p:spPr>
          <a:xfrm>
            <a:off x="0" y="0"/>
            <a:ext cx="12147550" cy="6858000"/>
          </a:xfrm>
          <a:prstGeom prst="rect">
            <a:avLst/>
          </a:prstGeom>
        </p:spPr>
      </p:pic>
      <mc:AlternateContent xmlns:mc="http://schemas.openxmlformats.org/markup-compatibility/2006" xmlns:p14="http://schemas.microsoft.com/office/powerpoint/2010/main">
        <mc:Choice Requires="p14">
          <p:contentPart p14:bwMode="auto" r:id="rId4">
            <p14:nvContentPartPr>
              <p14:cNvPr id="22" name="Ink 21">
                <a:extLst>
                  <a:ext uri="{FF2B5EF4-FFF2-40B4-BE49-F238E27FC236}">
                    <a16:creationId xmlns:a16="http://schemas.microsoft.com/office/drawing/2014/main" id="{7F1AB8EA-2536-2D3F-EC36-C72E734305BD}"/>
                  </a:ext>
                </a:extLst>
              </p14:cNvPr>
              <p14:cNvContentPartPr/>
              <p14:nvPr/>
            </p14:nvContentPartPr>
            <p14:xfrm>
              <a:off x="8366630" y="2152930"/>
              <a:ext cx="2045160" cy="406440"/>
            </p14:xfrm>
          </p:contentPart>
        </mc:Choice>
        <mc:Fallback xmlns="">
          <p:pic>
            <p:nvPicPr>
              <p:cNvPr id="22" name="Ink 21">
                <a:extLst>
                  <a:ext uri="{FF2B5EF4-FFF2-40B4-BE49-F238E27FC236}">
                    <a16:creationId xmlns:a16="http://schemas.microsoft.com/office/drawing/2014/main" id="{7F1AB8EA-2536-2D3F-EC36-C72E734305BD}"/>
                  </a:ext>
                </a:extLst>
              </p:cNvPr>
              <p:cNvPicPr/>
              <p:nvPr/>
            </p:nvPicPr>
            <p:blipFill>
              <a:blip r:embed="rId5"/>
              <a:stretch>
                <a:fillRect/>
              </a:stretch>
            </p:blipFill>
            <p:spPr>
              <a:xfrm>
                <a:off x="8348630" y="2134930"/>
                <a:ext cx="2080800" cy="442080"/>
              </a:xfrm>
              <a:prstGeom prst="rect">
                <a:avLst/>
              </a:prstGeom>
            </p:spPr>
          </p:pic>
        </mc:Fallback>
      </mc:AlternateContent>
      <p:grpSp>
        <p:nvGrpSpPr>
          <p:cNvPr id="26" name="Group 25">
            <a:extLst>
              <a:ext uri="{FF2B5EF4-FFF2-40B4-BE49-F238E27FC236}">
                <a16:creationId xmlns:a16="http://schemas.microsoft.com/office/drawing/2014/main" id="{7AFAB5D4-1F82-CCA2-E196-B602F93D837A}"/>
              </a:ext>
            </a:extLst>
          </p:cNvPr>
          <p:cNvGrpSpPr/>
          <p:nvPr/>
        </p:nvGrpSpPr>
        <p:grpSpPr>
          <a:xfrm>
            <a:off x="7709630" y="3429850"/>
            <a:ext cx="2528640" cy="1300680"/>
            <a:chOff x="7709630" y="3429850"/>
            <a:chExt cx="2528640" cy="1300680"/>
          </a:xfrm>
        </p:grpSpPr>
        <mc:AlternateContent xmlns:mc="http://schemas.openxmlformats.org/markup-compatibility/2006" xmlns:p14="http://schemas.microsoft.com/office/powerpoint/2010/main">
          <mc:Choice Requires="p14">
            <p:contentPart p14:bwMode="auto" r:id="rId6">
              <p14:nvContentPartPr>
                <p14:cNvPr id="23" name="Ink 22">
                  <a:extLst>
                    <a:ext uri="{FF2B5EF4-FFF2-40B4-BE49-F238E27FC236}">
                      <a16:creationId xmlns:a16="http://schemas.microsoft.com/office/drawing/2014/main" id="{463B1047-2615-EC0B-D328-1CC71B339FD0}"/>
                    </a:ext>
                  </a:extLst>
                </p14:cNvPr>
                <p14:cNvContentPartPr/>
                <p14:nvPr/>
              </p14:nvContentPartPr>
              <p14:xfrm>
                <a:off x="8341070" y="3483850"/>
                <a:ext cx="1897200" cy="500040"/>
              </p14:xfrm>
            </p:contentPart>
          </mc:Choice>
          <mc:Fallback xmlns="">
            <p:pic>
              <p:nvPicPr>
                <p:cNvPr id="23" name="Ink 22">
                  <a:extLst>
                    <a:ext uri="{FF2B5EF4-FFF2-40B4-BE49-F238E27FC236}">
                      <a16:creationId xmlns:a16="http://schemas.microsoft.com/office/drawing/2014/main" id="{463B1047-2615-EC0B-D328-1CC71B339FD0}"/>
                    </a:ext>
                  </a:extLst>
                </p:cNvPr>
                <p:cNvPicPr/>
                <p:nvPr/>
              </p:nvPicPr>
              <p:blipFill>
                <a:blip r:embed="rId7"/>
                <a:stretch>
                  <a:fillRect/>
                </a:stretch>
              </p:blipFill>
              <p:spPr>
                <a:xfrm>
                  <a:off x="8323070" y="3466210"/>
                  <a:ext cx="1932840" cy="53568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4" name="Ink 23">
                  <a:extLst>
                    <a:ext uri="{FF2B5EF4-FFF2-40B4-BE49-F238E27FC236}">
                      <a16:creationId xmlns:a16="http://schemas.microsoft.com/office/drawing/2014/main" id="{6D21DA13-EBE8-191C-758F-349A3F0325BB}"/>
                    </a:ext>
                  </a:extLst>
                </p14:cNvPr>
                <p14:cNvContentPartPr/>
                <p14:nvPr/>
              </p14:nvContentPartPr>
              <p14:xfrm>
                <a:off x="8010950" y="3429850"/>
                <a:ext cx="2151720" cy="943920"/>
              </p14:xfrm>
            </p:contentPart>
          </mc:Choice>
          <mc:Fallback xmlns="">
            <p:pic>
              <p:nvPicPr>
                <p:cNvPr id="24" name="Ink 23">
                  <a:extLst>
                    <a:ext uri="{FF2B5EF4-FFF2-40B4-BE49-F238E27FC236}">
                      <a16:creationId xmlns:a16="http://schemas.microsoft.com/office/drawing/2014/main" id="{6D21DA13-EBE8-191C-758F-349A3F0325BB}"/>
                    </a:ext>
                  </a:extLst>
                </p:cNvPr>
                <p:cNvPicPr/>
                <p:nvPr/>
              </p:nvPicPr>
              <p:blipFill>
                <a:blip r:embed="rId9"/>
                <a:stretch>
                  <a:fillRect/>
                </a:stretch>
              </p:blipFill>
              <p:spPr>
                <a:xfrm>
                  <a:off x="7992950" y="3411850"/>
                  <a:ext cx="2187360" cy="97956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5" name="Ink 24">
                  <a:extLst>
                    <a:ext uri="{FF2B5EF4-FFF2-40B4-BE49-F238E27FC236}">
                      <a16:creationId xmlns:a16="http://schemas.microsoft.com/office/drawing/2014/main" id="{BEFF98F6-3EE0-2FF2-5914-EFB0DD3F1063}"/>
                    </a:ext>
                  </a:extLst>
                </p14:cNvPr>
                <p14:cNvContentPartPr/>
                <p14:nvPr/>
              </p14:nvContentPartPr>
              <p14:xfrm>
                <a:off x="7709630" y="3472690"/>
                <a:ext cx="2430720" cy="1257840"/>
              </p14:xfrm>
            </p:contentPart>
          </mc:Choice>
          <mc:Fallback xmlns="">
            <p:pic>
              <p:nvPicPr>
                <p:cNvPr id="25" name="Ink 24">
                  <a:extLst>
                    <a:ext uri="{FF2B5EF4-FFF2-40B4-BE49-F238E27FC236}">
                      <a16:creationId xmlns:a16="http://schemas.microsoft.com/office/drawing/2014/main" id="{BEFF98F6-3EE0-2FF2-5914-EFB0DD3F1063}"/>
                    </a:ext>
                  </a:extLst>
                </p:cNvPr>
                <p:cNvPicPr/>
                <p:nvPr/>
              </p:nvPicPr>
              <p:blipFill>
                <a:blip r:embed="rId11"/>
                <a:stretch>
                  <a:fillRect/>
                </a:stretch>
              </p:blipFill>
              <p:spPr>
                <a:xfrm>
                  <a:off x="7691990" y="3454690"/>
                  <a:ext cx="2466360" cy="1293480"/>
                </a:xfrm>
                <a:prstGeom prst="rect">
                  <a:avLst/>
                </a:prstGeom>
              </p:spPr>
            </p:pic>
          </mc:Fallback>
        </mc:AlternateContent>
      </p:grpSp>
      <p:grpSp>
        <p:nvGrpSpPr>
          <p:cNvPr id="34" name="Group 33">
            <a:extLst>
              <a:ext uri="{FF2B5EF4-FFF2-40B4-BE49-F238E27FC236}">
                <a16:creationId xmlns:a16="http://schemas.microsoft.com/office/drawing/2014/main" id="{2F8C7FB6-C39D-D314-49CD-16EA3B01033B}"/>
              </a:ext>
            </a:extLst>
          </p:cNvPr>
          <p:cNvGrpSpPr/>
          <p:nvPr/>
        </p:nvGrpSpPr>
        <p:grpSpPr>
          <a:xfrm>
            <a:off x="11001110" y="1894810"/>
            <a:ext cx="1018440" cy="266760"/>
            <a:chOff x="11001110" y="1894810"/>
            <a:chExt cx="1018440" cy="266760"/>
          </a:xfrm>
        </p:grpSpPr>
        <mc:AlternateContent xmlns:mc="http://schemas.openxmlformats.org/markup-compatibility/2006" xmlns:p14="http://schemas.microsoft.com/office/powerpoint/2010/main">
          <mc:Choice Requires="p14">
            <p:contentPart p14:bwMode="auto" r:id="rId12">
              <p14:nvContentPartPr>
                <p14:cNvPr id="27" name="Ink 26">
                  <a:extLst>
                    <a:ext uri="{FF2B5EF4-FFF2-40B4-BE49-F238E27FC236}">
                      <a16:creationId xmlns:a16="http://schemas.microsoft.com/office/drawing/2014/main" id="{7316F048-8145-0634-E4C6-574EA377E097}"/>
                    </a:ext>
                  </a:extLst>
                </p14:cNvPr>
                <p14:cNvContentPartPr/>
                <p14:nvPr/>
              </p14:nvContentPartPr>
              <p14:xfrm>
                <a:off x="11625350" y="1993810"/>
                <a:ext cx="394200" cy="167760"/>
              </p14:xfrm>
            </p:contentPart>
          </mc:Choice>
          <mc:Fallback xmlns="">
            <p:pic>
              <p:nvPicPr>
                <p:cNvPr id="27" name="Ink 26">
                  <a:extLst>
                    <a:ext uri="{FF2B5EF4-FFF2-40B4-BE49-F238E27FC236}">
                      <a16:creationId xmlns:a16="http://schemas.microsoft.com/office/drawing/2014/main" id="{7316F048-8145-0634-E4C6-574EA377E097}"/>
                    </a:ext>
                  </a:extLst>
                </p:cNvPr>
                <p:cNvPicPr/>
                <p:nvPr/>
              </p:nvPicPr>
              <p:blipFill>
                <a:blip r:embed="rId13"/>
                <a:stretch>
                  <a:fillRect/>
                </a:stretch>
              </p:blipFill>
              <p:spPr>
                <a:xfrm>
                  <a:off x="11607710" y="1976170"/>
                  <a:ext cx="429840" cy="20340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8" name="Ink 27">
                  <a:extLst>
                    <a:ext uri="{FF2B5EF4-FFF2-40B4-BE49-F238E27FC236}">
                      <a16:creationId xmlns:a16="http://schemas.microsoft.com/office/drawing/2014/main" id="{C568C06C-D2B3-B09C-9B6F-752136209690}"/>
                    </a:ext>
                  </a:extLst>
                </p14:cNvPr>
                <p14:cNvContentPartPr/>
                <p14:nvPr/>
              </p14:nvContentPartPr>
              <p14:xfrm>
                <a:off x="11848910" y="1894810"/>
                <a:ext cx="6480" cy="5040"/>
              </p14:xfrm>
            </p:contentPart>
          </mc:Choice>
          <mc:Fallback xmlns="">
            <p:pic>
              <p:nvPicPr>
                <p:cNvPr id="28" name="Ink 27">
                  <a:extLst>
                    <a:ext uri="{FF2B5EF4-FFF2-40B4-BE49-F238E27FC236}">
                      <a16:creationId xmlns:a16="http://schemas.microsoft.com/office/drawing/2014/main" id="{C568C06C-D2B3-B09C-9B6F-752136209690}"/>
                    </a:ext>
                  </a:extLst>
                </p:cNvPr>
                <p:cNvPicPr/>
                <p:nvPr/>
              </p:nvPicPr>
              <p:blipFill>
                <a:blip r:embed="rId15"/>
                <a:stretch>
                  <a:fillRect/>
                </a:stretch>
              </p:blipFill>
              <p:spPr>
                <a:xfrm>
                  <a:off x="11830910" y="1877170"/>
                  <a:ext cx="4212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9" name="Ink 28">
                  <a:extLst>
                    <a:ext uri="{FF2B5EF4-FFF2-40B4-BE49-F238E27FC236}">
                      <a16:creationId xmlns:a16="http://schemas.microsoft.com/office/drawing/2014/main" id="{D783DE4C-4275-3991-ADFB-AF07BDFAD932}"/>
                    </a:ext>
                  </a:extLst>
                </p14:cNvPr>
                <p14:cNvContentPartPr/>
                <p14:nvPr/>
              </p14:nvContentPartPr>
              <p14:xfrm>
                <a:off x="11555150" y="2012530"/>
                <a:ext cx="66600" cy="99360"/>
              </p14:xfrm>
            </p:contentPart>
          </mc:Choice>
          <mc:Fallback xmlns="">
            <p:pic>
              <p:nvPicPr>
                <p:cNvPr id="29" name="Ink 28">
                  <a:extLst>
                    <a:ext uri="{FF2B5EF4-FFF2-40B4-BE49-F238E27FC236}">
                      <a16:creationId xmlns:a16="http://schemas.microsoft.com/office/drawing/2014/main" id="{D783DE4C-4275-3991-ADFB-AF07BDFAD932}"/>
                    </a:ext>
                  </a:extLst>
                </p:cNvPr>
                <p:cNvPicPr/>
                <p:nvPr/>
              </p:nvPicPr>
              <p:blipFill>
                <a:blip r:embed="rId17"/>
                <a:stretch>
                  <a:fillRect/>
                </a:stretch>
              </p:blipFill>
              <p:spPr>
                <a:xfrm>
                  <a:off x="11537510" y="1994890"/>
                  <a:ext cx="10224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30" name="Ink 29">
                  <a:extLst>
                    <a:ext uri="{FF2B5EF4-FFF2-40B4-BE49-F238E27FC236}">
                      <a16:creationId xmlns:a16="http://schemas.microsoft.com/office/drawing/2014/main" id="{859685A0-FB2E-4BE1-3EFD-0414F946D3A5}"/>
                    </a:ext>
                  </a:extLst>
                </p14:cNvPr>
                <p14:cNvContentPartPr/>
                <p14:nvPr/>
              </p14:nvContentPartPr>
              <p14:xfrm>
                <a:off x="11443550" y="1999930"/>
                <a:ext cx="65520" cy="86040"/>
              </p14:xfrm>
            </p:contentPart>
          </mc:Choice>
          <mc:Fallback xmlns="">
            <p:pic>
              <p:nvPicPr>
                <p:cNvPr id="30" name="Ink 29">
                  <a:extLst>
                    <a:ext uri="{FF2B5EF4-FFF2-40B4-BE49-F238E27FC236}">
                      <a16:creationId xmlns:a16="http://schemas.microsoft.com/office/drawing/2014/main" id="{859685A0-FB2E-4BE1-3EFD-0414F946D3A5}"/>
                    </a:ext>
                  </a:extLst>
                </p:cNvPr>
                <p:cNvPicPr/>
                <p:nvPr/>
              </p:nvPicPr>
              <p:blipFill>
                <a:blip r:embed="rId19"/>
                <a:stretch>
                  <a:fillRect/>
                </a:stretch>
              </p:blipFill>
              <p:spPr>
                <a:xfrm>
                  <a:off x="11425550" y="1982290"/>
                  <a:ext cx="101160" cy="1216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31" name="Ink 30">
                  <a:extLst>
                    <a:ext uri="{FF2B5EF4-FFF2-40B4-BE49-F238E27FC236}">
                      <a16:creationId xmlns:a16="http://schemas.microsoft.com/office/drawing/2014/main" id="{3BD56320-04D0-2B68-C062-6F00C59DBEC5}"/>
                    </a:ext>
                  </a:extLst>
                </p14:cNvPr>
                <p14:cNvContentPartPr/>
                <p14:nvPr/>
              </p14:nvContentPartPr>
              <p14:xfrm>
                <a:off x="11184710" y="1922530"/>
                <a:ext cx="201960" cy="184320"/>
              </p14:xfrm>
            </p:contentPart>
          </mc:Choice>
          <mc:Fallback xmlns="">
            <p:pic>
              <p:nvPicPr>
                <p:cNvPr id="31" name="Ink 30">
                  <a:extLst>
                    <a:ext uri="{FF2B5EF4-FFF2-40B4-BE49-F238E27FC236}">
                      <a16:creationId xmlns:a16="http://schemas.microsoft.com/office/drawing/2014/main" id="{3BD56320-04D0-2B68-C062-6F00C59DBEC5}"/>
                    </a:ext>
                  </a:extLst>
                </p:cNvPr>
                <p:cNvPicPr/>
                <p:nvPr/>
              </p:nvPicPr>
              <p:blipFill>
                <a:blip r:embed="rId21"/>
                <a:stretch>
                  <a:fillRect/>
                </a:stretch>
              </p:blipFill>
              <p:spPr>
                <a:xfrm>
                  <a:off x="11166710" y="1904530"/>
                  <a:ext cx="237600" cy="2199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2" name="Ink 31">
                  <a:extLst>
                    <a:ext uri="{FF2B5EF4-FFF2-40B4-BE49-F238E27FC236}">
                      <a16:creationId xmlns:a16="http://schemas.microsoft.com/office/drawing/2014/main" id="{183211C1-B0A5-9F2B-FB26-186D841C4219}"/>
                    </a:ext>
                  </a:extLst>
                </p14:cNvPr>
                <p14:cNvContentPartPr/>
                <p14:nvPr/>
              </p14:nvContentPartPr>
              <p14:xfrm>
                <a:off x="11001110" y="2007490"/>
                <a:ext cx="121680" cy="105840"/>
              </p14:xfrm>
            </p:contentPart>
          </mc:Choice>
          <mc:Fallback xmlns="">
            <p:pic>
              <p:nvPicPr>
                <p:cNvPr id="32" name="Ink 31">
                  <a:extLst>
                    <a:ext uri="{FF2B5EF4-FFF2-40B4-BE49-F238E27FC236}">
                      <a16:creationId xmlns:a16="http://schemas.microsoft.com/office/drawing/2014/main" id="{183211C1-B0A5-9F2B-FB26-186D841C4219}"/>
                    </a:ext>
                  </a:extLst>
                </p:cNvPr>
                <p:cNvPicPr/>
                <p:nvPr/>
              </p:nvPicPr>
              <p:blipFill>
                <a:blip r:embed="rId23"/>
                <a:stretch>
                  <a:fillRect/>
                </a:stretch>
              </p:blipFill>
              <p:spPr>
                <a:xfrm>
                  <a:off x="10983470" y="1989490"/>
                  <a:ext cx="157320" cy="1414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3" name="Ink 32">
                  <a:extLst>
                    <a:ext uri="{FF2B5EF4-FFF2-40B4-BE49-F238E27FC236}">
                      <a16:creationId xmlns:a16="http://schemas.microsoft.com/office/drawing/2014/main" id="{4AEB3DEC-F462-06C7-E383-F63164B150AA}"/>
                    </a:ext>
                  </a:extLst>
                </p14:cNvPr>
                <p14:cNvContentPartPr/>
                <p14:nvPr/>
              </p14:nvContentPartPr>
              <p14:xfrm>
                <a:off x="11070230" y="1898410"/>
                <a:ext cx="11880" cy="3600"/>
              </p14:xfrm>
            </p:contentPart>
          </mc:Choice>
          <mc:Fallback xmlns="">
            <p:pic>
              <p:nvPicPr>
                <p:cNvPr id="33" name="Ink 32">
                  <a:extLst>
                    <a:ext uri="{FF2B5EF4-FFF2-40B4-BE49-F238E27FC236}">
                      <a16:creationId xmlns:a16="http://schemas.microsoft.com/office/drawing/2014/main" id="{4AEB3DEC-F462-06C7-E383-F63164B150AA}"/>
                    </a:ext>
                  </a:extLst>
                </p:cNvPr>
                <p:cNvPicPr/>
                <p:nvPr/>
              </p:nvPicPr>
              <p:blipFill>
                <a:blip r:embed="rId25"/>
                <a:stretch>
                  <a:fillRect/>
                </a:stretch>
              </p:blipFill>
              <p:spPr>
                <a:xfrm>
                  <a:off x="11052590" y="1880410"/>
                  <a:ext cx="47520" cy="39240"/>
                </a:xfrm>
                <a:prstGeom prst="rect">
                  <a:avLst/>
                </a:prstGeom>
              </p:spPr>
            </p:pic>
          </mc:Fallback>
        </mc:AlternateContent>
      </p:grpSp>
      <p:grpSp>
        <p:nvGrpSpPr>
          <p:cNvPr id="50" name="Group 49">
            <a:extLst>
              <a:ext uri="{FF2B5EF4-FFF2-40B4-BE49-F238E27FC236}">
                <a16:creationId xmlns:a16="http://schemas.microsoft.com/office/drawing/2014/main" id="{E2A08CD4-32C4-0714-C041-83B9178A7DE2}"/>
              </a:ext>
            </a:extLst>
          </p:cNvPr>
          <p:cNvGrpSpPr/>
          <p:nvPr/>
        </p:nvGrpSpPr>
        <p:grpSpPr>
          <a:xfrm>
            <a:off x="10423831" y="3618610"/>
            <a:ext cx="1122120" cy="354600"/>
            <a:chOff x="10423831" y="3618610"/>
            <a:chExt cx="1122120" cy="354600"/>
          </a:xfrm>
        </p:grpSpPr>
        <mc:AlternateContent xmlns:mc="http://schemas.openxmlformats.org/markup-compatibility/2006" xmlns:p14="http://schemas.microsoft.com/office/powerpoint/2010/main">
          <mc:Choice Requires="p14">
            <p:contentPart p14:bwMode="auto" r:id="rId26">
              <p14:nvContentPartPr>
                <p14:cNvPr id="44" name="Ink 43">
                  <a:extLst>
                    <a:ext uri="{FF2B5EF4-FFF2-40B4-BE49-F238E27FC236}">
                      <a16:creationId xmlns:a16="http://schemas.microsoft.com/office/drawing/2014/main" id="{16263AAF-02BC-1172-C632-8B4527CC9DDC}"/>
                    </a:ext>
                  </a:extLst>
                </p14:cNvPr>
                <p14:cNvContentPartPr/>
                <p14:nvPr/>
              </p14:nvContentPartPr>
              <p14:xfrm>
                <a:off x="10423831" y="3652810"/>
                <a:ext cx="223920" cy="275760"/>
              </p14:xfrm>
            </p:contentPart>
          </mc:Choice>
          <mc:Fallback xmlns="">
            <p:pic>
              <p:nvPicPr>
                <p:cNvPr id="44" name="Ink 43">
                  <a:extLst>
                    <a:ext uri="{FF2B5EF4-FFF2-40B4-BE49-F238E27FC236}">
                      <a16:creationId xmlns:a16="http://schemas.microsoft.com/office/drawing/2014/main" id="{16263AAF-02BC-1172-C632-8B4527CC9DDC}"/>
                    </a:ext>
                  </a:extLst>
                </p:cNvPr>
                <p:cNvPicPr/>
                <p:nvPr/>
              </p:nvPicPr>
              <p:blipFill>
                <a:blip r:embed="rId27"/>
                <a:stretch>
                  <a:fillRect/>
                </a:stretch>
              </p:blipFill>
              <p:spPr>
                <a:xfrm>
                  <a:off x="10406191" y="3634810"/>
                  <a:ext cx="259560" cy="3114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45" name="Ink 44">
                  <a:extLst>
                    <a:ext uri="{FF2B5EF4-FFF2-40B4-BE49-F238E27FC236}">
                      <a16:creationId xmlns:a16="http://schemas.microsoft.com/office/drawing/2014/main" id="{66E910EA-933F-4167-4B1B-FBD45F4041BB}"/>
                    </a:ext>
                  </a:extLst>
                </p14:cNvPr>
                <p14:cNvContentPartPr/>
                <p14:nvPr/>
              </p14:nvContentPartPr>
              <p14:xfrm>
                <a:off x="10835671" y="3647770"/>
                <a:ext cx="17280" cy="325440"/>
              </p14:xfrm>
            </p:contentPart>
          </mc:Choice>
          <mc:Fallback xmlns="">
            <p:pic>
              <p:nvPicPr>
                <p:cNvPr id="45" name="Ink 44">
                  <a:extLst>
                    <a:ext uri="{FF2B5EF4-FFF2-40B4-BE49-F238E27FC236}">
                      <a16:creationId xmlns:a16="http://schemas.microsoft.com/office/drawing/2014/main" id="{66E910EA-933F-4167-4B1B-FBD45F4041BB}"/>
                    </a:ext>
                  </a:extLst>
                </p:cNvPr>
                <p:cNvPicPr/>
                <p:nvPr/>
              </p:nvPicPr>
              <p:blipFill>
                <a:blip r:embed="rId29"/>
                <a:stretch>
                  <a:fillRect/>
                </a:stretch>
              </p:blipFill>
              <p:spPr>
                <a:xfrm>
                  <a:off x="10817671" y="3629770"/>
                  <a:ext cx="52920" cy="3610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46" name="Ink 45">
                  <a:extLst>
                    <a:ext uri="{FF2B5EF4-FFF2-40B4-BE49-F238E27FC236}">
                      <a16:creationId xmlns:a16="http://schemas.microsoft.com/office/drawing/2014/main" id="{DCE273E6-53AA-C164-2873-6746C042DABA}"/>
                    </a:ext>
                  </a:extLst>
                </p14:cNvPr>
                <p14:cNvContentPartPr/>
                <p14:nvPr/>
              </p14:nvContentPartPr>
              <p14:xfrm>
                <a:off x="11034751" y="3634090"/>
                <a:ext cx="3960" cy="311760"/>
              </p14:xfrm>
            </p:contentPart>
          </mc:Choice>
          <mc:Fallback xmlns="">
            <p:pic>
              <p:nvPicPr>
                <p:cNvPr id="46" name="Ink 45">
                  <a:extLst>
                    <a:ext uri="{FF2B5EF4-FFF2-40B4-BE49-F238E27FC236}">
                      <a16:creationId xmlns:a16="http://schemas.microsoft.com/office/drawing/2014/main" id="{DCE273E6-53AA-C164-2873-6746C042DABA}"/>
                    </a:ext>
                  </a:extLst>
                </p:cNvPr>
                <p:cNvPicPr/>
                <p:nvPr/>
              </p:nvPicPr>
              <p:blipFill>
                <a:blip r:embed="rId31"/>
                <a:stretch>
                  <a:fillRect/>
                </a:stretch>
              </p:blipFill>
              <p:spPr>
                <a:xfrm>
                  <a:off x="11016751" y="3616090"/>
                  <a:ext cx="39600" cy="34740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47" name="Ink 46">
                  <a:extLst>
                    <a:ext uri="{FF2B5EF4-FFF2-40B4-BE49-F238E27FC236}">
                      <a16:creationId xmlns:a16="http://schemas.microsoft.com/office/drawing/2014/main" id="{D920F2C9-C9D6-CAD6-DFF2-44A8F91529D3}"/>
                    </a:ext>
                  </a:extLst>
                </p14:cNvPr>
                <p14:cNvContentPartPr/>
                <p14:nvPr/>
              </p14:nvContentPartPr>
              <p14:xfrm>
                <a:off x="10864471" y="3806530"/>
                <a:ext cx="146160" cy="12240"/>
              </p14:xfrm>
            </p:contentPart>
          </mc:Choice>
          <mc:Fallback xmlns="">
            <p:pic>
              <p:nvPicPr>
                <p:cNvPr id="47" name="Ink 46">
                  <a:extLst>
                    <a:ext uri="{FF2B5EF4-FFF2-40B4-BE49-F238E27FC236}">
                      <a16:creationId xmlns:a16="http://schemas.microsoft.com/office/drawing/2014/main" id="{D920F2C9-C9D6-CAD6-DFF2-44A8F91529D3}"/>
                    </a:ext>
                  </a:extLst>
                </p:cNvPr>
                <p:cNvPicPr/>
                <p:nvPr/>
              </p:nvPicPr>
              <p:blipFill>
                <a:blip r:embed="rId33"/>
                <a:stretch>
                  <a:fillRect/>
                </a:stretch>
              </p:blipFill>
              <p:spPr>
                <a:xfrm>
                  <a:off x="10846471" y="3788530"/>
                  <a:ext cx="18180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48" name="Ink 47">
                  <a:extLst>
                    <a:ext uri="{FF2B5EF4-FFF2-40B4-BE49-F238E27FC236}">
                      <a16:creationId xmlns:a16="http://schemas.microsoft.com/office/drawing/2014/main" id="{92A819B2-EDAC-C567-4706-96E68C08517F}"/>
                    </a:ext>
                  </a:extLst>
                </p14:cNvPr>
                <p14:cNvContentPartPr/>
                <p14:nvPr/>
              </p14:nvContentPartPr>
              <p14:xfrm>
                <a:off x="11235271" y="3644890"/>
                <a:ext cx="31320" cy="246600"/>
              </p14:xfrm>
            </p:contentPart>
          </mc:Choice>
          <mc:Fallback xmlns="">
            <p:pic>
              <p:nvPicPr>
                <p:cNvPr id="48" name="Ink 47">
                  <a:extLst>
                    <a:ext uri="{FF2B5EF4-FFF2-40B4-BE49-F238E27FC236}">
                      <a16:creationId xmlns:a16="http://schemas.microsoft.com/office/drawing/2014/main" id="{92A819B2-EDAC-C567-4706-96E68C08517F}"/>
                    </a:ext>
                  </a:extLst>
                </p:cNvPr>
                <p:cNvPicPr/>
                <p:nvPr/>
              </p:nvPicPr>
              <p:blipFill>
                <a:blip r:embed="rId35"/>
                <a:stretch>
                  <a:fillRect/>
                </a:stretch>
              </p:blipFill>
              <p:spPr>
                <a:xfrm>
                  <a:off x="11217631" y="3626890"/>
                  <a:ext cx="66960" cy="2822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49" name="Ink 48">
                  <a:extLst>
                    <a:ext uri="{FF2B5EF4-FFF2-40B4-BE49-F238E27FC236}">
                      <a16:creationId xmlns:a16="http://schemas.microsoft.com/office/drawing/2014/main" id="{C7CD41F7-83B5-5F3F-6B39-F35EF8C989AE}"/>
                    </a:ext>
                  </a:extLst>
                </p14:cNvPr>
                <p14:cNvContentPartPr/>
                <p14:nvPr/>
              </p14:nvContentPartPr>
              <p14:xfrm>
                <a:off x="11259031" y="3618610"/>
                <a:ext cx="286920" cy="298080"/>
              </p14:xfrm>
            </p:contentPart>
          </mc:Choice>
          <mc:Fallback xmlns="">
            <p:pic>
              <p:nvPicPr>
                <p:cNvPr id="49" name="Ink 48">
                  <a:extLst>
                    <a:ext uri="{FF2B5EF4-FFF2-40B4-BE49-F238E27FC236}">
                      <a16:creationId xmlns:a16="http://schemas.microsoft.com/office/drawing/2014/main" id="{C7CD41F7-83B5-5F3F-6B39-F35EF8C989AE}"/>
                    </a:ext>
                  </a:extLst>
                </p:cNvPr>
                <p:cNvPicPr/>
                <p:nvPr/>
              </p:nvPicPr>
              <p:blipFill>
                <a:blip r:embed="rId37"/>
                <a:stretch>
                  <a:fillRect/>
                </a:stretch>
              </p:blipFill>
              <p:spPr>
                <a:xfrm>
                  <a:off x="11241031" y="3600610"/>
                  <a:ext cx="322560" cy="333720"/>
                </a:xfrm>
                <a:prstGeom prst="rect">
                  <a:avLst/>
                </a:prstGeom>
              </p:spPr>
            </p:pic>
          </mc:Fallback>
        </mc:AlternateContent>
      </p:grpSp>
      <p:grpSp>
        <p:nvGrpSpPr>
          <p:cNvPr id="57" name="Group 56">
            <a:extLst>
              <a:ext uri="{FF2B5EF4-FFF2-40B4-BE49-F238E27FC236}">
                <a16:creationId xmlns:a16="http://schemas.microsoft.com/office/drawing/2014/main" id="{CFB547BA-2A59-B808-8CE0-E8F4AB6A3859}"/>
              </a:ext>
            </a:extLst>
          </p:cNvPr>
          <p:cNvGrpSpPr/>
          <p:nvPr/>
        </p:nvGrpSpPr>
        <p:grpSpPr>
          <a:xfrm>
            <a:off x="10504111" y="4191730"/>
            <a:ext cx="993960" cy="279000"/>
            <a:chOff x="10504111" y="4191730"/>
            <a:chExt cx="993960" cy="279000"/>
          </a:xfrm>
        </p:grpSpPr>
        <mc:AlternateContent xmlns:mc="http://schemas.openxmlformats.org/markup-compatibility/2006" xmlns:p14="http://schemas.microsoft.com/office/powerpoint/2010/main">
          <mc:Choice Requires="p14">
            <p:contentPart p14:bwMode="auto" r:id="rId38">
              <p14:nvContentPartPr>
                <p14:cNvPr id="51" name="Ink 50">
                  <a:extLst>
                    <a:ext uri="{FF2B5EF4-FFF2-40B4-BE49-F238E27FC236}">
                      <a16:creationId xmlns:a16="http://schemas.microsoft.com/office/drawing/2014/main" id="{3BA9C19E-597A-4E58-FDA4-FF60C12AE33E}"/>
                    </a:ext>
                  </a:extLst>
                </p14:cNvPr>
                <p14:cNvContentPartPr/>
                <p14:nvPr/>
              </p14:nvContentPartPr>
              <p14:xfrm>
                <a:off x="10504111" y="4211530"/>
                <a:ext cx="162720" cy="209880"/>
              </p14:xfrm>
            </p:contentPart>
          </mc:Choice>
          <mc:Fallback xmlns="">
            <p:pic>
              <p:nvPicPr>
                <p:cNvPr id="51" name="Ink 50">
                  <a:extLst>
                    <a:ext uri="{FF2B5EF4-FFF2-40B4-BE49-F238E27FC236}">
                      <a16:creationId xmlns:a16="http://schemas.microsoft.com/office/drawing/2014/main" id="{3BA9C19E-597A-4E58-FDA4-FF60C12AE33E}"/>
                    </a:ext>
                  </a:extLst>
                </p:cNvPr>
                <p:cNvPicPr/>
                <p:nvPr/>
              </p:nvPicPr>
              <p:blipFill>
                <a:blip r:embed="rId39"/>
                <a:stretch>
                  <a:fillRect/>
                </a:stretch>
              </p:blipFill>
              <p:spPr>
                <a:xfrm>
                  <a:off x="10486111" y="4193890"/>
                  <a:ext cx="198360" cy="2455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52" name="Ink 51">
                  <a:extLst>
                    <a:ext uri="{FF2B5EF4-FFF2-40B4-BE49-F238E27FC236}">
                      <a16:creationId xmlns:a16="http://schemas.microsoft.com/office/drawing/2014/main" id="{E7028807-4F85-52BA-2D99-27DD6174AE64}"/>
                    </a:ext>
                  </a:extLst>
                </p14:cNvPr>
                <p14:cNvContentPartPr/>
                <p14:nvPr/>
              </p14:nvContentPartPr>
              <p14:xfrm>
                <a:off x="10846471" y="4220890"/>
                <a:ext cx="32040" cy="214200"/>
              </p14:xfrm>
            </p:contentPart>
          </mc:Choice>
          <mc:Fallback xmlns="">
            <p:pic>
              <p:nvPicPr>
                <p:cNvPr id="52" name="Ink 51">
                  <a:extLst>
                    <a:ext uri="{FF2B5EF4-FFF2-40B4-BE49-F238E27FC236}">
                      <a16:creationId xmlns:a16="http://schemas.microsoft.com/office/drawing/2014/main" id="{E7028807-4F85-52BA-2D99-27DD6174AE64}"/>
                    </a:ext>
                  </a:extLst>
                </p:cNvPr>
                <p:cNvPicPr/>
                <p:nvPr/>
              </p:nvPicPr>
              <p:blipFill>
                <a:blip r:embed="rId41"/>
                <a:stretch>
                  <a:fillRect/>
                </a:stretch>
              </p:blipFill>
              <p:spPr>
                <a:xfrm>
                  <a:off x="10828471" y="4203250"/>
                  <a:ext cx="67680" cy="24984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53" name="Ink 52">
                  <a:extLst>
                    <a:ext uri="{FF2B5EF4-FFF2-40B4-BE49-F238E27FC236}">
                      <a16:creationId xmlns:a16="http://schemas.microsoft.com/office/drawing/2014/main" id="{9A498ACA-6C86-150C-7D06-8359060F882F}"/>
                    </a:ext>
                  </a:extLst>
                </p14:cNvPr>
                <p14:cNvContentPartPr/>
                <p14:nvPr/>
              </p14:nvContentPartPr>
              <p14:xfrm>
                <a:off x="10980751" y="4205050"/>
                <a:ext cx="20880" cy="240840"/>
              </p14:xfrm>
            </p:contentPart>
          </mc:Choice>
          <mc:Fallback xmlns="">
            <p:pic>
              <p:nvPicPr>
                <p:cNvPr id="53" name="Ink 52">
                  <a:extLst>
                    <a:ext uri="{FF2B5EF4-FFF2-40B4-BE49-F238E27FC236}">
                      <a16:creationId xmlns:a16="http://schemas.microsoft.com/office/drawing/2014/main" id="{9A498ACA-6C86-150C-7D06-8359060F882F}"/>
                    </a:ext>
                  </a:extLst>
                </p:cNvPr>
                <p:cNvPicPr/>
                <p:nvPr/>
              </p:nvPicPr>
              <p:blipFill>
                <a:blip r:embed="rId43"/>
                <a:stretch>
                  <a:fillRect/>
                </a:stretch>
              </p:blipFill>
              <p:spPr>
                <a:xfrm>
                  <a:off x="10963111" y="4187410"/>
                  <a:ext cx="56520" cy="27648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54" name="Ink 53">
                  <a:extLst>
                    <a:ext uri="{FF2B5EF4-FFF2-40B4-BE49-F238E27FC236}">
                      <a16:creationId xmlns:a16="http://schemas.microsoft.com/office/drawing/2014/main" id="{F4564D5D-949D-5242-DA6E-6BA596C0F6FF}"/>
                    </a:ext>
                  </a:extLst>
                </p14:cNvPr>
                <p14:cNvContentPartPr/>
                <p14:nvPr/>
              </p14:nvContentPartPr>
              <p14:xfrm>
                <a:off x="10874911" y="4322050"/>
                <a:ext cx="91800" cy="7560"/>
              </p14:xfrm>
            </p:contentPart>
          </mc:Choice>
          <mc:Fallback xmlns="">
            <p:pic>
              <p:nvPicPr>
                <p:cNvPr id="54" name="Ink 53">
                  <a:extLst>
                    <a:ext uri="{FF2B5EF4-FFF2-40B4-BE49-F238E27FC236}">
                      <a16:creationId xmlns:a16="http://schemas.microsoft.com/office/drawing/2014/main" id="{F4564D5D-949D-5242-DA6E-6BA596C0F6FF}"/>
                    </a:ext>
                  </a:extLst>
                </p:cNvPr>
                <p:cNvPicPr/>
                <p:nvPr/>
              </p:nvPicPr>
              <p:blipFill>
                <a:blip r:embed="rId45"/>
                <a:stretch>
                  <a:fillRect/>
                </a:stretch>
              </p:blipFill>
              <p:spPr>
                <a:xfrm>
                  <a:off x="10857271" y="4304050"/>
                  <a:ext cx="12744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55" name="Ink 54">
                  <a:extLst>
                    <a:ext uri="{FF2B5EF4-FFF2-40B4-BE49-F238E27FC236}">
                      <a16:creationId xmlns:a16="http://schemas.microsoft.com/office/drawing/2014/main" id="{33D4DDAF-B48D-572C-39C5-AD0A4FAEA8C4}"/>
                    </a:ext>
                  </a:extLst>
                </p14:cNvPr>
                <p14:cNvContentPartPr/>
                <p14:nvPr/>
              </p14:nvContentPartPr>
              <p14:xfrm>
                <a:off x="11271991" y="4232410"/>
                <a:ext cx="4680" cy="200520"/>
              </p14:xfrm>
            </p:contentPart>
          </mc:Choice>
          <mc:Fallback xmlns="">
            <p:pic>
              <p:nvPicPr>
                <p:cNvPr id="55" name="Ink 54">
                  <a:extLst>
                    <a:ext uri="{FF2B5EF4-FFF2-40B4-BE49-F238E27FC236}">
                      <a16:creationId xmlns:a16="http://schemas.microsoft.com/office/drawing/2014/main" id="{33D4DDAF-B48D-572C-39C5-AD0A4FAEA8C4}"/>
                    </a:ext>
                  </a:extLst>
                </p:cNvPr>
                <p:cNvPicPr/>
                <p:nvPr/>
              </p:nvPicPr>
              <p:blipFill>
                <a:blip r:embed="rId47"/>
                <a:stretch>
                  <a:fillRect/>
                </a:stretch>
              </p:blipFill>
              <p:spPr>
                <a:xfrm>
                  <a:off x="11253991" y="4214410"/>
                  <a:ext cx="4032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56" name="Ink 55">
                  <a:extLst>
                    <a:ext uri="{FF2B5EF4-FFF2-40B4-BE49-F238E27FC236}">
                      <a16:creationId xmlns:a16="http://schemas.microsoft.com/office/drawing/2014/main" id="{FAC08574-99E1-59C4-7B0F-973615E0682B}"/>
                    </a:ext>
                  </a:extLst>
                </p14:cNvPr>
                <p14:cNvContentPartPr/>
                <p14:nvPr/>
              </p14:nvContentPartPr>
              <p14:xfrm>
                <a:off x="11280631" y="4191730"/>
                <a:ext cx="217440" cy="279000"/>
              </p14:xfrm>
            </p:contentPart>
          </mc:Choice>
          <mc:Fallback xmlns="">
            <p:pic>
              <p:nvPicPr>
                <p:cNvPr id="56" name="Ink 55">
                  <a:extLst>
                    <a:ext uri="{FF2B5EF4-FFF2-40B4-BE49-F238E27FC236}">
                      <a16:creationId xmlns:a16="http://schemas.microsoft.com/office/drawing/2014/main" id="{FAC08574-99E1-59C4-7B0F-973615E0682B}"/>
                    </a:ext>
                  </a:extLst>
                </p:cNvPr>
                <p:cNvPicPr/>
                <p:nvPr/>
              </p:nvPicPr>
              <p:blipFill>
                <a:blip r:embed="rId49"/>
                <a:stretch>
                  <a:fillRect/>
                </a:stretch>
              </p:blipFill>
              <p:spPr>
                <a:xfrm>
                  <a:off x="11262991" y="4174090"/>
                  <a:ext cx="253080" cy="314640"/>
                </a:xfrm>
                <a:prstGeom prst="rect">
                  <a:avLst/>
                </a:prstGeom>
              </p:spPr>
            </p:pic>
          </mc:Fallback>
        </mc:AlternateContent>
      </p:grpSp>
      <p:grpSp>
        <p:nvGrpSpPr>
          <p:cNvPr id="63" name="Group 62">
            <a:extLst>
              <a:ext uri="{FF2B5EF4-FFF2-40B4-BE49-F238E27FC236}">
                <a16:creationId xmlns:a16="http://schemas.microsoft.com/office/drawing/2014/main" id="{D1B33172-E72B-3BB2-00F5-FD7A7078F2D3}"/>
              </a:ext>
            </a:extLst>
          </p:cNvPr>
          <p:cNvGrpSpPr/>
          <p:nvPr/>
        </p:nvGrpSpPr>
        <p:grpSpPr>
          <a:xfrm>
            <a:off x="10477471" y="4655770"/>
            <a:ext cx="1031400" cy="299880"/>
            <a:chOff x="10477471" y="4655770"/>
            <a:chExt cx="1031400" cy="299880"/>
          </a:xfrm>
        </p:grpSpPr>
        <mc:AlternateContent xmlns:mc="http://schemas.openxmlformats.org/markup-compatibility/2006" xmlns:p14="http://schemas.microsoft.com/office/powerpoint/2010/main">
          <mc:Choice Requires="p14">
            <p:contentPart p14:bwMode="auto" r:id="rId50">
              <p14:nvContentPartPr>
                <p14:cNvPr id="58" name="Ink 57">
                  <a:extLst>
                    <a:ext uri="{FF2B5EF4-FFF2-40B4-BE49-F238E27FC236}">
                      <a16:creationId xmlns:a16="http://schemas.microsoft.com/office/drawing/2014/main" id="{08D32E40-CA58-E2EF-76E9-33494162B4A5}"/>
                    </a:ext>
                  </a:extLst>
                </p14:cNvPr>
                <p14:cNvContentPartPr/>
                <p14:nvPr/>
              </p14:nvContentPartPr>
              <p14:xfrm>
                <a:off x="10477471" y="4655770"/>
                <a:ext cx="141480" cy="208440"/>
              </p14:xfrm>
            </p:contentPart>
          </mc:Choice>
          <mc:Fallback xmlns="">
            <p:pic>
              <p:nvPicPr>
                <p:cNvPr id="58" name="Ink 57">
                  <a:extLst>
                    <a:ext uri="{FF2B5EF4-FFF2-40B4-BE49-F238E27FC236}">
                      <a16:creationId xmlns:a16="http://schemas.microsoft.com/office/drawing/2014/main" id="{08D32E40-CA58-E2EF-76E9-33494162B4A5}"/>
                    </a:ext>
                  </a:extLst>
                </p:cNvPr>
                <p:cNvPicPr/>
                <p:nvPr/>
              </p:nvPicPr>
              <p:blipFill>
                <a:blip r:embed="rId51"/>
                <a:stretch>
                  <a:fillRect/>
                </a:stretch>
              </p:blipFill>
              <p:spPr>
                <a:xfrm>
                  <a:off x="10459831" y="4637770"/>
                  <a:ext cx="177120" cy="2440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59" name="Ink 58">
                  <a:extLst>
                    <a:ext uri="{FF2B5EF4-FFF2-40B4-BE49-F238E27FC236}">
                      <a16:creationId xmlns:a16="http://schemas.microsoft.com/office/drawing/2014/main" id="{B044AA99-A584-173E-0AA0-7AE5908A7429}"/>
                    </a:ext>
                  </a:extLst>
                </p14:cNvPr>
                <p14:cNvContentPartPr/>
                <p14:nvPr/>
              </p14:nvContentPartPr>
              <p14:xfrm>
                <a:off x="10818031" y="4669810"/>
                <a:ext cx="46080" cy="276480"/>
              </p14:xfrm>
            </p:contentPart>
          </mc:Choice>
          <mc:Fallback xmlns="">
            <p:pic>
              <p:nvPicPr>
                <p:cNvPr id="59" name="Ink 58">
                  <a:extLst>
                    <a:ext uri="{FF2B5EF4-FFF2-40B4-BE49-F238E27FC236}">
                      <a16:creationId xmlns:a16="http://schemas.microsoft.com/office/drawing/2014/main" id="{B044AA99-A584-173E-0AA0-7AE5908A7429}"/>
                    </a:ext>
                  </a:extLst>
                </p:cNvPr>
                <p:cNvPicPr/>
                <p:nvPr/>
              </p:nvPicPr>
              <p:blipFill>
                <a:blip r:embed="rId53"/>
                <a:stretch>
                  <a:fillRect/>
                </a:stretch>
              </p:blipFill>
              <p:spPr>
                <a:xfrm>
                  <a:off x="10800031" y="4652170"/>
                  <a:ext cx="81720" cy="3121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60" name="Ink 59">
                  <a:extLst>
                    <a:ext uri="{FF2B5EF4-FFF2-40B4-BE49-F238E27FC236}">
                      <a16:creationId xmlns:a16="http://schemas.microsoft.com/office/drawing/2014/main" id="{70B06D8A-8AB7-5549-C6FF-FECDA1BBE3DF}"/>
                    </a:ext>
                  </a:extLst>
                </p14:cNvPr>
                <p14:cNvContentPartPr/>
                <p14:nvPr/>
              </p14:nvContentPartPr>
              <p14:xfrm>
                <a:off x="10941511" y="4701130"/>
                <a:ext cx="18000" cy="254520"/>
              </p14:xfrm>
            </p:contentPart>
          </mc:Choice>
          <mc:Fallback xmlns="">
            <p:pic>
              <p:nvPicPr>
                <p:cNvPr id="60" name="Ink 59">
                  <a:extLst>
                    <a:ext uri="{FF2B5EF4-FFF2-40B4-BE49-F238E27FC236}">
                      <a16:creationId xmlns:a16="http://schemas.microsoft.com/office/drawing/2014/main" id="{70B06D8A-8AB7-5549-C6FF-FECDA1BBE3DF}"/>
                    </a:ext>
                  </a:extLst>
                </p:cNvPr>
                <p:cNvPicPr/>
                <p:nvPr/>
              </p:nvPicPr>
              <p:blipFill>
                <a:blip r:embed="rId55"/>
                <a:stretch>
                  <a:fillRect/>
                </a:stretch>
              </p:blipFill>
              <p:spPr>
                <a:xfrm>
                  <a:off x="10923511" y="4683490"/>
                  <a:ext cx="53640" cy="2901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61" name="Ink 60">
                  <a:extLst>
                    <a:ext uri="{FF2B5EF4-FFF2-40B4-BE49-F238E27FC236}">
                      <a16:creationId xmlns:a16="http://schemas.microsoft.com/office/drawing/2014/main" id="{087971DE-EAD8-608C-4633-C97A1EBDB491}"/>
                    </a:ext>
                  </a:extLst>
                </p14:cNvPr>
                <p14:cNvContentPartPr/>
                <p14:nvPr/>
              </p14:nvContentPartPr>
              <p14:xfrm>
                <a:off x="10871311" y="4811290"/>
                <a:ext cx="102960" cy="3240"/>
              </p14:xfrm>
            </p:contentPart>
          </mc:Choice>
          <mc:Fallback xmlns="">
            <p:pic>
              <p:nvPicPr>
                <p:cNvPr id="61" name="Ink 60">
                  <a:extLst>
                    <a:ext uri="{FF2B5EF4-FFF2-40B4-BE49-F238E27FC236}">
                      <a16:creationId xmlns:a16="http://schemas.microsoft.com/office/drawing/2014/main" id="{087971DE-EAD8-608C-4633-C97A1EBDB491}"/>
                    </a:ext>
                  </a:extLst>
                </p:cNvPr>
                <p:cNvPicPr/>
                <p:nvPr/>
              </p:nvPicPr>
              <p:blipFill>
                <a:blip r:embed="rId57"/>
                <a:stretch>
                  <a:fillRect/>
                </a:stretch>
              </p:blipFill>
              <p:spPr>
                <a:xfrm>
                  <a:off x="10853311" y="4793650"/>
                  <a:ext cx="13860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62" name="Ink 61">
                  <a:extLst>
                    <a:ext uri="{FF2B5EF4-FFF2-40B4-BE49-F238E27FC236}">
                      <a16:creationId xmlns:a16="http://schemas.microsoft.com/office/drawing/2014/main" id="{BF54D679-F212-26D2-64C4-B9B81BBA8604}"/>
                    </a:ext>
                  </a:extLst>
                </p14:cNvPr>
                <p14:cNvContentPartPr/>
                <p14:nvPr/>
              </p14:nvContentPartPr>
              <p14:xfrm>
                <a:off x="11269831" y="4719130"/>
                <a:ext cx="239040" cy="235080"/>
              </p14:xfrm>
            </p:contentPart>
          </mc:Choice>
          <mc:Fallback xmlns="">
            <p:pic>
              <p:nvPicPr>
                <p:cNvPr id="62" name="Ink 61">
                  <a:extLst>
                    <a:ext uri="{FF2B5EF4-FFF2-40B4-BE49-F238E27FC236}">
                      <a16:creationId xmlns:a16="http://schemas.microsoft.com/office/drawing/2014/main" id="{BF54D679-F212-26D2-64C4-B9B81BBA8604}"/>
                    </a:ext>
                  </a:extLst>
                </p:cNvPr>
                <p:cNvPicPr/>
                <p:nvPr/>
              </p:nvPicPr>
              <p:blipFill>
                <a:blip r:embed="rId59"/>
                <a:stretch>
                  <a:fillRect/>
                </a:stretch>
              </p:blipFill>
              <p:spPr>
                <a:xfrm>
                  <a:off x="11251831" y="4701490"/>
                  <a:ext cx="274680" cy="2707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0">
            <p14:nvContentPartPr>
              <p14:cNvPr id="64" name="Ink 63">
                <a:extLst>
                  <a:ext uri="{FF2B5EF4-FFF2-40B4-BE49-F238E27FC236}">
                    <a16:creationId xmlns:a16="http://schemas.microsoft.com/office/drawing/2014/main" id="{C8FF80BB-FFDF-B9F5-B2D4-79631492A9CF}"/>
                  </a:ext>
                </a:extLst>
              </p14:cNvPr>
              <p14:cNvContentPartPr/>
              <p14:nvPr/>
            </p14:nvContentPartPr>
            <p14:xfrm>
              <a:off x="1798436" y="2753168"/>
              <a:ext cx="1405800" cy="194760"/>
            </p14:xfrm>
          </p:contentPart>
        </mc:Choice>
        <mc:Fallback xmlns="">
          <p:pic>
            <p:nvPicPr>
              <p:cNvPr id="64" name="Ink 63">
                <a:extLst>
                  <a:ext uri="{FF2B5EF4-FFF2-40B4-BE49-F238E27FC236}">
                    <a16:creationId xmlns:a16="http://schemas.microsoft.com/office/drawing/2014/main" id="{C8FF80BB-FFDF-B9F5-B2D4-79631492A9CF}"/>
                  </a:ext>
                </a:extLst>
              </p:cNvPr>
              <p:cNvPicPr/>
              <p:nvPr/>
            </p:nvPicPr>
            <p:blipFill>
              <a:blip r:embed="rId61"/>
              <a:stretch>
                <a:fillRect/>
              </a:stretch>
            </p:blipFill>
            <p:spPr>
              <a:xfrm>
                <a:off x="1780436" y="2735168"/>
                <a:ext cx="1441440" cy="230400"/>
              </a:xfrm>
              <a:prstGeom prst="rect">
                <a:avLst/>
              </a:prstGeom>
            </p:spPr>
          </p:pic>
        </mc:Fallback>
      </mc:AlternateContent>
      <p:grpSp>
        <p:nvGrpSpPr>
          <p:cNvPr id="72" name="Group 71">
            <a:extLst>
              <a:ext uri="{FF2B5EF4-FFF2-40B4-BE49-F238E27FC236}">
                <a16:creationId xmlns:a16="http://schemas.microsoft.com/office/drawing/2014/main" id="{2D2A6C94-4F5C-3A5A-9095-E3C10366E65E}"/>
              </a:ext>
            </a:extLst>
          </p:cNvPr>
          <p:cNvGrpSpPr/>
          <p:nvPr/>
        </p:nvGrpSpPr>
        <p:grpSpPr>
          <a:xfrm>
            <a:off x="240716" y="2607368"/>
            <a:ext cx="1374840" cy="451440"/>
            <a:chOff x="240716" y="2607368"/>
            <a:chExt cx="1374840" cy="451440"/>
          </a:xfrm>
        </p:grpSpPr>
        <mc:AlternateContent xmlns:mc="http://schemas.openxmlformats.org/markup-compatibility/2006" xmlns:p14="http://schemas.microsoft.com/office/powerpoint/2010/main">
          <mc:Choice Requires="p14">
            <p:contentPart p14:bwMode="auto" r:id="rId62">
              <p14:nvContentPartPr>
                <p14:cNvPr id="65" name="Ink 64">
                  <a:extLst>
                    <a:ext uri="{FF2B5EF4-FFF2-40B4-BE49-F238E27FC236}">
                      <a16:creationId xmlns:a16="http://schemas.microsoft.com/office/drawing/2014/main" id="{2F33435D-2846-2078-0953-00B1D5F5213B}"/>
                    </a:ext>
                  </a:extLst>
                </p14:cNvPr>
                <p14:cNvContentPartPr/>
                <p14:nvPr/>
              </p14:nvContentPartPr>
              <p14:xfrm>
                <a:off x="1427996" y="2769008"/>
                <a:ext cx="187560" cy="153720"/>
              </p14:xfrm>
            </p:contentPart>
          </mc:Choice>
          <mc:Fallback xmlns="">
            <p:pic>
              <p:nvPicPr>
                <p:cNvPr id="65" name="Ink 64">
                  <a:extLst>
                    <a:ext uri="{FF2B5EF4-FFF2-40B4-BE49-F238E27FC236}">
                      <a16:creationId xmlns:a16="http://schemas.microsoft.com/office/drawing/2014/main" id="{2F33435D-2846-2078-0953-00B1D5F5213B}"/>
                    </a:ext>
                  </a:extLst>
                </p:cNvPr>
                <p:cNvPicPr/>
                <p:nvPr/>
              </p:nvPicPr>
              <p:blipFill>
                <a:blip r:embed="rId63"/>
                <a:stretch>
                  <a:fillRect/>
                </a:stretch>
              </p:blipFill>
              <p:spPr>
                <a:xfrm>
                  <a:off x="1409996" y="2751368"/>
                  <a:ext cx="22320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66" name="Ink 65">
                  <a:extLst>
                    <a:ext uri="{FF2B5EF4-FFF2-40B4-BE49-F238E27FC236}">
                      <a16:creationId xmlns:a16="http://schemas.microsoft.com/office/drawing/2014/main" id="{7F68B220-7EB4-4107-833A-73E176A9FBE8}"/>
                    </a:ext>
                  </a:extLst>
                </p14:cNvPr>
                <p14:cNvContentPartPr/>
                <p14:nvPr/>
              </p14:nvContentPartPr>
              <p14:xfrm>
                <a:off x="1386236" y="2607368"/>
                <a:ext cx="15480" cy="269640"/>
              </p14:xfrm>
            </p:contentPart>
          </mc:Choice>
          <mc:Fallback xmlns="">
            <p:pic>
              <p:nvPicPr>
                <p:cNvPr id="66" name="Ink 65">
                  <a:extLst>
                    <a:ext uri="{FF2B5EF4-FFF2-40B4-BE49-F238E27FC236}">
                      <a16:creationId xmlns:a16="http://schemas.microsoft.com/office/drawing/2014/main" id="{7F68B220-7EB4-4107-833A-73E176A9FBE8}"/>
                    </a:ext>
                  </a:extLst>
                </p:cNvPr>
                <p:cNvPicPr/>
                <p:nvPr/>
              </p:nvPicPr>
              <p:blipFill>
                <a:blip r:embed="rId65"/>
                <a:stretch>
                  <a:fillRect/>
                </a:stretch>
              </p:blipFill>
              <p:spPr>
                <a:xfrm>
                  <a:off x="1368236" y="2589728"/>
                  <a:ext cx="51120" cy="30528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67" name="Ink 66">
                  <a:extLst>
                    <a:ext uri="{FF2B5EF4-FFF2-40B4-BE49-F238E27FC236}">
                      <a16:creationId xmlns:a16="http://schemas.microsoft.com/office/drawing/2014/main" id="{504D56B6-17ED-AB3B-3C62-51B35C0017C6}"/>
                    </a:ext>
                  </a:extLst>
                </p14:cNvPr>
                <p14:cNvContentPartPr/>
                <p14:nvPr/>
              </p14:nvContentPartPr>
              <p14:xfrm>
                <a:off x="1227836" y="2801048"/>
                <a:ext cx="87120" cy="139680"/>
              </p14:xfrm>
            </p:contentPart>
          </mc:Choice>
          <mc:Fallback xmlns="">
            <p:pic>
              <p:nvPicPr>
                <p:cNvPr id="67" name="Ink 66">
                  <a:extLst>
                    <a:ext uri="{FF2B5EF4-FFF2-40B4-BE49-F238E27FC236}">
                      <a16:creationId xmlns:a16="http://schemas.microsoft.com/office/drawing/2014/main" id="{504D56B6-17ED-AB3B-3C62-51B35C0017C6}"/>
                    </a:ext>
                  </a:extLst>
                </p:cNvPr>
                <p:cNvPicPr/>
                <p:nvPr/>
              </p:nvPicPr>
              <p:blipFill>
                <a:blip r:embed="rId67"/>
                <a:stretch>
                  <a:fillRect/>
                </a:stretch>
              </p:blipFill>
              <p:spPr>
                <a:xfrm>
                  <a:off x="1210196" y="2783048"/>
                  <a:ext cx="122760" cy="17532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68" name="Ink 67">
                  <a:extLst>
                    <a:ext uri="{FF2B5EF4-FFF2-40B4-BE49-F238E27FC236}">
                      <a16:creationId xmlns:a16="http://schemas.microsoft.com/office/drawing/2014/main" id="{78032DA5-BAE3-7F71-3915-8C7816CE85B2}"/>
                    </a:ext>
                  </a:extLst>
                </p14:cNvPr>
                <p14:cNvContentPartPr/>
                <p14:nvPr/>
              </p14:nvContentPartPr>
              <p14:xfrm>
                <a:off x="734636" y="2805728"/>
                <a:ext cx="429480" cy="253080"/>
              </p14:xfrm>
            </p:contentPart>
          </mc:Choice>
          <mc:Fallback xmlns="">
            <p:pic>
              <p:nvPicPr>
                <p:cNvPr id="68" name="Ink 67">
                  <a:extLst>
                    <a:ext uri="{FF2B5EF4-FFF2-40B4-BE49-F238E27FC236}">
                      <a16:creationId xmlns:a16="http://schemas.microsoft.com/office/drawing/2014/main" id="{78032DA5-BAE3-7F71-3915-8C7816CE85B2}"/>
                    </a:ext>
                  </a:extLst>
                </p:cNvPr>
                <p:cNvPicPr/>
                <p:nvPr/>
              </p:nvPicPr>
              <p:blipFill>
                <a:blip r:embed="rId69"/>
                <a:stretch>
                  <a:fillRect/>
                </a:stretch>
              </p:blipFill>
              <p:spPr>
                <a:xfrm>
                  <a:off x="716636" y="2787728"/>
                  <a:ext cx="465120" cy="28872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69" name="Ink 68">
                  <a:extLst>
                    <a:ext uri="{FF2B5EF4-FFF2-40B4-BE49-F238E27FC236}">
                      <a16:creationId xmlns:a16="http://schemas.microsoft.com/office/drawing/2014/main" id="{22607D5A-27BD-9F1D-9EB9-19303BCC78E3}"/>
                    </a:ext>
                  </a:extLst>
                </p14:cNvPr>
                <p14:cNvContentPartPr/>
                <p14:nvPr/>
              </p14:nvContentPartPr>
              <p14:xfrm>
                <a:off x="933356" y="2708888"/>
                <a:ext cx="51120" cy="48600"/>
              </p14:xfrm>
            </p:contentPart>
          </mc:Choice>
          <mc:Fallback xmlns="">
            <p:pic>
              <p:nvPicPr>
                <p:cNvPr id="69" name="Ink 68">
                  <a:extLst>
                    <a:ext uri="{FF2B5EF4-FFF2-40B4-BE49-F238E27FC236}">
                      <a16:creationId xmlns:a16="http://schemas.microsoft.com/office/drawing/2014/main" id="{22607D5A-27BD-9F1D-9EB9-19303BCC78E3}"/>
                    </a:ext>
                  </a:extLst>
                </p:cNvPr>
                <p:cNvPicPr/>
                <p:nvPr/>
              </p:nvPicPr>
              <p:blipFill>
                <a:blip r:embed="rId71"/>
                <a:stretch>
                  <a:fillRect/>
                </a:stretch>
              </p:blipFill>
              <p:spPr>
                <a:xfrm>
                  <a:off x="915716" y="2690888"/>
                  <a:ext cx="8676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70" name="Ink 69">
                  <a:extLst>
                    <a:ext uri="{FF2B5EF4-FFF2-40B4-BE49-F238E27FC236}">
                      <a16:creationId xmlns:a16="http://schemas.microsoft.com/office/drawing/2014/main" id="{4AF8EDEA-957F-D2F5-6180-05C901508550}"/>
                    </a:ext>
                  </a:extLst>
                </p14:cNvPr>
                <p14:cNvContentPartPr/>
                <p14:nvPr/>
              </p14:nvContentPartPr>
              <p14:xfrm>
                <a:off x="240716" y="2756048"/>
                <a:ext cx="417960" cy="106920"/>
              </p14:xfrm>
            </p:contentPart>
          </mc:Choice>
          <mc:Fallback xmlns="">
            <p:pic>
              <p:nvPicPr>
                <p:cNvPr id="70" name="Ink 69">
                  <a:extLst>
                    <a:ext uri="{FF2B5EF4-FFF2-40B4-BE49-F238E27FC236}">
                      <a16:creationId xmlns:a16="http://schemas.microsoft.com/office/drawing/2014/main" id="{4AF8EDEA-957F-D2F5-6180-05C901508550}"/>
                    </a:ext>
                  </a:extLst>
                </p:cNvPr>
                <p:cNvPicPr/>
                <p:nvPr/>
              </p:nvPicPr>
              <p:blipFill>
                <a:blip r:embed="rId73"/>
                <a:stretch>
                  <a:fillRect/>
                </a:stretch>
              </p:blipFill>
              <p:spPr>
                <a:xfrm>
                  <a:off x="222716" y="2738408"/>
                  <a:ext cx="453600" cy="14256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71" name="Ink 70">
                  <a:extLst>
                    <a:ext uri="{FF2B5EF4-FFF2-40B4-BE49-F238E27FC236}">
                      <a16:creationId xmlns:a16="http://schemas.microsoft.com/office/drawing/2014/main" id="{2BC28341-4583-2D0F-4CC6-CB857CC1C7E9}"/>
                    </a:ext>
                  </a:extLst>
                </p14:cNvPr>
                <p14:cNvContentPartPr/>
                <p14:nvPr/>
              </p14:nvContentPartPr>
              <p14:xfrm>
                <a:off x="487676" y="2609888"/>
                <a:ext cx="133560" cy="21240"/>
              </p14:xfrm>
            </p:contentPart>
          </mc:Choice>
          <mc:Fallback xmlns="">
            <p:pic>
              <p:nvPicPr>
                <p:cNvPr id="71" name="Ink 70">
                  <a:extLst>
                    <a:ext uri="{FF2B5EF4-FFF2-40B4-BE49-F238E27FC236}">
                      <a16:creationId xmlns:a16="http://schemas.microsoft.com/office/drawing/2014/main" id="{2BC28341-4583-2D0F-4CC6-CB857CC1C7E9}"/>
                    </a:ext>
                  </a:extLst>
                </p:cNvPr>
                <p:cNvPicPr/>
                <p:nvPr/>
              </p:nvPicPr>
              <p:blipFill>
                <a:blip r:embed="rId75"/>
                <a:stretch>
                  <a:fillRect/>
                </a:stretch>
              </p:blipFill>
              <p:spPr>
                <a:xfrm>
                  <a:off x="470036" y="2592248"/>
                  <a:ext cx="169200" cy="568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76">
            <p14:nvContentPartPr>
              <p14:cNvPr id="74" name="Ink 73">
                <a:extLst>
                  <a:ext uri="{FF2B5EF4-FFF2-40B4-BE49-F238E27FC236}">
                    <a16:creationId xmlns:a16="http://schemas.microsoft.com/office/drawing/2014/main" id="{B787B1C2-1D25-C087-FD3B-B8D1AE7FA1F0}"/>
                  </a:ext>
                </a:extLst>
              </p14:cNvPr>
              <p14:cNvContentPartPr/>
              <p14:nvPr/>
            </p14:nvContentPartPr>
            <p14:xfrm>
              <a:off x="5380043" y="349290"/>
              <a:ext cx="69840" cy="885240"/>
            </p14:xfrm>
          </p:contentPart>
        </mc:Choice>
        <mc:Fallback xmlns="">
          <p:pic>
            <p:nvPicPr>
              <p:cNvPr id="74" name="Ink 73">
                <a:extLst>
                  <a:ext uri="{FF2B5EF4-FFF2-40B4-BE49-F238E27FC236}">
                    <a16:creationId xmlns:a16="http://schemas.microsoft.com/office/drawing/2014/main" id="{B787B1C2-1D25-C087-FD3B-B8D1AE7FA1F0}"/>
                  </a:ext>
                </a:extLst>
              </p:cNvPr>
              <p:cNvPicPr/>
              <p:nvPr/>
            </p:nvPicPr>
            <p:blipFill>
              <a:blip r:embed="rId77"/>
              <a:stretch>
                <a:fillRect/>
              </a:stretch>
            </p:blipFill>
            <p:spPr>
              <a:xfrm>
                <a:off x="5362043" y="331290"/>
                <a:ext cx="105480" cy="92088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75" name="Ink 74">
                <a:extLst>
                  <a:ext uri="{FF2B5EF4-FFF2-40B4-BE49-F238E27FC236}">
                    <a16:creationId xmlns:a16="http://schemas.microsoft.com/office/drawing/2014/main" id="{EBF43768-DFF7-32CE-6CB8-B75D3A65AB69}"/>
                  </a:ext>
                </a:extLst>
              </p14:cNvPr>
              <p14:cNvContentPartPr/>
              <p14:nvPr/>
            </p14:nvContentPartPr>
            <p14:xfrm>
              <a:off x="5384723" y="323730"/>
              <a:ext cx="296280" cy="27360"/>
            </p14:xfrm>
          </p:contentPart>
        </mc:Choice>
        <mc:Fallback xmlns="">
          <p:pic>
            <p:nvPicPr>
              <p:cNvPr id="75" name="Ink 74">
                <a:extLst>
                  <a:ext uri="{FF2B5EF4-FFF2-40B4-BE49-F238E27FC236}">
                    <a16:creationId xmlns:a16="http://schemas.microsoft.com/office/drawing/2014/main" id="{EBF43768-DFF7-32CE-6CB8-B75D3A65AB69}"/>
                  </a:ext>
                </a:extLst>
              </p:cNvPr>
              <p:cNvPicPr/>
              <p:nvPr/>
            </p:nvPicPr>
            <p:blipFill>
              <a:blip r:embed="rId79"/>
              <a:stretch>
                <a:fillRect/>
              </a:stretch>
            </p:blipFill>
            <p:spPr>
              <a:xfrm>
                <a:off x="5366723" y="306090"/>
                <a:ext cx="331920" cy="6300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76" name="Ink 75">
                <a:extLst>
                  <a:ext uri="{FF2B5EF4-FFF2-40B4-BE49-F238E27FC236}">
                    <a16:creationId xmlns:a16="http://schemas.microsoft.com/office/drawing/2014/main" id="{A9484C0A-B701-79B8-E541-ABF480647B2B}"/>
                  </a:ext>
                </a:extLst>
              </p14:cNvPr>
              <p14:cNvContentPartPr/>
              <p14:nvPr/>
            </p14:nvContentPartPr>
            <p14:xfrm>
              <a:off x="5823563" y="216810"/>
              <a:ext cx="142560" cy="209880"/>
            </p14:xfrm>
          </p:contentPart>
        </mc:Choice>
        <mc:Fallback xmlns="">
          <p:pic>
            <p:nvPicPr>
              <p:cNvPr id="76" name="Ink 75">
                <a:extLst>
                  <a:ext uri="{FF2B5EF4-FFF2-40B4-BE49-F238E27FC236}">
                    <a16:creationId xmlns:a16="http://schemas.microsoft.com/office/drawing/2014/main" id="{A9484C0A-B701-79B8-E541-ABF480647B2B}"/>
                  </a:ext>
                </a:extLst>
              </p:cNvPr>
              <p:cNvPicPr/>
              <p:nvPr/>
            </p:nvPicPr>
            <p:blipFill>
              <a:blip r:embed="rId81"/>
              <a:stretch>
                <a:fillRect/>
              </a:stretch>
            </p:blipFill>
            <p:spPr>
              <a:xfrm>
                <a:off x="5805923" y="199170"/>
                <a:ext cx="178200" cy="245520"/>
              </a:xfrm>
              <a:prstGeom prst="rect">
                <a:avLst/>
              </a:prstGeom>
            </p:spPr>
          </p:pic>
        </mc:Fallback>
      </mc:AlternateContent>
      <p:grpSp>
        <p:nvGrpSpPr>
          <p:cNvPr id="86" name="Group 85">
            <a:extLst>
              <a:ext uri="{FF2B5EF4-FFF2-40B4-BE49-F238E27FC236}">
                <a16:creationId xmlns:a16="http://schemas.microsoft.com/office/drawing/2014/main" id="{F33566A2-FFB4-E369-29B1-C6FA8F520177}"/>
              </a:ext>
            </a:extLst>
          </p:cNvPr>
          <p:cNvGrpSpPr/>
          <p:nvPr/>
        </p:nvGrpSpPr>
        <p:grpSpPr>
          <a:xfrm>
            <a:off x="6099683" y="225090"/>
            <a:ext cx="442440" cy="302040"/>
            <a:chOff x="6099683" y="225090"/>
            <a:chExt cx="442440" cy="302040"/>
          </a:xfrm>
        </p:grpSpPr>
        <mc:AlternateContent xmlns:mc="http://schemas.openxmlformats.org/markup-compatibility/2006" xmlns:p14="http://schemas.microsoft.com/office/powerpoint/2010/main">
          <mc:Choice Requires="p14">
            <p:contentPart p14:bwMode="auto" r:id="rId82">
              <p14:nvContentPartPr>
                <p14:cNvPr id="81" name="Ink 80">
                  <a:extLst>
                    <a:ext uri="{FF2B5EF4-FFF2-40B4-BE49-F238E27FC236}">
                      <a16:creationId xmlns:a16="http://schemas.microsoft.com/office/drawing/2014/main" id="{F7CC388A-7512-FCCD-CC37-7D1EB8141177}"/>
                    </a:ext>
                  </a:extLst>
                </p14:cNvPr>
                <p14:cNvContentPartPr/>
                <p14:nvPr/>
              </p14:nvContentPartPr>
              <p14:xfrm>
                <a:off x="6099683" y="374850"/>
                <a:ext cx="11880" cy="152280"/>
              </p14:xfrm>
            </p:contentPart>
          </mc:Choice>
          <mc:Fallback xmlns="">
            <p:pic>
              <p:nvPicPr>
                <p:cNvPr id="81" name="Ink 80">
                  <a:extLst>
                    <a:ext uri="{FF2B5EF4-FFF2-40B4-BE49-F238E27FC236}">
                      <a16:creationId xmlns:a16="http://schemas.microsoft.com/office/drawing/2014/main" id="{F7CC388A-7512-FCCD-CC37-7D1EB8141177}"/>
                    </a:ext>
                  </a:extLst>
                </p:cNvPr>
                <p:cNvPicPr/>
                <p:nvPr/>
              </p:nvPicPr>
              <p:blipFill>
                <a:blip r:embed="rId83"/>
                <a:stretch>
                  <a:fillRect/>
                </a:stretch>
              </p:blipFill>
              <p:spPr>
                <a:xfrm>
                  <a:off x="6082043" y="357210"/>
                  <a:ext cx="4752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82" name="Ink 81">
                  <a:extLst>
                    <a:ext uri="{FF2B5EF4-FFF2-40B4-BE49-F238E27FC236}">
                      <a16:creationId xmlns:a16="http://schemas.microsoft.com/office/drawing/2014/main" id="{E899F506-8C83-4AE2-E608-F58775EC0631}"/>
                    </a:ext>
                  </a:extLst>
                </p14:cNvPr>
                <p14:cNvContentPartPr/>
                <p14:nvPr/>
              </p14:nvContentPartPr>
              <p14:xfrm>
                <a:off x="6110483" y="373770"/>
                <a:ext cx="96840" cy="78480"/>
              </p14:xfrm>
            </p:contentPart>
          </mc:Choice>
          <mc:Fallback xmlns="">
            <p:pic>
              <p:nvPicPr>
                <p:cNvPr id="82" name="Ink 81">
                  <a:extLst>
                    <a:ext uri="{FF2B5EF4-FFF2-40B4-BE49-F238E27FC236}">
                      <a16:creationId xmlns:a16="http://schemas.microsoft.com/office/drawing/2014/main" id="{E899F506-8C83-4AE2-E608-F58775EC0631}"/>
                    </a:ext>
                  </a:extLst>
                </p:cNvPr>
                <p:cNvPicPr/>
                <p:nvPr/>
              </p:nvPicPr>
              <p:blipFill>
                <a:blip r:embed="rId85"/>
                <a:stretch>
                  <a:fillRect/>
                </a:stretch>
              </p:blipFill>
              <p:spPr>
                <a:xfrm>
                  <a:off x="6092483" y="356130"/>
                  <a:ext cx="13248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83" name="Ink 82">
                  <a:extLst>
                    <a:ext uri="{FF2B5EF4-FFF2-40B4-BE49-F238E27FC236}">
                      <a16:creationId xmlns:a16="http://schemas.microsoft.com/office/drawing/2014/main" id="{CFDC7E7C-3A72-CF5F-373C-D0890E16BBE0}"/>
                    </a:ext>
                  </a:extLst>
                </p14:cNvPr>
                <p14:cNvContentPartPr/>
                <p14:nvPr/>
              </p14:nvContentPartPr>
              <p14:xfrm>
                <a:off x="6314963" y="370890"/>
                <a:ext cx="9000" cy="97560"/>
              </p14:xfrm>
            </p:contentPart>
          </mc:Choice>
          <mc:Fallback xmlns="">
            <p:pic>
              <p:nvPicPr>
                <p:cNvPr id="83" name="Ink 82">
                  <a:extLst>
                    <a:ext uri="{FF2B5EF4-FFF2-40B4-BE49-F238E27FC236}">
                      <a16:creationId xmlns:a16="http://schemas.microsoft.com/office/drawing/2014/main" id="{CFDC7E7C-3A72-CF5F-373C-D0890E16BBE0}"/>
                    </a:ext>
                  </a:extLst>
                </p:cNvPr>
                <p:cNvPicPr/>
                <p:nvPr/>
              </p:nvPicPr>
              <p:blipFill>
                <a:blip r:embed="rId87"/>
                <a:stretch>
                  <a:fillRect/>
                </a:stretch>
              </p:blipFill>
              <p:spPr>
                <a:xfrm>
                  <a:off x="6297323" y="353250"/>
                  <a:ext cx="44640" cy="13320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84" name="Ink 83">
                  <a:extLst>
                    <a:ext uri="{FF2B5EF4-FFF2-40B4-BE49-F238E27FC236}">
                      <a16:creationId xmlns:a16="http://schemas.microsoft.com/office/drawing/2014/main" id="{E9621782-C818-3724-4908-4A1339D683DC}"/>
                    </a:ext>
                  </a:extLst>
                </p14:cNvPr>
                <p14:cNvContentPartPr/>
                <p14:nvPr/>
              </p14:nvContentPartPr>
              <p14:xfrm>
                <a:off x="6289403" y="225090"/>
                <a:ext cx="69480" cy="67320"/>
              </p14:xfrm>
            </p:contentPart>
          </mc:Choice>
          <mc:Fallback xmlns="">
            <p:pic>
              <p:nvPicPr>
                <p:cNvPr id="84" name="Ink 83">
                  <a:extLst>
                    <a:ext uri="{FF2B5EF4-FFF2-40B4-BE49-F238E27FC236}">
                      <a16:creationId xmlns:a16="http://schemas.microsoft.com/office/drawing/2014/main" id="{E9621782-C818-3724-4908-4A1339D683DC}"/>
                    </a:ext>
                  </a:extLst>
                </p:cNvPr>
                <p:cNvPicPr/>
                <p:nvPr/>
              </p:nvPicPr>
              <p:blipFill>
                <a:blip r:embed="rId89"/>
                <a:stretch>
                  <a:fillRect/>
                </a:stretch>
              </p:blipFill>
              <p:spPr>
                <a:xfrm>
                  <a:off x="6271763" y="207450"/>
                  <a:ext cx="105120" cy="10296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85" name="Ink 84">
                  <a:extLst>
                    <a:ext uri="{FF2B5EF4-FFF2-40B4-BE49-F238E27FC236}">
                      <a16:creationId xmlns:a16="http://schemas.microsoft.com/office/drawing/2014/main" id="{AC7A11D6-CB25-57B2-88AB-265A969C4A4C}"/>
                    </a:ext>
                  </a:extLst>
                </p14:cNvPr>
                <p14:cNvContentPartPr/>
                <p14:nvPr/>
              </p14:nvContentPartPr>
              <p14:xfrm>
                <a:off x="6415403" y="348570"/>
                <a:ext cx="126720" cy="128520"/>
              </p14:xfrm>
            </p:contentPart>
          </mc:Choice>
          <mc:Fallback xmlns="">
            <p:pic>
              <p:nvPicPr>
                <p:cNvPr id="85" name="Ink 84">
                  <a:extLst>
                    <a:ext uri="{FF2B5EF4-FFF2-40B4-BE49-F238E27FC236}">
                      <a16:creationId xmlns:a16="http://schemas.microsoft.com/office/drawing/2014/main" id="{AC7A11D6-CB25-57B2-88AB-265A969C4A4C}"/>
                    </a:ext>
                  </a:extLst>
                </p:cNvPr>
                <p:cNvPicPr/>
                <p:nvPr/>
              </p:nvPicPr>
              <p:blipFill>
                <a:blip r:embed="rId91"/>
                <a:stretch>
                  <a:fillRect/>
                </a:stretch>
              </p:blipFill>
              <p:spPr>
                <a:xfrm>
                  <a:off x="6397763" y="330570"/>
                  <a:ext cx="162360" cy="1641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2">
            <p14:nvContentPartPr>
              <p14:cNvPr id="87" name="Ink 86">
                <a:extLst>
                  <a:ext uri="{FF2B5EF4-FFF2-40B4-BE49-F238E27FC236}">
                    <a16:creationId xmlns:a16="http://schemas.microsoft.com/office/drawing/2014/main" id="{0D4E1A9B-EAD5-21A5-DBD0-9CBFF9292EB7}"/>
                  </a:ext>
                </a:extLst>
              </p14:cNvPr>
              <p14:cNvContentPartPr/>
              <p14:nvPr/>
            </p14:nvContentPartPr>
            <p14:xfrm>
              <a:off x="6906803" y="694530"/>
              <a:ext cx="361440" cy="602640"/>
            </p14:xfrm>
          </p:contentPart>
        </mc:Choice>
        <mc:Fallback xmlns="">
          <p:pic>
            <p:nvPicPr>
              <p:cNvPr id="87" name="Ink 86">
                <a:extLst>
                  <a:ext uri="{FF2B5EF4-FFF2-40B4-BE49-F238E27FC236}">
                    <a16:creationId xmlns:a16="http://schemas.microsoft.com/office/drawing/2014/main" id="{0D4E1A9B-EAD5-21A5-DBD0-9CBFF9292EB7}"/>
                  </a:ext>
                </a:extLst>
              </p:cNvPr>
              <p:cNvPicPr/>
              <p:nvPr/>
            </p:nvPicPr>
            <p:blipFill>
              <a:blip r:embed="rId93"/>
              <a:stretch>
                <a:fillRect/>
              </a:stretch>
            </p:blipFill>
            <p:spPr>
              <a:xfrm>
                <a:off x="6888803" y="676530"/>
                <a:ext cx="397080" cy="638280"/>
              </a:xfrm>
              <a:prstGeom prst="rect">
                <a:avLst/>
              </a:prstGeom>
            </p:spPr>
          </p:pic>
        </mc:Fallback>
      </mc:AlternateContent>
      <p:grpSp>
        <p:nvGrpSpPr>
          <p:cNvPr id="100" name="Group 99">
            <a:extLst>
              <a:ext uri="{FF2B5EF4-FFF2-40B4-BE49-F238E27FC236}">
                <a16:creationId xmlns:a16="http://schemas.microsoft.com/office/drawing/2014/main" id="{2F46DF3F-F687-2D4A-930C-0A5C3FA78B7C}"/>
              </a:ext>
            </a:extLst>
          </p:cNvPr>
          <p:cNvGrpSpPr/>
          <p:nvPr/>
        </p:nvGrpSpPr>
        <p:grpSpPr>
          <a:xfrm>
            <a:off x="7432403" y="374850"/>
            <a:ext cx="1462320" cy="411120"/>
            <a:chOff x="7432403" y="374850"/>
            <a:chExt cx="1462320" cy="411120"/>
          </a:xfrm>
        </p:grpSpPr>
        <mc:AlternateContent xmlns:mc="http://schemas.openxmlformats.org/markup-compatibility/2006" xmlns:p14="http://schemas.microsoft.com/office/powerpoint/2010/main">
          <mc:Choice Requires="p14">
            <p:contentPart p14:bwMode="auto" r:id="rId94">
              <p14:nvContentPartPr>
                <p14:cNvPr id="88" name="Ink 87">
                  <a:extLst>
                    <a:ext uri="{FF2B5EF4-FFF2-40B4-BE49-F238E27FC236}">
                      <a16:creationId xmlns:a16="http://schemas.microsoft.com/office/drawing/2014/main" id="{536E9D6A-F926-06F0-9D84-A0D938E1524D}"/>
                    </a:ext>
                  </a:extLst>
                </p14:cNvPr>
                <p14:cNvContentPartPr/>
                <p14:nvPr/>
              </p14:nvContentPartPr>
              <p14:xfrm>
                <a:off x="7432403" y="616410"/>
                <a:ext cx="10800" cy="169560"/>
              </p14:xfrm>
            </p:contentPart>
          </mc:Choice>
          <mc:Fallback xmlns="">
            <p:pic>
              <p:nvPicPr>
                <p:cNvPr id="88" name="Ink 87">
                  <a:extLst>
                    <a:ext uri="{FF2B5EF4-FFF2-40B4-BE49-F238E27FC236}">
                      <a16:creationId xmlns:a16="http://schemas.microsoft.com/office/drawing/2014/main" id="{536E9D6A-F926-06F0-9D84-A0D938E1524D}"/>
                    </a:ext>
                  </a:extLst>
                </p:cNvPr>
                <p:cNvPicPr/>
                <p:nvPr/>
              </p:nvPicPr>
              <p:blipFill>
                <a:blip r:embed="rId95"/>
                <a:stretch>
                  <a:fillRect/>
                </a:stretch>
              </p:blipFill>
              <p:spPr>
                <a:xfrm>
                  <a:off x="7414763" y="598410"/>
                  <a:ext cx="46440" cy="20520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89" name="Ink 88">
                  <a:extLst>
                    <a:ext uri="{FF2B5EF4-FFF2-40B4-BE49-F238E27FC236}">
                      <a16:creationId xmlns:a16="http://schemas.microsoft.com/office/drawing/2014/main" id="{CDBF1A6F-4353-262C-445D-E14765F4C285}"/>
                    </a:ext>
                  </a:extLst>
                </p14:cNvPr>
                <p14:cNvContentPartPr/>
                <p14:nvPr/>
              </p14:nvContentPartPr>
              <p14:xfrm>
                <a:off x="7460123" y="507330"/>
                <a:ext cx="156600" cy="222480"/>
              </p14:xfrm>
            </p:contentPart>
          </mc:Choice>
          <mc:Fallback xmlns="">
            <p:pic>
              <p:nvPicPr>
                <p:cNvPr id="89" name="Ink 88">
                  <a:extLst>
                    <a:ext uri="{FF2B5EF4-FFF2-40B4-BE49-F238E27FC236}">
                      <a16:creationId xmlns:a16="http://schemas.microsoft.com/office/drawing/2014/main" id="{CDBF1A6F-4353-262C-445D-E14765F4C285}"/>
                    </a:ext>
                  </a:extLst>
                </p:cNvPr>
                <p:cNvPicPr/>
                <p:nvPr/>
              </p:nvPicPr>
              <p:blipFill>
                <a:blip r:embed="rId97"/>
                <a:stretch>
                  <a:fillRect/>
                </a:stretch>
              </p:blipFill>
              <p:spPr>
                <a:xfrm>
                  <a:off x="7442483" y="489330"/>
                  <a:ext cx="192240" cy="25812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90" name="Ink 89">
                  <a:extLst>
                    <a:ext uri="{FF2B5EF4-FFF2-40B4-BE49-F238E27FC236}">
                      <a16:creationId xmlns:a16="http://schemas.microsoft.com/office/drawing/2014/main" id="{37622CD4-A094-35AC-BC50-4E3BB9C34CCB}"/>
                    </a:ext>
                  </a:extLst>
                </p14:cNvPr>
                <p14:cNvContentPartPr/>
                <p14:nvPr/>
              </p14:nvContentPartPr>
              <p14:xfrm>
                <a:off x="7704563" y="488610"/>
                <a:ext cx="23040" cy="245160"/>
              </p14:xfrm>
            </p:contentPart>
          </mc:Choice>
          <mc:Fallback xmlns="">
            <p:pic>
              <p:nvPicPr>
                <p:cNvPr id="90" name="Ink 89">
                  <a:extLst>
                    <a:ext uri="{FF2B5EF4-FFF2-40B4-BE49-F238E27FC236}">
                      <a16:creationId xmlns:a16="http://schemas.microsoft.com/office/drawing/2014/main" id="{37622CD4-A094-35AC-BC50-4E3BB9C34CCB}"/>
                    </a:ext>
                  </a:extLst>
                </p:cNvPr>
                <p:cNvPicPr/>
                <p:nvPr/>
              </p:nvPicPr>
              <p:blipFill>
                <a:blip r:embed="rId99"/>
                <a:stretch>
                  <a:fillRect/>
                </a:stretch>
              </p:blipFill>
              <p:spPr>
                <a:xfrm>
                  <a:off x="7686563" y="470970"/>
                  <a:ext cx="58680" cy="28080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91" name="Ink 90">
                  <a:extLst>
                    <a:ext uri="{FF2B5EF4-FFF2-40B4-BE49-F238E27FC236}">
                      <a16:creationId xmlns:a16="http://schemas.microsoft.com/office/drawing/2014/main" id="{3C28E786-00F7-202C-3375-405146B1054A}"/>
                    </a:ext>
                  </a:extLst>
                </p14:cNvPr>
                <p14:cNvContentPartPr/>
                <p14:nvPr/>
              </p14:nvContentPartPr>
              <p14:xfrm>
                <a:off x="7791683" y="631170"/>
                <a:ext cx="102600" cy="100800"/>
              </p14:xfrm>
            </p:contentPart>
          </mc:Choice>
          <mc:Fallback xmlns="">
            <p:pic>
              <p:nvPicPr>
                <p:cNvPr id="91" name="Ink 90">
                  <a:extLst>
                    <a:ext uri="{FF2B5EF4-FFF2-40B4-BE49-F238E27FC236}">
                      <a16:creationId xmlns:a16="http://schemas.microsoft.com/office/drawing/2014/main" id="{3C28E786-00F7-202C-3375-405146B1054A}"/>
                    </a:ext>
                  </a:extLst>
                </p:cNvPr>
                <p:cNvPicPr/>
                <p:nvPr/>
              </p:nvPicPr>
              <p:blipFill>
                <a:blip r:embed="rId101"/>
                <a:stretch>
                  <a:fillRect/>
                </a:stretch>
              </p:blipFill>
              <p:spPr>
                <a:xfrm>
                  <a:off x="7774043" y="613530"/>
                  <a:ext cx="138240" cy="1364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92" name="Ink 91">
                  <a:extLst>
                    <a:ext uri="{FF2B5EF4-FFF2-40B4-BE49-F238E27FC236}">
                      <a16:creationId xmlns:a16="http://schemas.microsoft.com/office/drawing/2014/main" id="{74B4EA83-5CFB-AA93-DF71-47020BCA4D9B}"/>
                    </a:ext>
                  </a:extLst>
                </p14:cNvPr>
                <p14:cNvContentPartPr/>
                <p14:nvPr/>
              </p14:nvContentPartPr>
              <p14:xfrm>
                <a:off x="7959443" y="622170"/>
                <a:ext cx="74880" cy="110160"/>
              </p14:xfrm>
            </p:contentPart>
          </mc:Choice>
          <mc:Fallback xmlns="">
            <p:pic>
              <p:nvPicPr>
                <p:cNvPr id="92" name="Ink 91">
                  <a:extLst>
                    <a:ext uri="{FF2B5EF4-FFF2-40B4-BE49-F238E27FC236}">
                      <a16:creationId xmlns:a16="http://schemas.microsoft.com/office/drawing/2014/main" id="{74B4EA83-5CFB-AA93-DF71-47020BCA4D9B}"/>
                    </a:ext>
                  </a:extLst>
                </p:cNvPr>
                <p:cNvPicPr/>
                <p:nvPr/>
              </p:nvPicPr>
              <p:blipFill>
                <a:blip r:embed="rId103"/>
                <a:stretch>
                  <a:fillRect/>
                </a:stretch>
              </p:blipFill>
              <p:spPr>
                <a:xfrm>
                  <a:off x="7941443" y="604170"/>
                  <a:ext cx="11052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93" name="Ink 92">
                  <a:extLst>
                    <a:ext uri="{FF2B5EF4-FFF2-40B4-BE49-F238E27FC236}">
                      <a16:creationId xmlns:a16="http://schemas.microsoft.com/office/drawing/2014/main" id="{2D201E6A-9EE2-0240-F6E9-2A561AA6E75E}"/>
                    </a:ext>
                  </a:extLst>
                </p14:cNvPr>
                <p14:cNvContentPartPr/>
                <p14:nvPr/>
              </p14:nvContentPartPr>
              <p14:xfrm>
                <a:off x="8149523" y="542970"/>
                <a:ext cx="50400" cy="174960"/>
              </p14:xfrm>
            </p:contentPart>
          </mc:Choice>
          <mc:Fallback xmlns="">
            <p:pic>
              <p:nvPicPr>
                <p:cNvPr id="93" name="Ink 92">
                  <a:extLst>
                    <a:ext uri="{FF2B5EF4-FFF2-40B4-BE49-F238E27FC236}">
                      <a16:creationId xmlns:a16="http://schemas.microsoft.com/office/drawing/2014/main" id="{2D201E6A-9EE2-0240-F6E9-2A561AA6E75E}"/>
                    </a:ext>
                  </a:extLst>
                </p:cNvPr>
                <p:cNvPicPr/>
                <p:nvPr/>
              </p:nvPicPr>
              <p:blipFill>
                <a:blip r:embed="rId105"/>
                <a:stretch>
                  <a:fillRect/>
                </a:stretch>
              </p:blipFill>
              <p:spPr>
                <a:xfrm>
                  <a:off x="8131883" y="524970"/>
                  <a:ext cx="86040" cy="2106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94" name="Ink 93">
                  <a:extLst>
                    <a:ext uri="{FF2B5EF4-FFF2-40B4-BE49-F238E27FC236}">
                      <a16:creationId xmlns:a16="http://schemas.microsoft.com/office/drawing/2014/main" id="{FD23E065-2AFD-6DC4-B9A8-EB3D57C57A55}"/>
                    </a:ext>
                  </a:extLst>
                </p14:cNvPr>
                <p14:cNvContentPartPr/>
                <p14:nvPr/>
              </p14:nvContentPartPr>
              <p14:xfrm>
                <a:off x="8112443" y="585450"/>
                <a:ext cx="71640" cy="13320"/>
              </p14:xfrm>
            </p:contentPart>
          </mc:Choice>
          <mc:Fallback xmlns="">
            <p:pic>
              <p:nvPicPr>
                <p:cNvPr id="94" name="Ink 93">
                  <a:extLst>
                    <a:ext uri="{FF2B5EF4-FFF2-40B4-BE49-F238E27FC236}">
                      <a16:creationId xmlns:a16="http://schemas.microsoft.com/office/drawing/2014/main" id="{FD23E065-2AFD-6DC4-B9A8-EB3D57C57A55}"/>
                    </a:ext>
                  </a:extLst>
                </p:cNvPr>
                <p:cNvPicPr/>
                <p:nvPr/>
              </p:nvPicPr>
              <p:blipFill>
                <a:blip r:embed="rId107"/>
                <a:stretch>
                  <a:fillRect/>
                </a:stretch>
              </p:blipFill>
              <p:spPr>
                <a:xfrm>
                  <a:off x="8094443" y="567810"/>
                  <a:ext cx="10728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95" name="Ink 94">
                  <a:extLst>
                    <a:ext uri="{FF2B5EF4-FFF2-40B4-BE49-F238E27FC236}">
                      <a16:creationId xmlns:a16="http://schemas.microsoft.com/office/drawing/2014/main" id="{D634F860-CDD2-8D66-9BC3-70C417E39216}"/>
                    </a:ext>
                  </a:extLst>
                </p14:cNvPr>
                <p14:cNvContentPartPr/>
                <p14:nvPr/>
              </p14:nvContentPartPr>
              <p14:xfrm>
                <a:off x="8310443" y="593010"/>
                <a:ext cx="101160" cy="149040"/>
              </p14:xfrm>
            </p:contentPart>
          </mc:Choice>
          <mc:Fallback xmlns="">
            <p:pic>
              <p:nvPicPr>
                <p:cNvPr id="95" name="Ink 94">
                  <a:extLst>
                    <a:ext uri="{FF2B5EF4-FFF2-40B4-BE49-F238E27FC236}">
                      <a16:creationId xmlns:a16="http://schemas.microsoft.com/office/drawing/2014/main" id="{D634F860-CDD2-8D66-9BC3-70C417E39216}"/>
                    </a:ext>
                  </a:extLst>
                </p:cNvPr>
                <p:cNvPicPr/>
                <p:nvPr/>
              </p:nvPicPr>
              <p:blipFill>
                <a:blip r:embed="rId109"/>
                <a:stretch>
                  <a:fillRect/>
                </a:stretch>
              </p:blipFill>
              <p:spPr>
                <a:xfrm>
                  <a:off x="8292803" y="575010"/>
                  <a:ext cx="136800" cy="18468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96" name="Ink 95">
                  <a:extLst>
                    <a:ext uri="{FF2B5EF4-FFF2-40B4-BE49-F238E27FC236}">
                      <a16:creationId xmlns:a16="http://schemas.microsoft.com/office/drawing/2014/main" id="{65DA28C7-FEA1-D4F7-BA39-6B3CA4E1D6A8}"/>
                    </a:ext>
                  </a:extLst>
                </p14:cNvPr>
                <p14:cNvContentPartPr/>
                <p14:nvPr/>
              </p14:nvContentPartPr>
              <p14:xfrm>
                <a:off x="8458763" y="610290"/>
                <a:ext cx="84600" cy="139320"/>
              </p14:xfrm>
            </p:contentPart>
          </mc:Choice>
          <mc:Fallback xmlns="">
            <p:pic>
              <p:nvPicPr>
                <p:cNvPr id="96" name="Ink 95">
                  <a:extLst>
                    <a:ext uri="{FF2B5EF4-FFF2-40B4-BE49-F238E27FC236}">
                      <a16:creationId xmlns:a16="http://schemas.microsoft.com/office/drawing/2014/main" id="{65DA28C7-FEA1-D4F7-BA39-6B3CA4E1D6A8}"/>
                    </a:ext>
                  </a:extLst>
                </p:cNvPr>
                <p:cNvPicPr/>
                <p:nvPr/>
              </p:nvPicPr>
              <p:blipFill>
                <a:blip r:embed="rId111"/>
                <a:stretch>
                  <a:fillRect/>
                </a:stretch>
              </p:blipFill>
              <p:spPr>
                <a:xfrm>
                  <a:off x="8441123" y="592650"/>
                  <a:ext cx="12024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97" name="Ink 96">
                  <a:extLst>
                    <a:ext uri="{FF2B5EF4-FFF2-40B4-BE49-F238E27FC236}">
                      <a16:creationId xmlns:a16="http://schemas.microsoft.com/office/drawing/2014/main" id="{88B4FFA9-5C19-3ECE-0984-1C8FE173C863}"/>
                    </a:ext>
                  </a:extLst>
                </p14:cNvPr>
                <p14:cNvContentPartPr/>
                <p14:nvPr/>
              </p14:nvContentPartPr>
              <p14:xfrm>
                <a:off x="8617523" y="471690"/>
                <a:ext cx="43920" cy="294840"/>
              </p14:xfrm>
            </p:contentPart>
          </mc:Choice>
          <mc:Fallback xmlns="">
            <p:pic>
              <p:nvPicPr>
                <p:cNvPr id="97" name="Ink 96">
                  <a:extLst>
                    <a:ext uri="{FF2B5EF4-FFF2-40B4-BE49-F238E27FC236}">
                      <a16:creationId xmlns:a16="http://schemas.microsoft.com/office/drawing/2014/main" id="{88B4FFA9-5C19-3ECE-0984-1C8FE173C863}"/>
                    </a:ext>
                  </a:extLst>
                </p:cNvPr>
                <p:cNvPicPr/>
                <p:nvPr/>
              </p:nvPicPr>
              <p:blipFill>
                <a:blip r:embed="rId113"/>
                <a:stretch>
                  <a:fillRect/>
                </a:stretch>
              </p:blipFill>
              <p:spPr>
                <a:xfrm>
                  <a:off x="8599523" y="454050"/>
                  <a:ext cx="79560" cy="33048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98" name="Ink 97">
                  <a:extLst>
                    <a:ext uri="{FF2B5EF4-FFF2-40B4-BE49-F238E27FC236}">
                      <a16:creationId xmlns:a16="http://schemas.microsoft.com/office/drawing/2014/main" id="{999634AD-3CA0-6E66-BEE3-BC3352CD02A5}"/>
                    </a:ext>
                  </a:extLst>
                </p14:cNvPr>
                <p14:cNvContentPartPr/>
                <p14:nvPr/>
              </p14:nvContentPartPr>
              <p14:xfrm>
                <a:off x="8631563" y="571410"/>
                <a:ext cx="93240" cy="15480"/>
              </p14:xfrm>
            </p:contentPart>
          </mc:Choice>
          <mc:Fallback xmlns="">
            <p:pic>
              <p:nvPicPr>
                <p:cNvPr id="98" name="Ink 97">
                  <a:extLst>
                    <a:ext uri="{FF2B5EF4-FFF2-40B4-BE49-F238E27FC236}">
                      <a16:creationId xmlns:a16="http://schemas.microsoft.com/office/drawing/2014/main" id="{999634AD-3CA0-6E66-BEE3-BC3352CD02A5}"/>
                    </a:ext>
                  </a:extLst>
                </p:cNvPr>
                <p:cNvPicPr/>
                <p:nvPr/>
              </p:nvPicPr>
              <p:blipFill>
                <a:blip r:embed="rId115"/>
                <a:stretch>
                  <a:fillRect/>
                </a:stretch>
              </p:blipFill>
              <p:spPr>
                <a:xfrm>
                  <a:off x="8613563" y="553770"/>
                  <a:ext cx="128880" cy="5112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99" name="Ink 98">
                  <a:extLst>
                    <a:ext uri="{FF2B5EF4-FFF2-40B4-BE49-F238E27FC236}">
                      <a16:creationId xmlns:a16="http://schemas.microsoft.com/office/drawing/2014/main" id="{1AB31036-6610-3E84-7F62-7BF4D528143B}"/>
                    </a:ext>
                  </a:extLst>
                </p14:cNvPr>
                <p14:cNvContentPartPr/>
                <p14:nvPr/>
              </p14:nvContentPartPr>
              <p14:xfrm>
                <a:off x="8801483" y="374850"/>
                <a:ext cx="93240" cy="393840"/>
              </p14:xfrm>
            </p:contentPart>
          </mc:Choice>
          <mc:Fallback xmlns="">
            <p:pic>
              <p:nvPicPr>
                <p:cNvPr id="99" name="Ink 98">
                  <a:extLst>
                    <a:ext uri="{FF2B5EF4-FFF2-40B4-BE49-F238E27FC236}">
                      <a16:creationId xmlns:a16="http://schemas.microsoft.com/office/drawing/2014/main" id="{1AB31036-6610-3E84-7F62-7BF4D528143B}"/>
                    </a:ext>
                  </a:extLst>
                </p:cNvPr>
                <p:cNvPicPr/>
                <p:nvPr/>
              </p:nvPicPr>
              <p:blipFill>
                <a:blip r:embed="rId117"/>
                <a:stretch>
                  <a:fillRect/>
                </a:stretch>
              </p:blipFill>
              <p:spPr>
                <a:xfrm>
                  <a:off x="8783843" y="357210"/>
                  <a:ext cx="128880" cy="429480"/>
                </a:xfrm>
                <a:prstGeom prst="rect">
                  <a:avLst/>
                </a:prstGeom>
              </p:spPr>
            </p:pic>
          </mc:Fallback>
        </mc:AlternateContent>
      </p:grpSp>
      <p:grpSp>
        <p:nvGrpSpPr>
          <p:cNvPr id="114" name="Group 113">
            <a:extLst>
              <a:ext uri="{FF2B5EF4-FFF2-40B4-BE49-F238E27FC236}">
                <a16:creationId xmlns:a16="http://schemas.microsoft.com/office/drawing/2014/main" id="{417FC989-2B2F-404F-26E7-82DE3C9FDC96}"/>
              </a:ext>
            </a:extLst>
          </p:cNvPr>
          <p:cNvGrpSpPr/>
          <p:nvPr/>
        </p:nvGrpSpPr>
        <p:grpSpPr>
          <a:xfrm>
            <a:off x="8206200" y="5964233"/>
            <a:ext cx="1839960" cy="317520"/>
            <a:chOff x="8206200" y="5964233"/>
            <a:chExt cx="1839960" cy="317520"/>
          </a:xfrm>
        </p:grpSpPr>
        <mc:AlternateContent xmlns:mc="http://schemas.openxmlformats.org/markup-compatibility/2006" xmlns:p14="http://schemas.microsoft.com/office/powerpoint/2010/main">
          <mc:Choice Requires="p14">
            <p:contentPart p14:bwMode="auto" r:id="rId118">
              <p14:nvContentPartPr>
                <p14:cNvPr id="103" name="Ink 102">
                  <a:extLst>
                    <a:ext uri="{FF2B5EF4-FFF2-40B4-BE49-F238E27FC236}">
                      <a16:creationId xmlns:a16="http://schemas.microsoft.com/office/drawing/2014/main" id="{2583B348-B755-B8B9-0D2F-4E2C4293BA72}"/>
                    </a:ext>
                  </a:extLst>
                </p14:cNvPr>
                <p14:cNvContentPartPr/>
                <p14:nvPr/>
              </p14:nvContentPartPr>
              <p14:xfrm>
                <a:off x="8206200" y="5964233"/>
                <a:ext cx="18000" cy="262080"/>
              </p14:xfrm>
            </p:contentPart>
          </mc:Choice>
          <mc:Fallback xmlns="">
            <p:pic>
              <p:nvPicPr>
                <p:cNvPr id="103" name="Ink 102">
                  <a:extLst>
                    <a:ext uri="{FF2B5EF4-FFF2-40B4-BE49-F238E27FC236}">
                      <a16:creationId xmlns:a16="http://schemas.microsoft.com/office/drawing/2014/main" id="{2583B348-B755-B8B9-0D2F-4E2C4293BA72}"/>
                    </a:ext>
                  </a:extLst>
                </p:cNvPr>
                <p:cNvPicPr/>
                <p:nvPr/>
              </p:nvPicPr>
              <p:blipFill>
                <a:blip r:embed="rId119"/>
                <a:stretch>
                  <a:fillRect/>
                </a:stretch>
              </p:blipFill>
              <p:spPr>
                <a:xfrm>
                  <a:off x="8188560" y="5946233"/>
                  <a:ext cx="53640" cy="2977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104" name="Ink 103">
                  <a:extLst>
                    <a:ext uri="{FF2B5EF4-FFF2-40B4-BE49-F238E27FC236}">
                      <a16:creationId xmlns:a16="http://schemas.microsoft.com/office/drawing/2014/main" id="{C1501D99-112B-7154-D462-3118A30535A7}"/>
                    </a:ext>
                  </a:extLst>
                </p14:cNvPr>
                <p14:cNvContentPartPr/>
                <p14:nvPr/>
              </p14:nvContentPartPr>
              <p14:xfrm>
                <a:off x="8219520" y="5983673"/>
                <a:ext cx="143280" cy="84960"/>
              </p14:xfrm>
            </p:contentPart>
          </mc:Choice>
          <mc:Fallback xmlns="">
            <p:pic>
              <p:nvPicPr>
                <p:cNvPr id="104" name="Ink 103">
                  <a:extLst>
                    <a:ext uri="{FF2B5EF4-FFF2-40B4-BE49-F238E27FC236}">
                      <a16:creationId xmlns:a16="http://schemas.microsoft.com/office/drawing/2014/main" id="{C1501D99-112B-7154-D462-3118A30535A7}"/>
                    </a:ext>
                  </a:extLst>
                </p:cNvPr>
                <p:cNvPicPr/>
                <p:nvPr/>
              </p:nvPicPr>
              <p:blipFill>
                <a:blip r:embed="rId121"/>
                <a:stretch>
                  <a:fillRect/>
                </a:stretch>
              </p:blipFill>
              <p:spPr>
                <a:xfrm>
                  <a:off x="8201520" y="5965673"/>
                  <a:ext cx="178920" cy="120600"/>
                </a:xfrm>
                <a:prstGeom prst="rect">
                  <a:avLst/>
                </a:prstGeom>
              </p:spPr>
            </p:pic>
          </mc:Fallback>
        </mc:AlternateContent>
        <mc:AlternateContent xmlns:mc="http://schemas.openxmlformats.org/markup-compatibility/2006" xmlns:p14="http://schemas.microsoft.com/office/powerpoint/2010/main">
          <mc:Choice Requires="p14">
            <p:contentPart p14:bwMode="auto" r:id="rId122">
              <p14:nvContentPartPr>
                <p14:cNvPr id="105" name="Ink 104">
                  <a:extLst>
                    <a:ext uri="{FF2B5EF4-FFF2-40B4-BE49-F238E27FC236}">
                      <a16:creationId xmlns:a16="http://schemas.microsoft.com/office/drawing/2014/main" id="{8F5B1648-74F9-9A85-CFFD-E72BC70C59F2}"/>
                    </a:ext>
                  </a:extLst>
                </p14:cNvPr>
                <p14:cNvContentPartPr/>
                <p14:nvPr/>
              </p14:nvContentPartPr>
              <p14:xfrm>
                <a:off x="8450640" y="6003833"/>
                <a:ext cx="78840" cy="142200"/>
              </p14:xfrm>
            </p:contentPart>
          </mc:Choice>
          <mc:Fallback xmlns="">
            <p:pic>
              <p:nvPicPr>
                <p:cNvPr id="105" name="Ink 104">
                  <a:extLst>
                    <a:ext uri="{FF2B5EF4-FFF2-40B4-BE49-F238E27FC236}">
                      <a16:creationId xmlns:a16="http://schemas.microsoft.com/office/drawing/2014/main" id="{8F5B1648-74F9-9A85-CFFD-E72BC70C59F2}"/>
                    </a:ext>
                  </a:extLst>
                </p:cNvPr>
                <p:cNvPicPr/>
                <p:nvPr/>
              </p:nvPicPr>
              <p:blipFill>
                <a:blip r:embed="rId123"/>
                <a:stretch>
                  <a:fillRect/>
                </a:stretch>
              </p:blipFill>
              <p:spPr>
                <a:xfrm>
                  <a:off x="8432640" y="5986193"/>
                  <a:ext cx="114480" cy="177840"/>
                </a:xfrm>
                <a:prstGeom prst="rect">
                  <a:avLst/>
                </a:prstGeom>
              </p:spPr>
            </p:pic>
          </mc:Fallback>
        </mc:AlternateContent>
        <mc:AlternateContent xmlns:mc="http://schemas.openxmlformats.org/markup-compatibility/2006" xmlns:p14="http://schemas.microsoft.com/office/powerpoint/2010/main">
          <mc:Choice Requires="p14">
            <p:contentPart p14:bwMode="auto" r:id="rId124">
              <p14:nvContentPartPr>
                <p14:cNvPr id="106" name="Ink 105">
                  <a:extLst>
                    <a:ext uri="{FF2B5EF4-FFF2-40B4-BE49-F238E27FC236}">
                      <a16:creationId xmlns:a16="http://schemas.microsoft.com/office/drawing/2014/main" id="{7320CFD0-F8EF-C9BA-047A-809D47A59C27}"/>
                    </a:ext>
                  </a:extLst>
                </p14:cNvPr>
                <p14:cNvContentPartPr/>
                <p14:nvPr/>
              </p14:nvContentPartPr>
              <p14:xfrm>
                <a:off x="8593920" y="6044513"/>
                <a:ext cx="81360" cy="121320"/>
              </p14:xfrm>
            </p:contentPart>
          </mc:Choice>
          <mc:Fallback xmlns="">
            <p:pic>
              <p:nvPicPr>
                <p:cNvPr id="106" name="Ink 105">
                  <a:extLst>
                    <a:ext uri="{FF2B5EF4-FFF2-40B4-BE49-F238E27FC236}">
                      <a16:creationId xmlns:a16="http://schemas.microsoft.com/office/drawing/2014/main" id="{7320CFD0-F8EF-C9BA-047A-809D47A59C27}"/>
                    </a:ext>
                  </a:extLst>
                </p:cNvPr>
                <p:cNvPicPr/>
                <p:nvPr/>
              </p:nvPicPr>
              <p:blipFill>
                <a:blip r:embed="rId125"/>
                <a:stretch>
                  <a:fillRect/>
                </a:stretch>
              </p:blipFill>
              <p:spPr>
                <a:xfrm>
                  <a:off x="8576280" y="6026873"/>
                  <a:ext cx="11700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126">
              <p14:nvContentPartPr>
                <p14:cNvPr id="107" name="Ink 106">
                  <a:extLst>
                    <a:ext uri="{FF2B5EF4-FFF2-40B4-BE49-F238E27FC236}">
                      <a16:creationId xmlns:a16="http://schemas.microsoft.com/office/drawing/2014/main" id="{9617A3FE-79A8-9E72-ADB9-F9D85DE8F8FE}"/>
                    </a:ext>
                  </a:extLst>
                </p14:cNvPr>
                <p14:cNvContentPartPr/>
                <p14:nvPr/>
              </p14:nvContentPartPr>
              <p14:xfrm>
                <a:off x="8715960" y="6034433"/>
                <a:ext cx="103680" cy="247320"/>
              </p14:xfrm>
            </p:contentPart>
          </mc:Choice>
          <mc:Fallback xmlns="">
            <p:pic>
              <p:nvPicPr>
                <p:cNvPr id="107" name="Ink 106">
                  <a:extLst>
                    <a:ext uri="{FF2B5EF4-FFF2-40B4-BE49-F238E27FC236}">
                      <a16:creationId xmlns:a16="http://schemas.microsoft.com/office/drawing/2014/main" id="{9617A3FE-79A8-9E72-ADB9-F9D85DE8F8FE}"/>
                    </a:ext>
                  </a:extLst>
                </p:cNvPr>
                <p:cNvPicPr/>
                <p:nvPr/>
              </p:nvPicPr>
              <p:blipFill>
                <a:blip r:embed="rId127"/>
                <a:stretch>
                  <a:fillRect/>
                </a:stretch>
              </p:blipFill>
              <p:spPr>
                <a:xfrm>
                  <a:off x="8697960" y="6016793"/>
                  <a:ext cx="139320" cy="282960"/>
                </a:xfrm>
                <a:prstGeom prst="rect">
                  <a:avLst/>
                </a:prstGeom>
              </p:spPr>
            </p:pic>
          </mc:Fallback>
        </mc:AlternateContent>
        <mc:AlternateContent xmlns:mc="http://schemas.openxmlformats.org/markup-compatibility/2006" xmlns:p14="http://schemas.microsoft.com/office/powerpoint/2010/main">
          <mc:Choice Requires="p14">
            <p:contentPart p14:bwMode="auto" r:id="rId128">
              <p14:nvContentPartPr>
                <p14:cNvPr id="108" name="Ink 107">
                  <a:extLst>
                    <a:ext uri="{FF2B5EF4-FFF2-40B4-BE49-F238E27FC236}">
                      <a16:creationId xmlns:a16="http://schemas.microsoft.com/office/drawing/2014/main" id="{F0EB077F-FB34-9591-3059-D91553736355}"/>
                    </a:ext>
                  </a:extLst>
                </p14:cNvPr>
                <p14:cNvContentPartPr/>
                <p14:nvPr/>
              </p14:nvContentPartPr>
              <p14:xfrm>
                <a:off x="8889120" y="6006713"/>
                <a:ext cx="82800" cy="163080"/>
              </p14:xfrm>
            </p:contentPart>
          </mc:Choice>
          <mc:Fallback xmlns="">
            <p:pic>
              <p:nvPicPr>
                <p:cNvPr id="108" name="Ink 107">
                  <a:extLst>
                    <a:ext uri="{FF2B5EF4-FFF2-40B4-BE49-F238E27FC236}">
                      <a16:creationId xmlns:a16="http://schemas.microsoft.com/office/drawing/2014/main" id="{F0EB077F-FB34-9591-3059-D91553736355}"/>
                    </a:ext>
                  </a:extLst>
                </p:cNvPr>
                <p:cNvPicPr/>
                <p:nvPr/>
              </p:nvPicPr>
              <p:blipFill>
                <a:blip r:embed="rId129"/>
                <a:stretch>
                  <a:fillRect/>
                </a:stretch>
              </p:blipFill>
              <p:spPr>
                <a:xfrm>
                  <a:off x="8871120" y="5989073"/>
                  <a:ext cx="118440" cy="198720"/>
                </a:xfrm>
                <a:prstGeom prst="rect">
                  <a:avLst/>
                </a:prstGeom>
              </p:spPr>
            </p:pic>
          </mc:Fallback>
        </mc:AlternateContent>
        <mc:AlternateContent xmlns:mc="http://schemas.openxmlformats.org/markup-compatibility/2006" xmlns:p14="http://schemas.microsoft.com/office/powerpoint/2010/main">
          <mc:Choice Requires="p14">
            <p:contentPart p14:bwMode="auto" r:id="rId130">
              <p14:nvContentPartPr>
                <p14:cNvPr id="109" name="Ink 108">
                  <a:extLst>
                    <a:ext uri="{FF2B5EF4-FFF2-40B4-BE49-F238E27FC236}">
                      <a16:creationId xmlns:a16="http://schemas.microsoft.com/office/drawing/2014/main" id="{3473B7C6-43AF-7D81-54AF-6B5D9410728A}"/>
                    </a:ext>
                  </a:extLst>
                </p14:cNvPr>
                <p14:cNvContentPartPr/>
                <p14:nvPr/>
              </p14:nvContentPartPr>
              <p14:xfrm>
                <a:off x="8987040" y="6073673"/>
                <a:ext cx="136080" cy="103680"/>
              </p14:xfrm>
            </p:contentPart>
          </mc:Choice>
          <mc:Fallback xmlns="">
            <p:pic>
              <p:nvPicPr>
                <p:cNvPr id="109" name="Ink 108">
                  <a:extLst>
                    <a:ext uri="{FF2B5EF4-FFF2-40B4-BE49-F238E27FC236}">
                      <a16:creationId xmlns:a16="http://schemas.microsoft.com/office/drawing/2014/main" id="{3473B7C6-43AF-7D81-54AF-6B5D9410728A}"/>
                    </a:ext>
                  </a:extLst>
                </p:cNvPr>
                <p:cNvPicPr/>
                <p:nvPr/>
              </p:nvPicPr>
              <p:blipFill>
                <a:blip r:embed="rId131"/>
                <a:stretch>
                  <a:fillRect/>
                </a:stretch>
              </p:blipFill>
              <p:spPr>
                <a:xfrm>
                  <a:off x="8969040" y="6056033"/>
                  <a:ext cx="171720" cy="139320"/>
                </a:xfrm>
                <a:prstGeom prst="rect">
                  <a:avLst/>
                </a:prstGeom>
              </p:spPr>
            </p:pic>
          </mc:Fallback>
        </mc:AlternateContent>
        <mc:AlternateContent xmlns:mc="http://schemas.openxmlformats.org/markup-compatibility/2006" xmlns:p14="http://schemas.microsoft.com/office/powerpoint/2010/main">
          <mc:Choice Requires="p14">
            <p:contentPart p14:bwMode="auto" r:id="rId132">
              <p14:nvContentPartPr>
                <p14:cNvPr id="110" name="Ink 109">
                  <a:extLst>
                    <a:ext uri="{FF2B5EF4-FFF2-40B4-BE49-F238E27FC236}">
                      <a16:creationId xmlns:a16="http://schemas.microsoft.com/office/drawing/2014/main" id="{2804FD02-DD06-A40E-E2E4-39AC4B752EF0}"/>
                    </a:ext>
                  </a:extLst>
                </p14:cNvPr>
                <p14:cNvContentPartPr/>
                <p14:nvPr/>
              </p14:nvContentPartPr>
              <p14:xfrm>
                <a:off x="9162000" y="6074753"/>
                <a:ext cx="180720" cy="153720"/>
              </p14:xfrm>
            </p:contentPart>
          </mc:Choice>
          <mc:Fallback xmlns="">
            <p:pic>
              <p:nvPicPr>
                <p:cNvPr id="110" name="Ink 109">
                  <a:extLst>
                    <a:ext uri="{FF2B5EF4-FFF2-40B4-BE49-F238E27FC236}">
                      <a16:creationId xmlns:a16="http://schemas.microsoft.com/office/drawing/2014/main" id="{2804FD02-DD06-A40E-E2E4-39AC4B752EF0}"/>
                    </a:ext>
                  </a:extLst>
                </p:cNvPr>
                <p:cNvPicPr/>
                <p:nvPr/>
              </p:nvPicPr>
              <p:blipFill>
                <a:blip r:embed="rId133"/>
                <a:stretch>
                  <a:fillRect/>
                </a:stretch>
              </p:blipFill>
              <p:spPr>
                <a:xfrm>
                  <a:off x="9144000" y="6056753"/>
                  <a:ext cx="216360" cy="189360"/>
                </a:xfrm>
                <a:prstGeom prst="rect">
                  <a:avLst/>
                </a:prstGeom>
              </p:spPr>
            </p:pic>
          </mc:Fallback>
        </mc:AlternateContent>
        <mc:AlternateContent xmlns:mc="http://schemas.openxmlformats.org/markup-compatibility/2006" xmlns:p14="http://schemas.microsoft.com/office/powerpoint/2010/main">
          <mc:Choice Requires="p14">
            <p:contentPart p14:bwMode="auto" r:id="rId134">
              <p14:nvContentPartPr>
                <p14:cNvPr id="111" name="Ink 110">
                  <a:extLst>
                    <a:ext uri="{FF2B5EF4-FFF2-40B4-BE49-F238E27FC236}">
                      <a16:creationId xmlns:a16="http://schemas.microsoft.com/office/drawing/2014/main" id="{F569B05F-57E8-7089-10AF-FB9D07A6D05D}"/>
                    </a:ext>
                  </a:extLst>
                </p14:cNvPr>
                <p14:cNvContentPartPr/>
                <p14:nvPr/>
              </p14:nvContentPartPr>
              <p14:xfrm>
                <a:off x="9416520" y="6048833"/>
                <a:ext cx="206640" cy="185760"/>
              </p14:xfrm>
            </p:contentPart>
          </mc:Choice>
          <mc:Fallback xmlns="">
            <p:pic>
              <p:nvPicPr>
                <p:cNvPr id="111" name="Ink 110">
                  <a:extLst>
                    <a:ext uri="{FF2B5EF4-FFF2-40B4-BE49-F238E27FC236}">
                      <a16:creationId xmlns:a16="http://schemas.microsoft.com/office/drawing/2014/main" id="{F569B05F-57E8-7089-10AF-FB9D07A6D05D}"/>
                    </a:ext>
                  </a:extLst>
                </p:cNvPr>
                <p:cNvPicPr/>
                <p:nvPr/>
              </p:nvPicPr>
              <p:blipFill>
                <a:blip r:embed="rId135"/>
                <a:stretch>
                  <a:fillRect/>
                </a:stretch>
              </p:blipFill>
              <p:spPr>
                <a:xfrm>
                  <a:off x="9398880" y="6030833"/>
                  <a:ext cx="242280" cy="221400"/>
                </a:xfrm>
                <a:prstGeom prst="rect">
                  <a:avLst/>
                </a:prstGeom>
              </p:spPr>
            </p:pic>
          </mc:Fallback>
        </mc:AlternateContent>
        <mc:AlternateContent xmlns:mc="http://schemas.openxmlformats.org/markup-compatibility/2006" xmlns:p14="http://schemas.microsoft.com/office/powerpoint/2010/main">
          <mc:Choice Requires="p14">
            <p:contentPart p14:bwMode="auto" r:id="rId136">
              <p14:nvContentPartPr>
                <p14:cNvPr id="112" name="Ink 111">
                  <a:extLst>
                    <a:ext uri="{FF2B5EF4-FFF2-40B4-BE49-F238E27FC236}">
                      <a16:creationId xmlns:a16="http://schemas.microsoft.com/office/drawing/2014/main" id="{6B912379-BB81-3B20-DBAB-BB1D6329ACD8}"/>
                    </a:ext>
                  </a:extLst>
                </p14:cNvPr>
                <p14:cNvContentPartPr/>
                <p14:nvPr/>
              </p14:nvContentPartPr>
              <p14:xfrm>
                <a:off x="9691560" y="6050633"/>
                <a:ext cx="107280" cy="147600"/>
              </p14:xfrm>
            </p:contentPart>
          </mc:Choice>
          <mc:Fallback xmlns="">
            <p:pic>
              <p:nvPicPr>
                <p:cNvPr id="112" name="Ink 111">
                  <a:extLst>
                    <a:ext uri="{FF2B5EF4-FFF2-40B4-BE49-F238E27FC236}">
                      <a16:creationId xmlns:a16="http://schemas.microsoft.com/office/drawing/2014/main" id="{6B912379-BB81-3B20-DBAB-BB1D6329ACD8}"/>
                    </a:ext>
                  </a:extLst>
                </p:cNvPr>
                <p:cNvPicPr/>
                <p:nvPr/>
              </p:nvPicPr>
              <p:blipFill>
                <a:blip r:embed="rId137"/>
                <a:stretch>
                  <a:fillRect/>
                </a:stretch>
              </p:blipFill>
              <p:spPr>
                <a:xfrm>
                  <a:off x="9673920" y="6032633"/>
                  <a:ext cx="142920" cy="183240"/>
                </a:xfrm>
                <a:prstGeom prst="rect">
                  <a:avLst/>
                </a:prstGeom>
              </p:spPr>
            </p:pic>
          </mc:Fallback>
        </mc:AlternateContent>
        <mc:AlternateContent xmlns:mc="http://schemas.openxmlformats.org/markup-compatibility/2006" xmlns:p14="http://schemas.microsoft.com/office/powerpoint/2010/main">
          <mc:Choice Requires="p14">
            <p:contentPart p14:bwMode="auto" r:id="rId138">
              <p14:nvContentPartPr>
                <p14:cNvPr id="113" name="Ink 112">
                  <a:extLst>
                    <a:ext uri="{FF2B5EF4-FFF2-40B4-BE49-F238E27FC236}">
                      <a16:creationId xmlns:a16="http://schemas.microsoft.com/office/drawing/2014/main" id="{72C4F8F4-4D39-D928-118F-61F79BC6A8EC}"/>
                    </a:ext>
                  </a:extLst>
                </p14:cNvPr>
                <p14:cNvContentPartPr/>
                <p14:nvPr/>
              </p14:nvContentPartPr>
              <p14:xfrm>
                <a:off x="9929160" y="5995553"/>
                <a:ext cx="117000" cy="206280"/>
              </p14:xfrm>
            </p:contentPart>
          </mc:Choice>
          <mc:Fallback xmlns="">
            <p:pic>
              <p:nvPicPr>
                <p:cNvPr id="113" name="Ink 112">
                  <a:extLst>
                    <a:ext uri="{FF2B5EF4-FFF2-40B4-BE49-F238E27FC236}">
                      <a16:creationId xmlns:a16="http://schemas.microsoft.com/office/drawing/2014/main" id="{72C4F8F4-4D39-D928-118F-61F79BC6A8EC}"/>
                    </a:ext>
                  </a:extLst>
                </p:cNvPr>
                <p:cNvPicPr/>
                <p:nvPr/>
              </p:nvPicPr>
              <p:blipFill>
                <a:blip r:embed="rId139"/>
                <a:stretch>
                  <a:fillRect/>
                </a:stretch>
              </p:blipFill>
              <p:spPr>
                <a:xfrm>
                  <a:off x="9911160" y="5977913"/>
                  <a:ext cx="152640" cy="241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40">
            <p14:nvContentPartPr>
              <p14:cNvPr id="118" name="Ink 117">
                <a:extLst>
                  <a:ext uri="{FF2B5EF4-FFF2-40B4-BE49-F238E27FC236}">
                    <a16:creationId xmlns:a16="http://schemas.microsoft.com/office/drawing/2014/main" id="{731C6206-4FA6-1F9B-ECE4-9D36201E9DAB}"/>
                  </a:ext>
                </a:extLst>
              </p14:cNvPr>
              <p14:cNvContentPartPr/>
              <p14:nvPr/>
            </p14:nvContentPartPr>
            <p14:xfrm>
              <a:off x="7033857" y="5720910"/>
              <a:ext cx="29520" cy="425880"/>
            </p14:xfrm>
          </p:contentPart>
        </mc:Choice>
        <mc:Fallback xmlns="">
          <p:pic>
            <p:nvPicPr>
              <p:cNvPr id="118" name="Ink 117">
                <a:extLst>
                  <a:ext uri="{FF2B5EF4-FFF2-40B4-BE49-F238E27FC236}">
                    <a16:creationId xmlns:a16="http://schemas.microsoft.com/office/drawing/2014/main" id="{731C6206-4FA6-1F9B-ECE4-9D36201E9DAB}"/>
                  </a:ext>
                </a:extLst>
              </p:cNvPr>
              <p:cNvPicPr/>
              <p:nvPr/>
            </p:nvPicPr>
            <p:blipFill>
              <a:blip r:embed="rId141"/>
              <a:stretch>
                <a:fillRect/>
              </a:stretch>
            </p:blipFill>
            <p:spPr>
              <a:xfrm>
                <a:off x="7015857" y="5703270"/>
                <a:ext cx="65160" cy="461520"/>
              </a:xfrm>
              <a:prstGeom prst="rect">
                <a:avLst/>
              </a:prstGeom>
            </p:spPr>
          </p:pic>
        </mc:Fallback>
      </mc:AlternateContent>
      <p:grpSp>
        <p:nvGrpSpPr>
          <p:cNvPr id="126" name="Group 125">
            <a:extLst>
              <a:ext uri="{FF2B5EF4-FFF2-40B4-BE49-F238E27FC236}">
                <a16:creationId xmlns:a16="http://schemas.microsoft.com/office/drawing/2014/main" id="{CEDE86A0-C8E7-67B7-337B-6D5FFE835BAB}"/>
              </a:ext>
            </a:extLst>
          </p:cNvPr>
          <p:cNvGrpSpPr/>
          <p:nvPr/>
        </p:nvGrpSpPr>
        <p:grpSpPr>
          <a:xfrm>
            <a:off x="6785817" y="6242550"/>
            <a:ext cx="749520" cy="198720"/>
            <a:chOff x="6785817" y="6242550"/>
            <a:chExt cx="749520" cy="198720"/>
          </a:xfrm>
        </p:grpSpPr>
        <mc:AlternateContent xmlns:mc="http://schemas.openxmlformats.org/markup-compatibility/2006" xmlns:p14="http://schemas.microsoft.com/office/powerpoint/2010/main">
          <mc:Choice Requires="p14">
            <p:contentPart p14:bwMode="auto" r:id="rId142">
              <p14:nvContentPartPr>
                <p14:cNvPr id="119" name="Ink 118">
                  <a:extLst>
                    <a:ext uri="{FF2B5EF4-FFF2-40B4-BE49-F238E27FC236}">
                      <a16:creationId xmlns:a16="http://schemas.microsoft.com/office/drawing/2014/main" id="{C6DD0FD4-08AB-C3C1-43A4-863E8758FEDC}"/>
                    </a:ext>
                  </a:extLst>
                </p14:cNvPr>
                <p14:cNvContentPartPr/>
                <p14:nvPr/>
              </p14:nvContentPartPr>
              <p14:xfrm>
                <a:off x="6799857" y="6274230"/>
                <a:ext cx="15120" cy="135360"/>
              </p14:xfrm>
            </p:contentPart>
          </mc:Choice>
          <mc:Fallback xmlns="">
            <p:pic>
              <p:nvPicPr>
                <p:cNvPr id="119" name="Ink 118">
                  <a:extLst>
                    <a:ext uri="{FF2B5EF4-FFF2-40B4-BE49-F238E27FC236}">
                      <a16:creationId xmlns:a16="http://schemas.microsoft.com/office/drawing/2014/main" id="{C6DD0FD4-08AB-C3C1-43A4-863E8758FEDC}"/>
                    </a:ext>
                  </a:extLst>
                </p:cNvPr>
                <p:cNvPicPr/>
                <p:nvPr/>
              </p:nvPicPr>
              <p:blipFill>
                <a:blip r:embed="rId143"/>
                <a:stretch>
                  <a:fillRect/>
                </a:stretch>
              </p:blipFill>
              <p:spPr>
                <a:xfrm>
                  <a:off x="6782217" y="6256590"/>
                  <a:ext cx="5076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144">
              <p14:nvContentPartPr>
                <p14:cNvPr id="120" name="Ink 119">
                  <a:extLst>
                    <a:ext uri="{FF2B5EF4-FFF2-40B4-BE49-F238E27FC236}">
                      <a16:creationId xmlns:a16="http://schemas.microsoft.com/office/drawing/2014/main" id="{86E96B3B-C442-B706-4342-B177A7911DA7}"/>
                    </a:ext>
                  </a:extLst>
                </p14:cNvPr>
                <p14:cNvContentPartPr/>
                <p14:nvPr/>
              </p14:nvContentPartPr>
              <p14:xfrm>
                <a:off x="6785817" y="6242550"/>
                <a:ext cx="170640" cy="192240"/>
              </p14:xfrm>
            </p:contentPart>
          </mc:Choice>
          <mc:Fallback xmlns="">
            <p:pic>
              <p:nvPicPr>
                <p:cNvPr id="120" name="Ink 119">
                  <a:extLst>
                    <a:ext uri="{FF2B5EF4-FFF2-40B4-BE49-F238E27FC236}">
                      <a16:creationId xmlns:a16="http://schemas.microsoft.com/office/drawing/2014/main" id="{86E96B3B-C442-B706-4342-B177A7911DA7}"/>
                    </a:ext>
                  </a:extLst>
                </p:cNvPr>
                <p:cNvPicPr/>
                <p:nvPr/>
              </p:nvPicPr>
              <p:blipFill>
                <a:blip r:embed="rId145"/>
                <a:stretch>
                  <a:fillRect/>
                </a:stretch>
              </p:blipFill>
              <p:spPr>
                <a:xfrm>
                  <a:off x="6768177" y="6224550"/>
                  <a:ext cx="206280" cy="227880"/>
                </a:xfrm>
                <a:prstGeom prst="rect">
                  <a:avLst/>
                </a:prstGeom>
              </p:spPr>
            </p:pic>
          </mc:Fallback>
        </mc:AlternateContent>
        <mc:AlternateContent xmlns:mc="http://schemas.openxmlformats.org/markup-compatibility/2006" xmlns:p14="http://schemas.microsoft.com/office/powerpoint/2010/main">
          <mc:Choice Requires="p14">
            <p:contentPart p14:bwMode="auto" r:id="rId146">
              <p14:nvContentPartPr>
                <p14:cNvPr id="121" name="Ink 120">
                  <a:extLst>
                    <a:ext uri="{FF2B5EF4-FFF2-40B4-BE49-F238E27FC236}">
                      <a16:creationId xmlns:a16="http://schemas.microsoft.com/office/drawing/2014/main" id="{1CAF5470-4E9A-2181-B6A2-766FAAF67BE6}"/>
                    </a:ext>
                  </a:extLst>
                </p14:cNvPr>
                <p14:cNvContentPartPr/>
                <p14:nvPr/>
              </p14:nvContentPartPr>
              <p14:xfrm>
                <a:off x="7019457" y="6353070"/>
                <a:ext cx="63360" cy="77040"/>
              </p14:xfrm>
            </p:contentPart>
          </mc:Choice>
          <mc:Fallback xmlns="">
            <p:pic>
              <p:nvPicPr>
                <p:cNvPr id="121" name="Ink 120">
                  <a:extLst>
                    <a:ext uri="{FF2B5EF4-FFF2-40B4-BE49-F238E27FC236}">
                      <a16:creationId xmlns:a16="http://schemas.microsoft.com/office/drawing/2014/main" id="{1CAF5470-4E9A-2181-B6A2-766FAAF67BE6}"/>
                    </a:ext>
                  </a:extLst>
                </p:cNvPr>
                <p:cNvPicPr/>
                <p:nvPr/>
              </p:nvPicPr>
              <p:blipFill>
                <a:blip r:embed="rId147"/>
                <a:stretch>
                  <a:fillRect/>
                </a:stretch>
              </p:blipFill>
              <p:spPr>
                <a:xfrm>
                  <a:off x="7001457" y="6335430"/>
                  <a:ext cx="99000" cy="112680"/>
                </a:xfrm>
                <a:prstGeom prst="rect">
                  <a:avLst/>
                </a:prstGeom>
              </p:spPr>
            </p:pic>
          </mc:Fallback>
        </mc:AlternateContent>
        <mc:AlternateContent xmlns:mc="http://schemas.openxmlformats.org/markup-compatibility/2006" xmlns:p14="http://schemas.microsoft.com/office/powerpoint/2010/main">
          <mc:Choice Requires="p14">
            <p:contentPart p14:bwMode="auto" r:id="rId148">
              <p14:nvContentPartPr>
                <p14:cNvPr id="122" name="Ink 121">
                  <a:extLst>
                    <a:ext uri="{FF2B5EF4-FFF2-40B4-BE49-F238E27FC236}">
                      <a16:creationId xmlns:a16="http://schemas.microsoft.com/office/drawing/2014/main" id="{5F8A3B3F-663E-958D-512D-F7AE06554924}"/>
                    </a:ext>
                  </a:extLst>
                </p14:cNvPr>
                <p14:cNvContentPartPr/>
                <p14:nvPr/>
              </p14:nvContentPartPr>
              <p14:xfrm>
                <a:off x="7156257" y="6341550"/>
                <a:ext cx="51840" cy="99720"/>
              </p14:xfrm>
            </p:contentPart>
          </mc:Choice>
          <mc:Fallback xmlns="">
            <p:pic>
              <p:nvPicPr>
                <p:cNvPr id="122" name="Ink 121">
                  <a:extLst>
                    <a:ext uri="{FF2B5EF4-FFF2-40B4-BE49-F238E27FC236}">
                      <a16:creationId xmlns:a16="http://schemas.microsoft.com/office/drawing/2014/main" id="{5F8A3B3F-663E-958D-512D-F7AE06554924}"/>
                    </a:ext>
                  </a:extLst>
                </p:cNvPr>
                <p:cNvPicPr/>
                <p:nvPr/>
              </p:nvPicPr>
              <p:blipFill>
                <a:blip r:embed="rId149"/>
                <a:stretch>
                  <a:fillRect/>
                </a:stretch>
              </p:blipFill>
              <p:spPr>
                <a:xfrm>
                  <a:off x="7138617" y="6323910"/>
                  <a:ext cx="87480" cy="135360"/>
                </a:xfrm>
                <a:prstGeom prst="rect">
                  <a:avLst/>
                </a:prstGeom>
              </p:spPr>
            </p:pic>
          </mc:Fallback>
        </mc:AlternateContent>
        <mc:AlternateContent xmlns:mc="http://schemas.openxmlformats.org/markup-compatibility/2006" xmlns:p14="http://schemas.microsoft.com/office/powerpoint/2010/main">
          <mc:Choice Requires="p14">
            <p:contentPart p14:bwMode="auto" r:id="rId150">
              <p14:nvContentPartPr>
                <p14:cNvPr id="123" name="Ink 122">
                  <a:extLst>
                    <a:ext uri="{FF2B5EF4-FFF2-40B4-BE49-F238E27FC236}">
                      <a16:creationId xmlns:a16="http://schemas.microsoft.com/office/drawing/2014/main" id="{C3B1763B-319A-6FC6-8A9A-58339DD307D7}"/>
                    </a:ext>
                  </a:extLst>
                </p14:cNvPr>
                <p14:cNvContentPartPr/>
                <p14:nvPr/>
              </p14:nvContentPartPr>
              <p14:xfrm>
                <a:off x="7282257" y="6354870"/>
                <a:ext cx="73080" cy="86400"/>
              </p14:xfrm>
            </p:contentPart>
          </mc:Choice>
          <mc:Fallback xmlns="">
            <p:pic>
              <p:nvPicPr>
                <p:cNvPr id="123" name="Ink 122">
                  <a:extLst>
                    <a:ext uri="{FF2B5EF4-FFF2-40B4-BE49-F238E27FC236}">
                      <a16:creationId xmlns:a16="http://schemas.microsoft.com/office/drawing/2014/main" id="{C3B1763B-319A-6FC6-8A9A-58339DD307D7}"/>
                    </a:ext>
                  </a:extLst>
                </p:cNvPr>
                <p:cNvPicPr/>
                <p:nvPr/>
              </p:nvPicPr>
              <p:blipFill>
                <a:blip r:embed="rId151"/>
                <a:stretch>
                  <a:fillRect/>
                </a:stretch>
              </p:blipFill>
              <p:spPr>
                <a:xfrm>
                  <a:off x="7264257" y="6336870"/>
                  <a:ext cx="108720" cy="122040"/>
                </a:xfrm>
                <a:prstGeom prst="rect">
                  <a:avLst/>
                </a:prstGeom>
              </p:spPr>
            </p:pic>
          </mc:Fallback>
        </mc:AlternateContent>
        <mc:AlternateContent xmlns:mc="http://schemas.openxmlformats.org/markup-compatibility/2006" xmlns:p14="http://schemas.microsoft.com/office/powerpoint/2010/main">
          <mc:Choice Requires="p14">
            <p:contentPart p14:bwMode="auto" r:id="rId152">
              <p14:nvContentPartPr>
                <p14:cNvPr id="124" name="Ink 123">
                  <a:extLst>
                    <a:ext uri="{FF2B5EF4-FFF2-40B4-BE49-F238E27FC236}">
                      <a16:creationId xmlns:a16="http://schemas.microsoft.com/office/drawing/2014/main" id="{ED498AE3-95C7-F18E-7E77-9590743C4BD6}"/>
                    </a:ext>
                  </a:extLst>
                </p14:cNvPr>
                <p14:cNvContentPartPr/>
                <p14:nvPr/>
              </p14:nvContentPartPr>
              <p14:xfrm>
                <a:off x="7441737" y="6284310"/>
                <a:ext cx="23400" cy="133920"/>
              </p14:xfrm>
            </p:contentPart>
          </mc:Choice>
          <mc:Fallback xmlns="">
            <p:pic>
              <p:nvPicPr>
                <p:cNvPr id="124" name="Ink 123">
                  <a:extLst>
                    <a:ext uri="{FF2B5EF4-FFF2-40B4-BE49-F238E27FC236}">
                      <a16:creationId xmlns:a16="http://schemas.microsoft.com/office/drawing/2014/main" id="{ED498AE3-95C7-F18E-7E77-9590743C4BD6}"/>
                    </a:ext>
                  </a:extLst>
                </p:cNvPr>
                <p:cNvPicPr/>
                <p:nvPr/>
              </p:nvPicPr>
              <p:blipFill>
                <a:blip r:embed="rId153"/>
                <a:stretch>
                  <a:fillRect/>
                </a:stretch>
              </p:blipFill>
              <p:spPr>
                <a:xfrm>
                  <a:off x="7423737" y="6266670"/>
                  <a:ext cx="59040" cy="169560"/>
                </a:xfrm>
                <a:prstGeom prst="rect">
                  <a:avLst/>
                </a:prstGeom>
              </p:spPr>
            </p:pic>
          </mc:Fallback>
        </mc:AlternateContent>
        <mc:AlternateContent xmlns:mc="http://schemas.openxmlformats.org/markup-compatibility/2006" xmlns:p14="http://schemas.microsoft.com/office/powerpoint/2010/main">
          <mc:Choice Requires="p14">
            <p:contentPart p14:bwMode="auto" r:id="rId154">
              <p14:nvContentPartPr>
                <p14:cNvPr id="125" name="Ink 124">
                  <a:extLst>
                    <a:ext uri="{FF2B5EF4-FFF2-40B4-BE49-F238E27FC236}">
                      <a16:creationId xmlns:a16="http://schemas.microsoft.com/office/drawing/2014/main" id="{C97B7D8F-B03F-FA6C-5B49-C185402E9C7D}"/>
                    </a:ext>
                  </a:extLst>
                </p14:cNvPr>
                <p14:cNvContentPartPr/>
                <p14:nvPr/>
              </p14:nvContentPartPr>
              <p14:xfrm>
                <a:off x="7373337" y="6324270"/>
                <a:ext cx="162000" cy="9000"/>
              </p14:xfrm>
            </p:contentPart>
          </mc:Choice>
          <mc:Fallback xmlns="">
            <p:pic>
              <p:nvPicPr>
                <p:cNvPr id="125" name="Ink 124">
                  <a:extLst>
                    <a:ext uri="{FF2B5EF4-FFF2-40B4-BE49-F238E27FC236}">
                      <a16:creationId xmlns:a16="http://schemas.microsoft.com/office/drawing/2014/main" id="{C97B7D8F-B03F-FA6C-5B49-C185402E9C7D}"/>
                    </a:ext>
                  </a:extLst>
                </p:cNvPr>
                <p:cNvPicPr/>
                <p:nvPr/>
              </p:nvPicPr>
              <p:blipFill>
                <a:blip r:embed="rId155"/>
                <a:stretch>
                  <a:fillRect/>
                </a:stretch>
              </p:blipFill>
              <p:spPr>
                <a:xfrm>
                  <a:off x="7355697" y="6306630"/>
                  <a:ext cx="197640" cy="446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56">
            <p14:nvContentPartPr>
              <p14:cNvPr id="130" name="Ink 129">
                <a:extLst>
                  <a:ext uri="{FF2B5EF4-FFF2-40B4-BE49-F238E27FC236}">
                    <a16:creationId xmlns:a16="http://schemas.microsoft.com/office/drawing/2014/main" id="{61D523BD-5F13-1CB1-0DDF-A6C5FDB65E9C}"/>
                  </a:ext>
                </a:extLst>
              </p14:cNvPr>
              <p14:cNvContentPartPr/>
              <p14:nvPr/>
            </p14:nvContentPartPr>
            <p14:xfrm>
              <a:off x="5260997" y="6277830"/>
              <a:ext cx="305280" cy="12600"/>
            </p14:xfrm>
          </p:contentPart>
        </mc:Choice>
        <mc:Fallback xmlns="">
          <p:pic>
            <p:nvPicPr>
              <p:cNvPr id="130" name="Ink 129">
                <a:extLst>
                  <a:ext uri="{FF2B5EF4-FFF2-40B4-BE49-F238E27FC236}">
                    <a16:creationId xmlns:a16="http://schemas.microsoft.com/office/drawing/2014/main" id="{61D523BD-5F13-1CB1-0DDF-A6C5FDB65E9C}"/>
                  </a:ext>
                </a:extLst>
              </p:cNvPr>
              <p:cNvPicPr/>
              <p:nvPr/>
            </p:nvPicPr>
            <p:blipFill>
              <a:blip r:embed="rId157"/>
              <a:stretch>
                <a:fillRect/>
              </a:stretch>
            </p:blipFill>
            <p:spPr>
              <a:xfrm>
                <a:off x="5243357" y="6260190"/>
                <a:ext cx="340920" cy="48240"/>
              </a:xfrm>
              <a:prstGeom prst="rect">
                <a:avLst/>
              </a:prstGeom>
            </p:spPr>
          </p:pic>
        </mc:Fallback>
      </mc:AlternateContent>
      <p:grpSp>
        <p:nvGrpSpPr>
          <p:cNvPr id="156" name="Group 155">
            <a:extLst>
              <a:ext uri="{FF2B5EF4-FFF2-40B4-BE49-F238E27FC236}">
                <a16:creationId xmlns:a16="http://schemas.microsoft.com/office/drawing/2014/main" id="{324B317B-BB00-BAD4-D97D-EB5490D89754}"/>
              </a:ext>
            </a:extLst>
          </p:cNvPr>
          <p:cNvGrpSpPr/>
          <p:nvPr/>
        </p:nvGrpSpPr>
        <p:grpSpPr>
          <a:xfrm>
            <a:off x="4619117" y="6131310"/>
            <a:ext cx="534240" cy="205920"/>
            <a:chOff x="4619117" y="6131310"/>
            <a:chExt cx="534240" cy="205920"/>
          </a:xfrm>
        </p:grpSpPr>
        <mc:AlternateContent xmlns:mc="http://schemas.openxmlformats.org/markup-compatibility/2006" xmlns:p14="http://schemas.microsoft.com/office/powerpoint/2010/main">
          <mc:Choice Requires="p14">
            <p:contentPart p14:bwMode="auto" r:id="rId158">
              <p14:nvContentPartPr>
                <p14:cNvPr id="152" name="Ink 151">
                  <a:extLst>
                    <a:ext uri="{FF2B5EF4-FFF2-40B4-BE49-F238E27FC236}">
                      <a16:creationId xmlns:a16="http://schemas.microsoft.com/office/drawing/2014/main" id="{D4CA0770-D884-E533-4EAC-AF815DB9EBA2}"/>
                    </a:ext>
                  </a:extLst>
                </p14:cNvPr>
                <p14:cNvContentPartPr/>
                <p14:nvPr/>
              </p14:nvContentPartPr>
              <p14:xfrm>
                <a:off x="4619117" y="6145350"/>
                <a:ext cx="127440" cy="191880"/>
              </p14:xfrm>
            </p:contentPart>
          </mc:Choice>
          <mc:Fallback xmlns="">
            <p:pic>
              <p:nvPicPr>
                <p:cNvPr id="152" name="Ink 151">
                  <a:extLst>
                    <a:ext uri="{FF2B5EF4-FFF2-40B4-BE49-F238E27FC236}">
                      <a16:creationId xmlns:a16="http://schemas.microsoft.com/office/drawing/2014/main" id="{D4CA0770-D884-E533-4EAC-AF815DB9EBA2}"/>
                    </a:ext>
                  </a:extLst>
                </p:cNvPr>
                <p:cNvPicPr/>
                <p:nvPr/>
              </p:nvPicPr>
              <p:blipFill>
                <a:blip r:embed="rId159"/>
                <a:stretch>
                  <a:fillRect/>
                </a:stretch>
              </p:blipFill>
              <p:spPr>
                <a:xfrm>
                  <a:off x="4601117" y="6127710"/>
                  <a:ext cx="163080" cy="227520"/>
                </a:xfrm>
                <a:prstGeom prst="rect">
                  <a:avLst/>
                </a:prstGeom>
              </p:spPr>
            </p:pic>
          </mc:Fallback>
        </mc:AlternateContent>
        <mc:AlternateContent xmlns:mc="http://schemas.openxmlformats.org/markup-compatibility/2006" xmlns:p14="http://schemas.microsoft.com/office/powerpoint/2010/main">
          <mc:Choice Requires="p14">
            <p:contentPart p14:bwMode="auto" r:id="rId160">
              <p14:nvContentPartPr>
                <p14:cNvPr id="153" name="Ink 152">
                  <a:extLst>
                    <a:ext uri="{FF2B5EF4-FFF2-40B4-BE49-F238E27FC236}">
                      <a16:creationId xmlns:a16="http://schemas.microsoft.com/office/drawing/2014/main" id="{6ACCCED8-9C1C-8F7E-25EB-AEE0D8CE7147}"/>
                    </a:ext>
                  </a:extLst>
                </p14:cNvPr>
                <p14:cNvContentPartPr/>
                <p14:nvPr/>
              </p14:nvContentPartPr>
              <p14:xfrm>
                <a:off x="4627757" y="6256590"/>
                <a:ext cx="143640" cy="10800"/>
              </p14:xfrm>
            </p:contentPart>
          </mc:Choice>
          <mc:Fallback xmlns="">
            <p:pic>
              <p:nvPicPr>
                <p:cNvPr id="153" name="Ink 152">
                  <a:extLst>
                    <a:ext uri="{FF2B5EF4-FFF2-40B4-BE49-F238E27FC236}">
                      <a16:creationId xmlns:a16="http://schemas.microsoft.com/office/drawing/2014/main" id="{6ACCCED8-9C1C-8F7E-25EB-AEE0D8CE7147}"/>
                    </a:ext>
                  </a:extLst>
                </p:cNvPr>
                <p:cNvPicPr/>
                <p:nvPr/>
              </p:nvPicPr>
              <p:blipFill>
                <a:blip r:embed="rId161"/>
                <a:stretch>
                  <a:fillRect/>
                </a:stretch>
              </p:blipFill>
              <p:spPr>
                <a:xfrm>
                  <a:off x="4610117" y="6238590"/>
                  <a:ext cx="17928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162">
              <p14:nvContentPartPr>
                <p14:cNvPr id="154" name="Ink 153">
                  <a:extLst>
                    <a:ext uri="{FF2B5EF4-FFF2-40B4-BE49-F238E27FC236}">
                      <a16:creationId xmlns:a16="http://schemas.microsoft.com/office/drawing/2014/main" id="{F351F639-CD4F-23F0-5687-D351627630EF}"/>
                    </a:ext>
                  </a:extLst>
                </p14:cNvPr>
                <p14:cNvContentPartPr/>
                <p14:nvPr/>
              </p14:nvContentPartPr>
              <p14:xfrm>
                <a:off x="4850597" y="6142470"/>
                <a:ext cx="128880" cy="169920"/>
              </p14:xfrm>
            </p:contentPart>
          </mc:Choice>
          <mc:Fallback xmlns="">
            <p:pic>
              <p:nvPicPr>
                <p:cNvPr id="154" name="Ink 153">
                  <a:extLst>
                    <a:ext uri="{FF2B5EF4-FFF2-40B4-BE49-F238E27FC236}">
                      <a16:creationId xmlns:a16="http://schemas.microsoft.com/office/drawing/2014/main" id="{F351F639-CD4F-23F0-5687-D351627630EF}"/>
                    </a:ext>
                  </a:extLst>
                </p:cNvPr>
                <p:cNvPicPr/>
                <p:nvPr/>
              </p:nvPicPr>
              <p:blipFill>
                <a:blip r:embed="rId163"/>
                <a:stretch>
                  <a:fillRect/>
                </a:stretch>
              </p:blipFill>
              <p:spPr>
                <a:xfrm>
                  <a:off x="4832597" y="6124470"/>
                  <a:ext cx="16452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164">
              <p14:nvContentPartPr>
                <p14:cNvPr id="155" name="Ink 154">
                  <a:extLst>
                    <a:ext uri="{FF2B5EF4-FFF2-40B4-BE49-F238E27FC236}">
                      <a16:creationId xmlns:a16="http://schemas.microsoft.com/office/drawing/2014/main" id="{6828713F-000D-4B6B-97E1-EC26F9936312}"/>
                    </a:ext>
                  </a:extLst>
                </p14:cNvPr>
                <p14:cNvContentPartPr/>
                <p14:nvPr/>
              </p14:nvContentPartPr>
              <p14:xfrm>
                <a:off x="5028077" y="6131310"/>
                <a:ext cx="125280" cy="190080"/>
              </p14:xfrm>
            </p:contentPart>
          </mc:Choice>
          <mc:Fallback xmlns="">
            <p:pic>
              <p:nvPicPr>
                <p:cNvPr id="155" name="Ink 154">
                  <a:extLst>
                    <a:ext uri="{FF2B5EF4-FFF2-40B4-BE49-F238E27FC236}">
                      <a16:creationId xmlns:a16="http://schemas.microsoft.com/office/drawing/2014/main" id="{6828713F-000D-4B6B-97E1-EC26F9936312}"/>
                    </a:ext>
                  </a:extLst>
                </p:cNvPr>
                <p:cNvPicPr/>
                <p:nvPr/>
              </p:nvPicPr>
              <p:blipFill>
                <a:blip r:embed="rId165"/>
                <a:stretch>
                  <a:fillRect/>
                </a:stretch>
              </p:blipFill>
              <p:spPr>
                <a:xfrm>
                  <a:off x="5010437" y="6113670"/>
                  <a:ext cx="160920" cy="225720"/>
                </a:xfrm>
                <a:prstGeom prst="rect">
                  <a:avLst/>
                </a:prstGeom>
              </p:spPr>
            </p:pic>
          </mc:Fallback>
        </mc:AlternateContent>
      </p:grpSp>
      <p:grpSp>
        <p:nvGrpSpPr>
          <p:cNvPr id="161" name="Group 160">
            <a:extLst>
              <a:ext uri="{FF2B5EF4-FFF2-40B4-BE49-F238E27FC236}">
                <a16:creationId xmlns:a16="http://schemas.microsoft.com/office/drawing/2014/main" id="{B6D6FA70-6018-D4EA-4B28-4648EE80910E}"/>
              </a:ext>
            </a:extLst>
          </p:cNvPr>
          <p:cNvGrpSpPr/>
          <p:nvPr/>
        </p:nvGrpSpPr>
        <p:grpSpPr>
          <a:xfrm>
            <a:off x="4631357" y="6495630"/>
            <a:ext cx="595800" cy="226080"/>
            <a:chOff x="4631357" y="6495630"/>
            <a:chExt cx="595800" cy="226080"/>
          </a:xfrm>
        </p:grpSpPr>
        <mc:AlternateContent xmlns:mc="http://schemas.openxmlformats.org/markup-compatibility/2006" xmlns:p14="http://schemas.microsoft.com/office/powerpoint/2010/main">
          <mc:Choice Requires="p14">
            <p:contentPart p14:bwMode="auto" r:id="rId166">
              <p14:nvContentPartPr>
                <p14:cNvPr id="157" name="Ink 156">
                  <a:extLst>
                    <a:ext uri="{FF2B5EF4-FFF2-40B4-BE49-F238E27FC236}">
                      <a16:creationId xmlns:a16="http://schemas.microsoft.com/office/drawing/2014/main" id="{F6876A3D-BC1C-A305-2339-DB7897545C54}"/>
                    </a:ext>
                  </a:extLst>
                </p14:cNvPr>
                <p14:cNvContentPartPr/>
                <p14:nvPr/>
              </p14:nvContentPartPr>
              <p14:xfrm>
                <a:off x="4632077" y="6495630"/>
                <a:ext cx="153000" cy="226080"/>
              </p14:xfrm>
            </p:contentPart>
          </mc:Choice>
          <mc:Fallback xmlns="">
            <p:pic>
              <p:nvPicPr>
                <p:cNvPr id="157" name="Ink 156">
                  <a:extLst>
                    <a:ext uri="{FF2B5EF4-FFF2-40B4-BE49-F238E27FC236}">
                      <a16:creationId xmlns:a16="http://schemas.microsoft.com/office/drawing/2014/main" id="{F6876A3D-BC1C-A305-2339-DB7897545C54}"/>
                    </a:ext>
                  </a:extLst>
                </p:cNvPr>
                <p:cNvPicPr/>
                <p:nvPr/>
              </p:nvPicPr>
              <p:blipFill>
                <a:blip r:embed="rId167"/>
                <a:stretch>
                  <a:fillRect/>
                </a:stretch>
              </p:blipFill>
              <p:spPr>
                <a:xfrm>
                  <a:off x="4614437" y="6477990"/>
                  <a:ext cx="188640" cy="261720"/>
                </a:xfrm>
                <a:prstGeom prst="rect">
                  <a:avLst/>
                </a:prstGeom>
              </p:spPr>
            </p:pic>
          </mc:Fallback>
        </mc:AlternateContent>
        <mc:AlternateContent xmlns:mc="http://schemas.openxmlformats.org/markup-compatibility/2006" xmlns:p14="http://schemas.microsoft.com/office/powerpoint/2010/main">
          <mc:Choice Requires="p14">
            <p:contentPart p14:bwMode="auto" r:id="rId168">
              <p14:nvContentPartPr>
                <p14:cNvPr id="158" name="Ink 157">
                  <a:extLst>
                    <a:ext uri="{FF2B5EF4-FFF2-40B4-BE49-F238E27FC236}">
                      <a16:creationId xmlns:a16="http://schemas.microsoft.com/office/drawing/2014/main" id="{EC1D9C91-806F-A6B7-E657-703E8AC84BA5}"/>
                    </a:ext>
                  </a:extLst>
                </p14:cNvPr>
                <p14:cNvContentPartPr/>
                <p14:nvPr/>
              </p14:nvContentPartPr>
              <p14:xfrm>
                <a:off x="4631357" y="6601110"/>
                <a:ext cx="133560" cy="18000"/>
              </p14:xfrm>
            </p:contentPart>
          </mc:Choice>
          <mc:Fallback xmlns="">
            <p:pic>
              <p:nvPicPr>
                <p:cNvPr id="158" name="Ink 157">
                  <a:extLst>
                    <a:ext uri="{FF2B5EF4-FFF2-40B4-BE49-F238E27FC236}">
                      <a16:creationId xmlns:a16="http://schemas.microsoft.com/office/drawing/2014/main" id="{EC1D9C91-806F-A6B7-E657-703E8AC84BA5}"/>
                    </a:ext>
                  </a:extLst>
                </p:cNvPr>
                <p:cNvPicPr/>
                <p:nvPr/>
              </p:nvPicPr>
              <p:blipFill>
                <a:blip r:embed="rId169"/>
                <a:stretch>
                  <a:fillRect/>
                </a:stretch>
              </p:blipFill>
              <p:spPr>
                <a:xfrm>
                  <a:off x="4613717" y="6583110"/>
                  <a:ext cx="169200" cy="53640"/>
                </a:xfrm>
                <a:prstGeom prst="rect">
                  <a:avLst/>
                </a:prstGeom>
              </p:spPr>
            </p:pic>
          </mc:Fallback>
        </mc:AlternateContent>
        <mc:AlternateContent xmlns:mc="http://schemas.openxmlformats.org/markup-compatibility/2006" xmlns:p14="http://schemas.microsoft.com/office/powerpoint/2010/main">
          <mc:Choice Requires="p14">
            <p:contentPart p14:bwMode="auto" r:id="rId170">
              <p14:nvContentPartPr>
                <p14:cNvPr id="159" name="Ink 158">
                  <a:extLst>
                    <a:ext uri="{FF2B5EF4-FFF2-40B4-BE49-F238E27FC236}">
                      <a16:creationId xmlns:a16="http://schemas.microsoft.com/office/drawing/2014/main" id="{969FFA49-152D-79EB-8289-D9A3445DC851}"/>
                    </a:ext>
                  </a:extLst>
                </p14:cNvPr>
                <p14:cNvContentPartPr/>
                <p14:nvPr/>
              </p14:nvContentPartPr>
              <p14:xfrm>
                <a:off x="4872557" y="6559350"/>
                <a:ext cx="92880" cy="150840"/>
              </p14:xfrm>
            </p:contentPart>
          </mc:Choice>
          <mc:Fallback xmlns="">
            <p:pic>
              <p:nvPicPr>
                <p:cNvPr id="159" name="Ink 158">
                  <a:extLst>
                    <a:ext uri="{FF2B5EF4-FFF2-40B4-BE49-F238E27FC236}">
                      <a16:creationId xmlns:a16="http://schemas.microsoft.com/office/drawing/2014/main" id="{969FFA49-152D-79EB-8289-D9A3445DC851}"/>
                    </a:ext>
                  </a:extLst>
                </p:cNvPr>
                <p:cNvPicPr/>
                <p:nvPr/>
              </p:nvPicPr>
              <p:blipFill>
                <a:blip r:embed="rId171"/>
                <a:stretch>
                  <a:fillRect/>
                </a:stretch>
              </p:blipFill>
              <p:spPr>
                <a:xfrm>
                  <a:off x="4854917" y="6541350"/>
                  <a:ext cx="128520" cy="186480"/>
                </a:xfrm>
                <a:prstGeom prst="rect">
                  <a:avLst/>
                </a:prstGeom>
              </p:spPr>
            </p:pic>
          </mc:Fallback>
        </mc:AlternateContent>
        <mc:AlternateContent xmlns:mc="http://schemas.openxmlformats.org/markup-compatibility/2006" xmlns:p14="http://schemas.microsoft.com/office/powerpoint/2010/main">
          <mc:Choice Requires="p14">
            <p:contentPart p14:bwMode="auto" r:id="rId172">
              <p14:nvContentPartPr>
                <p14:cNvPr id="160" name="Ink 159">
                  <a:extLst>
                    <a:ext uri="{FF2B5EF4-FFF2-40B4-BE49-F238E27FC236}">
                      <a16:creationId xmlns:a16="http://schemas.microsoft.com/office/drawing/2014/main" id="{039F2BC0-4409-21B1-D593-F561BF4740DB}"/>
                    </a:ext>
                  </a:extLst>
                </p14:cNvPr>
                <p14:cNvContentPartPr/>
                <p14:nvPr/>
              </p14:nvContentPartPr>
              <p14:xfrm>
                <a:off x="5065157" y="6533070"/>
                <a:ext cx="162000" cy="159840"/>
              </p14:xfrm>
            </p:contentPart>
          </mc:Choice>
          <mc:Fallback xmlns="">
            <p:pic>
              <p:nvPicPr>
                <p:cNvPr id="160" name="Ink 159">
                  <a:extLst>
                    <a:ext uri="{FF2B5EF4-FFF2-40B4-BE49-F238E27FC236}">
                      <a16:creationId xmlns:a16="http://schemas.microsoft.com/office/drawing/2014/main" id="{039F2BC0-4409-21B1-D593-F561BF4740DB}"/>
                    </a:ext>
                  </a:extLst>
                </p:cNvPr>
                <p:cNvPicPr/>
                <p:nvPr/>
              </p:nvPicPr>
              <p:blipFill>
                <a:blip r:embed="rId173"/>
                <a:stretch>
                  <a:fillRect/>
                </a:stretch>
              </p:blipFill>
              <p:spPr>
                <a:xfrm>
                  <a:off x="5047517" y="6515070"/>
                  <a:ext cx="197640" cy="19548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74">
            <p14:nvContentPartPr>
              <p14:cNvPr id="163" name="Ink 162">
                <a:extLst>
                  <a:ext uri="{FF2B5EF4-FFF2-40B4-BE49-F238E27FC236}">
                    <a16:creationId xmlns:a16="http://schemas.microsoft.com/office/drawing/2014/main" id="{D15C9AF8-B5BA-E3C5-ED97-A0E00A81EF22}"/>
                  </a:ext>
                </a:extLst>
              </p14:cNvPr>
              <p14:cNvContentPartPr/>
              <p14:nvPr/>
            </p14:nvContentPartPr>
            <p14:xfrm>
              <a:off x="9561470" y="2998570"/>
              <a:ext cx="834840" cy="111960"/>
            </p14:xfrm>
          </p:contentPart>
        </mc:Choice>
        <mc:Fallback xmlns="">
          <p:pic>
            <p:nvPicPr>
              <p:cNvPr id="163" name="Ink 162">
                <a:extLst>
                  <a:ext uri="{FF2B5EF4-FFF2-40B4-BE49-F238E27FC236}">
                    <a16:creationId xmlns:a16="http://schemas.microsoft.com/office/drawing/2014/main" id="{D15C9AF8-B5BA-E3C5-ED97-A0E00A81EF22}"/>
                  </a:ext>
                </a:extLst>
              </p:cNvPr>
              <p:cNvPicPr/>
              <p:nvPr/>
            </p:nvPicPr>
            <p:blipFill>
              <a:blip r:embed="rId175"/>
              <a:stretch>
                <a:fillRect/>
              </a:stretch>
            </p:blipFill>
            <p:spPr>
              <a:xfrm>
                <a:off x="9543830" y="2980570"/>
                <a:ext cx="870480" cy="147600"/>
              </a:xfrm>
              <a:prstGeom prst="rect">
                <a:avLst/>
              </a:prstGeom>
            </p:spPr>
          </p:pic>
        </mc:Fallback>
      </mc:AlternateContent>
      <p:grpSp>
        <p:nvGrpSpPr>
          <p:cNvPr id="177" name="Group 176">
            <a:extLst>
              <a:ext uri="{FF2B5EF4-FFF2-40B4-BE49-F238E27FC236}">
                <a16:creationId xmlns:a16="http://schemas.microsoft.com/office/drawing/2014/main" id="{E73B8F7B-4D82-1688-515C-5DEB08473B1A}"/>
              </a:ext>
            </a:extLst>
          </p:cNvPr>
          <p:cNvGrpSpPr/>
          <p:nvPr/>
        </p:nvGrpSpPr>
        <p:grpSpPr>
          <a:xfrm>
            <a:off x="10505750" y="2822530"/>
            <a:ext cx="1601280" cy="398520"/>
            <a:chOff x="10505750" y="2822530"/>
            <a:chExt cx="1601280" cy="398520"/>
          </a:xfrm>
        </p:grpSpPr>
        <mc:AlternateContent xmlns:mc="http://schemas.openxmlformats.org/markup-compatibility/2006" xmlns:p14="http://schemas.microsoft.com/office/powerpoint/2010/main">
          <mc:Choice Requires="p14">
            <p:contentPart p14:bwMode="auto" r:id="rId176">
              <p14:nvContentPartPr>
                <p14:cNvPr id="164" name="Ink 163">
                  <a:extLst>
                    <a:ext uri="{FF2B5EF4-FFF2-40B4-BE49-F238E27FC236}">
                      <a16:creationId xmlns:a16="http://schemas.microsoft.com/office/drawing/2014/main" id="{1BA2F145-8B09-1810-AC03-98E3361A04F2}"/>
                    </a:ext>
                  </a:extLst>
                </p14:cNvPr>
                <p14:cNvContentPartPr/>
                <p14:nvPr/>
              </p14:nvContentPartPr>
              <p14:xfrm>
                <a:off x="10584230" y="2908570"/>
                <a:ext cx="23760" cy="276120"/>
              </p14:xfrm>
            </p:contentPart>
          </mc:Choice>
          <mc:Fallback xmlns="">
            <p:pic>
              <p:nvPicPr>
                <p:cNvPr id="164" name="Ink 163">
                  <a:extLst>
                    <a:ext uri="{FF2B5EF4-FFF2-40B4-BE49-F238E27FC236}">
                      <a16:creationId xmlns:a16="http://schemas.microsoft.com/office/drawing/2014/main" id="{1BA2F145-8B09-1810-AC03-98E3361A04F2}"/>
                    </a:ext>
                  </a:extLst>
                </p:cNvPr>
                <p:cNvPicPr/>
                <p:nvPr/>
              </p:nvPicPr>
              <p:blipFill>
                <a:blip r:embed="rId177"/>
                <a:stretch>
                  <a:fillRect/>
                </a:stretch>
              </p:blipFill>
              <p:spPr>
                <a:xfrm>
                  <a:off x="10566230" y="2890570"/>
                  <a:ext cx="59400" cy="311760"/>
                </a:xfrm>
                <a:prstGeom prst="rect">
                  <a:avLst/>
                </a:prstGeom>
              </p:spPr>
            </p:pic>
          </mc:Fallback>
        </mc:AlternateContent>
        <mc:AlternateContent xmlns:mc="http://schemas.openxmlformats.org/markup-compatibility/2006" xmlns:p14="http://schemas.microsoft.com/office/powerpoint/2010/main">
          <mc:Choice Requires="p14">
            <p:contentPart p14:bwMode="auto" r:id="rId178">
              <p14:nvContentPartPr>
                <p14:cNvPr id="165" name="Ink 164">
                  <a:extLst>
                    <a:ext uri="{FF2B5EF4-FFF2-40B4-BE49-F238E27FC236}">
                      <a16:creationId xmlns:a16="http://schemas.microsoft.com/office/drawing/2014/main" id="{916ABF63-3608-4714-37B0-ED76D61143AB}"/>
                    </a:ext>
                  </a:extLst>
                </p14:cNvPr>
                <p14:cNvContentPartPr/>
                <p14:nvPr/>
              </p14:nvContentPartPr>
              <p14:xfrm>
                <a:off x="10505750" y="2890930"/>
                <a:ext cx="282600" cy="30240"/>
              </p14:xfrm>
            </p:contentPart>
          </mc:Choice>
          <mc:Fallback xmlns="">
            <p:pic>
              <p:nvPicPr>
                <p:cNvPr id="165" name="Ink 164">
                  <a:extLst>
                    <a:ext uri="{FF2B5EF4-FFF2-40B4-BE49-F238E27FC236}">
                      <a16:creationId xmlns:a16="http://schemas.microsoft.com/office/drawing/2014/main" id="{916ABF63-3608-4714-37B0-ED76D61143AB}"/>
                    </a:ext>
                  </a:extLst>
                </p:cNvPr>
                <p:cNvPicPr/>
                <p:nvPr/>
              </p:nvPicPr>
              <p:blipFill>
                <a:blip r:embed="rId179"/>
                <a:stretch>
                  <a:fillRect/>
                </a:stretch>
              </p:blipFill>
              <p:spPr>
                <a:xfrm>
                  <a:off x="10488110" y="2872930"/>
                  <a:ext cx="318240" cy="65880"/>
                </a:xfrm>
                <a:prstGeom prst="rect">
                  <a:avLst/>
                </a:prstGeom>
              </p:spPr>
            </p:pic>
          </mc:Fallback>
        </mc:AlternateContent>
        <mc:AlternateContent xmlns:mc="http://schemas.openxmlformats.org/markup-compatibility/2006" xmlns:p14="http://schemas.microsoft.com/office/powerpoint/2010/main">
          <mc:Choice Requires="p14">
            <p:contentPart p14:bwMode="auto" r:id="rId180">
              <p14:nvContentPartPr>
                <p14:cNvPr id="166" name="Ink 165">
                  <a:extLst>
                    <a:ext uri="{FF2B5EF4-FFF2-40B4-BE49-F238E27FC236}">
                      <a16:creationId xmlns:a16="http://schemas.microsoft.com/office/drawing/2014/main" id="{B2837ABE-B0A9-8879-EE59-7BAB1FE85580}"/>
                    </a:ext>
                  </a:extLst>
                </p14:cNvPr>
                <p14:cNvContentPartPr/>
                <p14:nvPr/>
              </p14:nvContentPartPr>
              <p14:xfrm>
                <a:off x="10847390" y="2904250"/>
                <a:ext cx="24120" cy="249120"/>
              </p14:xfrm>
            </p:contentPart>
          </mc:Choice>
          <mc:Fallback xmlns="">
            <p:pic>
              <p:nvPicPr>
                <p:cNvPr id="166" name="Ink 165">
                  <a:extLst>
                    <a:ext uri="{FF2B5EF4-FFF2-40B4-BE49-F238E27FC236}">
                      <a16:creationId xmlns:a16="http://schemas.microsoft.com/office/drawing/2014/main" id="{B2837ABE-B0A9-8879-EE59-7BAB1FE85580}"/>
                    </a:ext>
                  </a:extLst>
                </p:cNvPr>
                <p:cNvPicPr/>
                <p:nvPr/>
              </p:nvPicPr>
              <p:blipFill>
                <a:blip r:embed="rId181"/>
                <a:stretch>
                  <a:fillRect/>
                </a:stretch>
              </p:blipFill>
              <p:spPr>
                <a:xfrm>
                  <a:off x="10829750" y="2886250"/>
                  <a:ext cx="59760" cy="284760"/>
                </a:xfrm>
                <a:prstGeom prst="rect">
                  <a:avLst/>
                </a:prstGeom>
              </p:spPr>
            </p:pic>
          </mc:Fallback>
        </mc:AlternateContent>
        <mc:AlternateContent xmlns:mc="http://schemas.openxmlformats.org/markup-compatibility/2006" xmlns:p14="http://schemas.microsoft.com/office/powerpoint/2010/main">
          <mc:Choice Requires="p14">
            <p:contentPart p14:bwMode="auto" r:id="rId182">
              <p14:nvContentPartPr>
                <p14:cNvPr id="167" name="Ink 166">
                  <a:extLst>
                    <a:ext uri="{FF2B5EF4-FFF2-40B4-BE49-F238E27FC236}">
                      <a16:creationId xmlns:a16="http://schemas.microsoft.com/office/drawing/2014/main" id="{CF8D9C0B-0868-D9CC-88C5-C0F42361BDD1}"/>
                    </a:ext>
                  </a:extLst>
                </p14:cNvPr>
                <p14:cNvContentPartPr/>
                <p14:nvPr/>
              </p14:nvContentPartPr>
              <p14:xfrm>
                <a:off x="10877630" y="2899570"/>
                <a:ext cx="185760" cy="258480"/>
              </p14:xfrm>
            </p:contentPart>
          </mc:Choice>
          <mc:Fallback xmlns="">
            <p:pic>
              <p:nvPicPr>
                <p:cNvPr id="167" name="Ink 166">
                  <a:extLst>
                    <a:ext uri="{FF2B5EF4-FFF2-40B4-BE49-F238E27FC236}">
                      <a16:creationId xmlns:a16="http://schemas.microsoft.com/office/drawing/2014/main" id="{CF8D9C0B-0868-D9CC-88C5-C0F42361BDD1}"/>
                    </a:ext>
                  </a:extLst>
                </p:cNvPr>
                <p:cNvPicPr/>
                <p:nvPr/>
              </p:nvPicPr>
              <p:blipFill>
                <a:blip r:embed="rId183"/>
                <a:stretch>
                  <a:fillRect/>
                </a:stretch>
              </p:blipFill>
              <p:spPr>
                <a:xfrm>
                  <a:off x="10859990" y="2881570"/>
                  <a:ext cx="221400" cy="294120"/>
                </a:xfrm>
                <a:prstGeom prst="rect">
                  <a:avLst/>
                </a:prstGeom>
              </p:spPr>
            </p:pic>
          </mc:Fallback>
        </mc:AlternateContent>
        <mc:AlternateContent xmlns:mc="http://schemas.openxmlformats.org/markup-compatibility/2006" xmlns:p14="http://schemas.microsoft.com/office/powerpoint/2010/main">
          <mc:Choice Requires="p14">
            <p:contentPart p14:bwMode="auto" r:id="rId184">
              <p14:nvContentPartPr>
                <p14:cNvPr id="168" name="Ink 167">
                  <a:extLst>
                    <a:ext uri="{FF2B5EF4-FFF2-40B4-BE49-F238E27FC236}">
                      <a16:creationId xmlns:a16="http://schemas.microsoft.com/office/drawing/2014/main" id="{6F3B710D-B512-FE4B-C8F6-B06CBF343294}"/>
                    </a:ext>
                  </a:extLst>
                </p14:cNvPr>
                <p14:cNvContentPartPr/>
                <p14:nvPr/>
              </p14:nvContentPartPr>
              <p14:xfrm>
                <a:off x="11168510" y="2822530"/>
                <a:ext cx="184680" cy="327960"/>
              </p14:xfrm>
            </p:contentPart>
          </mc:Choice>
          <mc:Fallback xmlns="">
            <p:pic>
              <p:nvPicPr>
                <p:cNvPr id="168" name="Ink 167">
                  <a:extLst>
                    <a:ext uri="{FF2B5EF4-FFF2-40B4-BE49-F238E27FC236}">
                      <a16:creationId xmlns:a16="http://schemas.microsoft.com/office/drawing/2014/main" id="{6F3B710D-B512-FE4B-C8F6-B06CBF343294}"/>
                    </a:ext>
                  </a:extLst>
                </p:cNvPr>
                <p:cNvPicPr/>
                <p:nvPr/>
              </p:nvPicPr>
              <p:blipFill>
                <a:blip r:embed="rId185"/>
                <a:stretch>
                  <a:fillRect/>
                </a:stretch>
              </p:blipFill>
              <p:spPr>
                <a:xfrm>
                  <a:off x="11150870" y="2804890"/>
                  <a:ext cx="220320" cy="363600"/>
                </a:xfrm>
                <a:prstGeom prst="rect">
                  <a:avLst/>
                </a:prstGeom>
              </p:spPr>
            </p:pic>
          </mc:Fallback>
        </mc:AlternateContent>
        <mc:AlternateContent xmlns:mc="http://schemas.openxmlformats.org/markup-compatibility/2006" xmlns:p14="http://schemas.microsoft.com/office/powerpoint/2010/main">
          <mc:Choice Requires="p14">
            <p:contentPart p14:bwMode="auto" r:id="rId186">
              <p14:nvContentPartPr>
                <p14:cNvPr id="169" name="Ink 168">
                  <a:extLst>
                    <a:ext uri="{FF2B5EF4-FFF2-40B4-BE49-F238E27FC236}">
                      <a16:creationId xmlns:a16="http://schemas.microsoft.com/office/drawing/2014/main" id="{EB41B80F-5324-AFAF-D29C-5D485ADB69EA}"/>
                    </a:ext>
                  </a:extLst>
                </p14:cNvPr>
                <p14:cNvContentPartPr/>
                <p14:nvPr/>
              </p14:nvContentPartPr>
              <p14:xfrm>
                <a:off x="11225390" y="3019090"/>
                <a:ext cx="106560" cy="12240"/>
              </p14:xfrm>
            </p:contentPart>
          </mc:Choice>
          <mc:Fallback xmlns="">
            <p:pic>
              <p:nvPicPr>
                <p:cNvPr id="169" name="Ink 168">
                  <a:extLst>
                    <a:ext uri="{FF2B5EF4-FFF2-40B4-BE49-F238E27FC236}">
                      <a16:creationId xmlns:a16="http://schemas.microsoft.com/office/drawing/2014/main" id="{EB41B80F-5324-AFAF-D29C-5D485ADB69EA}"/>
                    </a:ext>
                  </a:extLst>
                </p:cNvPr>
                <p:cNvPicPr/>
                <p:nvPr/>
              </p:nvPicPr>
              <p:blipFill>
                <a:blip r:embed="rId187"/>
                <a:stretch>
                  <a:fillRect/>
                </a:stretch>
              </p:blipFill>
              <p:spPr>
                <a:xfrm>
                  <a:off x="11207750" y="3001450"/>
                  <a:ext cx="14220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188">
              <p14:nvContentPartPr>
                <p14:cNvPr id="170" name="Ink 169">
                  <a:extLst>
                    <a:ext uri="{FF2B5EF4-FFF2-40B4-BE49-F238E27FC236}">
                      <a16:creationId xmlns:a16="http://schemas.microsoft.com/office/drawing/2014/main" id="{3868A21B-4C7F-9D9C-CC5E-0AD26AB20CF0}"/>
                    </a:ext>
                  </a:extLst>
                </p14:cNvPr>
                <p14:cNvContentPartPr/>
                <p14:nvPr/>
              </p14:nvContentPartPr>
              <p14:xfrm>
                <a:off x="11444630" y="3025210"/>
                <a:ext cx="97560" cy="139320"/>
              </p14:xfrm>
            </p:contentPart>
          </mc:Choice>
          <mc:Fallback xmlns="">
            <p:pic>
              <p:nvPicPr>
                <p:cNvPr id="170" name="Ink 169">
                  <a:extLst>
                    <a:ext uri="{FF2B5EF4-FFF2-40B4-BE49-F238E27FC236}">
                      <a16:creationId xmlns:a16="http://schemas.microsoft.com/office/drawing/2014/main" id="{3868A21B-4C7F-9D9C-CC5E-0AD26AB20CF0}"/>
                    </a:ext>
                  </a:extLst>
                </p:cNvPr>
                <p:cNvPicPr/>
                <p:nvPr/>
              </p:nvPicPr>
              <p:blipFill>
                <a:blip r:embed="rId189"/>
                <a:stretch>
                  <a:fillRect/>
                </a:stretch>
              </p:blipFill>
              <p:spPr>
                <a:xfrm>
                  <a:off x="11426990" y="3007210"/>
                  <a:ext cx="13320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190">
              <p14:nvContentPartPr>
                <p14:cNvPr id="171" name="Ink 170">
                  <a:extLst>
                    <a:ext uri="{FF2B5EF4-FFF2-40B4-BE49-F238E27FC236}">
                      <a16:creationId xmlns:a16="http://schemas.microsoft.com/office/drawing/2014/main" id="{EE380BC9-53C1-B3A3-4A3B-39E3A1A7DB29}"/>
                    </a:ext>
                  </a:extLst>
                </p14:cNvPr>
                <p14:cNvContentPartPr/>
                <p14:nvPr/>
              </p14:nvContentPartPr>
              <p14:xfrm>
                <a:off x="11466950" y="3032050"/>
                <a:ext cx="99360" cy="189000"/>
              </p14:xfrm>
            </p:contentPart>
          </mc:Choice>
          <mc:Fallback xmlns="">
            <p:pic>
              <p:nvPicPr>
                <p:cNvPr id="171" name="Ink 170">
                  <a:extLst>
                    <a:ext uri="{FF2B5EF4-FFF2-40B4-BE49-F238E27FC236}">
                      <a16:creationId xmlns:a16="http://schemas.microsoft.com/office/drawing/2014/main" id="{EE380BC9-53C1-B3A3-4A3B-39E3A1A7DB29}"/>
                    </a:ext>
                  </a:extLst>
                </p:cNvPr>
                <p:cNvPicPr/>
                <p:nvPr/>
              </p:nvPicPr>
              <p:blipFill>
                <a:blip r:embed="rId191"/>
                <a:stretch>
                  <a:fillRect/>
                </a:stretch>
              </p:blipFill>
              <p:spPr>
                <a:xfrm>
                  <a:off x="11448950" y="3014050"/>
                  <a:ext cx="13500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192">
              <p14:nvContentPartPr>
                <p14:cNvPr id="172" name="Ink 171">
                  <a:extLst>
                    <a:ext uri="{FF2B5EF4-FFF2-40B4-BE49-F238E27FC236}">
                      <a16:creationId xmlns:a16="http://schemas.microsoft.com/office/drawing/2014/main" id="{78A00918-FF98-CE30-BB67-ABEF1A0B721C}"/>
                    </a:ext>
                  </a:extLst>
                </p14:cNvPr>
                <p14:cNvContentPartPr/>
                <p14:nvPr/>
              </p14:nvContentPartPr>
              <p14:xfrm>
                <a:off x="11625350" y="3069850"/>
                <a:ext cx="12960" cy="120240"/>
              </p14:xfrm>
            </p:contentPart>
          </mc:Choice>
          <mc:Fallback xmlns="">
            <p:pic>
              <p:nvPicPr>
                <p:cNvPr id="172" name="Ink 171">
                  <a:extLst>
                    <a:ext uri="{FF2B5EF4-FFF2-40B4-BE49-F238E27FC236}">
                      <a16:creationId xmlns:a16="http://schemas.microsoft.com/office/drawing/2014/main" id="{78A00918-FF98-CE30-BB67-ABEF1A0B721C}"/>
                    </a:ext>
                  </a:extLst>
                </p:cNvPr>
                <p:cNvPicPr/>
                <p:nvPr/>
              </p:nvPicPr>
              <p:blipFill>
                <a:blip r:embed="rId193"/>
                <a:stretch>
                  <a:fillRect/>
                </a:stretch>
              </p:blipFill>
              <p:spPr>
                <a:xfrm>
                  <a:off x="11607710" y="3052210"/>
                  <a:ext cx="4860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194">
              <p14:nvContentPartPr>
                <p14:cNvPr id="173" name="Ink 172">
                  <a:extLst>
                    <a:ext uri="{FF2B5EF4-FFF2-40B4-BE49-F238E27FC236}">
                      <a16:creationId xmlns:a16="http://schemas.microsoft.com/office/drawing/2014/main" id="{C00C0B84-16BE-7A66-DDFF-160D3C0D8197}"/>
                    </a:ext>
                  </a:extLst>
                </p14:cNvPr>
                <p14:cNvContentPartPr/>
                <p14:nvPr/>
              </p14:nvContentPartPr>
              <p14:xfrm>
                <a:off x="11636870" y="2955730"/>
                <a:ext cx="360" cy="360"/>
              </p14:xfrm>
            </p:contentPart>
          </mc:Choice>
          <mc:Fallback xmlns="">
            <p:pic>
              <p:nvPicPr>
                <p:cNvPr id="173" name="Ink 172">
                  <a:extLst>
                    <a:ext uri="{FF2B5EF4-FFF2-40B4-BE49-F238E27FC236}">
                      <a16:creationId xmlns:a16="http://schemas.microsoft.com/office/drawing/2014/main" id="{C00C0B84-16BE-7A66-DDFF-160D3C0D8197}"/>
                    </a:ext>
                  </a:extLst>
                </p:cNvPr>
                <p:cNvPicPr/>
                <p:nvPr/>
              </p:nvPicPr>
              <p:blipFill>
                <a:blip r:embed="rId195"/>
                <a:stretch>
                  <a:fillRect/>
                </a:stretch>
              </p:blipFill>
              <p:spPr>
                <a:xfrm>
                  <a:off x="11618870" y="2937730"/>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96">
              <p14:nvContentPartPr>
                <p14:cNvPr id="174" name="Ink 173">
                  <a:extLst>
                    <a:ext uri="{FF2B5EF4-FFF2-40B4-BE49-F238E27FC236}">
                      <a16:creationId xmlns:a16="http://schemas.microsoft.com/office/drawing/2014/main" id="{098D8FBF-7F4C-98AF-6125-AC8CA87BABEE}"/>
                    </a:ext>
                  </a:extLst>
                </p14:cNvPr>
                <p14:cNvContentPartPr/>
                <p14:nvPr/>
              </p14:nvContentPartPr>
              <p14:xfrm>
                <a:off x="11710310" y="3018370"/>
                <a:ext cx="88920" cy="175320"/>
              </p14:xfrm>
            </p:contentPart>
          </mc:Choice>
          <mc:Fallback xmlns="">
            <p:pic>
              <p:nvPicPr>
                <p:cNvPr id="174" name="Ink 173">
                  <a:extLst>
                    <a:ext uri="{FF2B5EF4-FFF2-40B4-BE49-F238E27FC236}">
                      <a16:creationId xmlns:a16="http://schemas.microsoft.com/office/drawing/2014/main" id="{098D8FBF-7F4C-98AF-6125-AC8CA87BABEE}"/>
                    </a:ext>
                  </a:extLst>
                </p:cNvPr>
                <p:cNvPicPr/>
                <p:nvPr/>
              </p:nvPicPr>
              <p:blipFill>
                <a:blip r:embed="rId197"/>
                <a:stretch>
                  <a:fillRect/>
                </a:stretch>
              </p:blipFill>
              <p:spPr>
                <a:xfrm>
                  <a:off x="11692670" y="3000730"/>
                  <a:ext cx="124560" cy="210960"/>
                </a:xfrm>
                <a:prstGeom prst="rect">
                  <a:avLst/>
                </a:prstGeom>
              </p:spPr>
            </p:pic>
          </mc:Fallback>
        </mc:AlternateContent>
        <mc:AlternateContent xmlns:mc="http://schemas.openxmlformats.org/markup-compatibility/2006" xmlns:p14="http://schemas.microsoft.com/office/powerpoint/2010/main">
          <mc:Choice Requires="p14">
            <p:contentPart p14:bwMode="auto" r:id="rId198">
              <p14:nvContentPartPr>
                <p14:cNvPr id="175" name="Ink 174">
                  <a:extLst>
                    <a:ext uri="{FF2B5EF4-FFF2-40B4-BE49-F238E27FC236}">
                      <a16:creationId xmlns:a16="http://schemas.microsoft.com/office/drawing/2014/main" id="{656DB478-DDE8-5CC8-5168-DE99BA573457}"/>
                    </a:ext>
                  </a:extLst>
                </p14:cNvPr>
                <p14:cNvContentPartPr/>
                <p14:nvPr/>
              </p14:nvContentPartPr>
              <p14:xfrm>
                <a:off x="11918390" y="2958970"/>
                <a:ext cx="11160" cy="234360"/>
              </p14:xfrm>
            </p:contentPart>
          </mc:Choice>
          <mc:Fallback xmlns="">
            <p:pic>
              <p:nvPicPr>
                <p:cNvPr id="175" name="Ink 174">
                  <a:extLst>
                    <a:ext uri="{FF2B5EF4-FFF2-40B4-BE49-F238E27FC236}">
                      <a16:creationId xmlns:a16="http://schemas.microsoft.com/office/drawing/2014/main" id="{656DB478-DDE8-5CC8-5168-DE99BA573457}"/>
                    </a:ext>
                  </a:extLst>
                </p:cNvPr>
                <p:cNvPicPr/>
                <p:nvPr/>
              </p:nvPicPr>
              <p:blipFill>
                <a:blip r:embed="rId199"/>
                <a:stretch>
                  <a:fillRect/>
                </a:stretch>
              </p:blipFill>
              <p:spPr>
                <a:xfrm>
                  <a:off x="11900390" y="2941330"/>
                  <a:ext cx="46800" cy="270000"/>
                </a:xfrm>
                <a:prstGeom prst="rect">
                  <a:avLst/>
                </a:prstGeom>
              </p:spPr>
            </p:pic>
          </mc:Fallback>
        </mc:AlternateContent>
        <mc:AlternateContent xmlns:mc="http://schemas.openxmlformats.org/markup-compatibility/2006" xmlns:p14="http://schemas.microsoft.com/office/powerpoint/2010/main">
          <mc:Choice Requires="p14">
            <p:contentPart p14:bwMode="auto" r:id="rId200">
              <p14:nvContentPartPr>
                <p14:cNvPr id="176" name="Ink 175">
                  <a:extLst>
                    <a:ext uri="{FF2B5EF4-FFF2-40B4-BE49-F238E27FC236}">
                      <a16:creationId xmlns:a16="http://schemas.microsoft.com/office/drawing/2014/main" id="{91329F98-63C2-12EE-5A01-8E79D681204C}"/>
                    </a:ext>
                  </a:extLst>
                </p14:cNvPr>
                <p14:cNvContentPartPr/>
                <p14:nvPr/>
              </p14:nvContentPartPr>
              <p14:xfrm>
                <a:off x="11981390" y="2993530"/>
                <a:ext cx="125640" cy="174240"/>
              </p14:xfrm>
            </p:contentPart>
          </mc:Choice>
          <mc:Fallback xmlns="">
            <p:pic>
              <p:nvPicPr>
                <p:cNvPr id="176" name="Ink 175">
                  <a:extLst>
                    <a:ext uri="{FF2B5EF4-FFF2-40B4-BE49-F238E27FC236}">
                      <a16:creationId xmlns:a16="http://schemas.microsoft.com/office/drawing/2014/main" id="{91329F98-63C2-12EE-5A01-8E79D681204C}"/>
                    </a:ext>
                  </a:extLst>
                </p:cNvPr>
                <p:cNvPicPr/>
                <p:nvPr/>
              </p:nvPicPr>
              <p:blipFill>
                <a:blip r:embed="rId201"/>
                <a:stretch>
                  <a:fillRect/>
                </a:stretch>
              </p:blipFill>
              <p:spPr>
                <a:xfrm>
                  <a:off x="11963750" y="2975890"/>
                  <a:ext cx="161280" cy="209880"/>
                </a:xfrm>
                <a:prstGeom prst="rect">
                  <a:avLst/>
                </a:prstGeom>
              </p:spPr>
            </p:pic>
          </mc:Fallback>
        </mc:AlternateContent>
      </p:grpSp>
      <p:pic>
        <p:nvPicPr>
          <p:cNvPr id="178" name="Picture 177">
            <a:extLst>
              <a:ext uri="{FF2B5EF4-FFF2-40B4-BE49-F238E27FC236}">
                <a16:creationId xmlns:a16="http://schemas.microsoft.com/office/drawing/2014/main" id="{880582F2-988A-5BD1-6A38-5E357FCA1B19}"/>
              </a:ext>
            </a:extLst>
          </p:cNvPr>
          <p:cNvPicPr>
            <a:picLocks noChangeAspect="1"/>
          </p:cNvPicPr>
          <p:nvPr/>
        </p:nvPicPr>
        <p:blipFill>
          <a:blip r:embed="rId202" cstate="print">
            <a:extLst>
              <a:ext uri="{28A0092B-C50C-407E-A947-70E740481C1C}">
                <a14:useLocalDpi xmlns:a14="http://schemas.microsoft.com/office/drawing/2010/main" val="0"/>
              </a:ext>
            </a:extLst>
          </a:blip>
          <a:stretch>
            <a:fillRect/>
          </a:stretch>
        </p:blipFill>
        <p:spPr>
          <a:xfrm>
            <a:off x="3513772" y="2035518"/>
            <a:ext cx="1722755" cy="2850515"/>
          </a:xfrm>
          <a:prstGeom prst="rect">
            <a:avLst/>
          </a:prstGeom>
          <a:effectLst>
            <a:outerShdw blurRad="63500" sx="108000" sy="108000" algn="ctr" rotWithShape="0">
              <a:prstClr val="black">
                <a:alpha val="42000"/>
              </a:prstClr>
            </a:outerShdw>
          </a:effectLst>
        </p:spPr>
      </p:pic>
      <p:grpSp>
        <p:nvGrpSpPr>
          <p:cNvPr id="183" name="Group 182">
            <a:extLst>
              <a:ext uri="{FF2B5EF4-FFF2-40B4-BE49-F238E27FC236}">
                <a16:creationId xmlns:a16="http://schemas.microsoft.com/office/drawing/2014/main" id="{36AF23A6-96FA-6CBD-92A0-3F1511342483}"/>
              </a:ext>
            </a:extLst>
          </p:cNvPr>
          <p:cNvGrpSpPr/>
          <p:nvPr/>
        </p:nvGrpSpPr>
        <p:grpSpPr>
          <a:xfrm>
            <a:off x="3023730" y="3183920"/>
            <a:ext cx="1883520" cy="1350000"/>
            <a:chOff x="3023730" y="3183920"/>
            <a:chExt cx="1883520" cy="1350000"/>
          </a:xfrm>
        </p:grpSpPr>
        <mc:AlternateContent xmlns:mc="http://schemas.openxmlformats.org/markup-compatibility/2006" xmlns:p14="http://schemas.microsoft.com/office/powerpoint/2010/main">
          <mc:Choice Requires="p14">
            <p:contentPart p14:bwMode="auto" r:id="rId203">
              <p14:nvContentPartPr>
                <p14:cNvPr id="181" name="Ink 180">
                  <a:extLst>
                    <a:ext uri="{FF2B5EF4-FFF2-40B4-BE49-F238E27FC236}">
                      <a16:creationId xmlns:a16="http://schemas.microsoft.com/office/drawing/2014/main" id="{1A31BAB4-C853-AA65-0953-74E151139046}"/>
                    </a:ext>
                  </a:extLst>
                </p14:cNvPr>
                <p14:cNvContentPartPr/>
                <p14:nvPr/>
              </p14:nvContentPartPr>
              <p14:xfrm>
                <a:off x="3023730" y="3183920"/>
                <a:ext cx="1832040" cy="1303200"/>
              </p14:xfrm>
            </p:contentPart>
          </mc:Choice>
          <mc:Fallback xmlns="">
            <p:pic>
              <p:nvPicPr>
                <p:cNvPr id="181" name="Ink 180">
                  <a:extLst>
                    <a:ext uri="{FF2B5EF4-FFF2-40B4-BE49-F238E27FC236}">
                      <a16:creationId xmlns:a16="http://schemas.microsoft.com/office/drawing/2014/main" id="{1A31BAB4-C853-AA65-0953-74E151139046}"/>
                    </a:ext>
                  </a:extLst>
                </p:cNvPr>
                <p:cNvPicPr/>
                <p:nvPr/>
              </p:nvPicPr>
              <p:blipFill>
                <a:blip r:embed="rId204"/>
                <a:stretch>
                  <a:fillRect/>
                </a:stretch>
              </p:blipFill>
              <p:spPr>
                <a:xfrm>
                  <a:off x="2960730" y="3120920"/>
                  <a:ext cx="1957680" cy="142884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82" name="Ink 181">
                  <a:extLst>
                    <a:ext uri="{FF2B5EF4-FFF2-40B4-BE49-F238E27FC236}">
                      <a16:creationId xmlns:a16="http://schemas.microsoft.com/office/drawing/2014/main" id="{EF1EB060-1B8F-0780-695B-9C230BEC408E}"/>
                    </a:ext>
                  </a:extLst>
                </p14:cNvPr>
                <p14:cNvContentPartPr/>
                <p14:nvPr/>
              </p14:nvContentPartPr>
              <p14:xfrm>
                <a:off x="4583610" y="4320440"/>
                <a:ext cx="323640" cy="213480"/>
              </p14:xfrm>
            </p:contentPart>
          </mc:Choice>
          <mc:Fallback xmlns="">
            <p:pic>
              <p:nvPicPr>
                <p:cNvPr id="182" name="Ink 181">
                  <a:extLst>
                    <a:ext uri="{FF2B5EF4-FFF2-40B4-BE49-F238E27FC236}">
                      <a16:creationId xmlns:a16="http://schemas.microsoft.com/office/drawing/2014/main" id="{EF1EB060-1B8F-0780-695B-9C230BEC408E}"/>
                    </a:ext>
                  </a:extLst>
                </p:cNvPr>
                <p:cNvPicPr/>
                <p:nvPr/>
              </p:nvPicPr>
              <p:blipFill>
                <a:blip r:embed="rId206"/>
                <a:stretch>
                  <a:fillRect/>
                </a:stretch>
              </p:blipFill>
              <p:spPr>
                <a:xfrm>
                  <a:off x="4520610" y="4257800"/>
                  <a:ext cx="449280" cy="339120"/>
                </a:xfrm>
                <a:prstGeom prst="rect">
                  <a:avLst/>
                </a:prstGeom>
              </p:spPr>
            </p:pic>
          </mc:Fallback>
        </mc:AlternateContent>
      </p:grpSp>
      <p:grpSp>
        <p:nvGrpSpPr>
          <p:cNvPr id="188" name="Group 187">
            <a:extLst>
              <a:ext uri="{FF2B5EF4-FFF2-40B4-BE49-F238E27FC236}">
                <a16:creationId xmlns:a16="http://schemas.microsoft.com/office/drawing/2014/main" id="{4AD26572-308E-56E5-B247-4F57BDBEF00F}"/>
              </a:ext>
            </a:extLst>
          </p:cNvPr>
          <p:cNvGrpSpPr/>
          <p:nvPr/>
        </p:nvGrpSpPr>
        <p:grpSpPr>
          <a:xfrm>
            <a:off x="1890810" y="280880"/>
            <a:ext cx="2659680" cy="1800000"/>
            <a:chOff x="1890810" y="280880"/>
            <a:chExt cx="2659680" cy="1800000"/>
          </a:xfrm>
        </p:grpSpPr>
        <mc:AlternateContent xmlns:mc="http://schemas.openxmlformats.org/markup-compatibility/2006" xmlns:p14="http://schemas.microsoft.com/office/powerpoint/2010/main">
          <mc:Choice Requires="p14">
            <p:contentPart p14:bwMode="auto" r:id="rId207">
              <p14:nvContentPartPr>
                <p14:cNvPr id="186" name="Ink 185">
                  <a:extLst>
                    <a:ext uri="{FF2B5EF4-FFF2-40B4-BE49-F238E27FC236}">
                      <a16:creationId xmlns:a16="http://schemas.microsoft.com/office/drawing/2014/main" id="{6939B38E-DA96-5AA5-875E-AA2BE030C925}"/>
                    </a:ext>
                  </a:extLst>
                </p14:cNvPr>
                <p14:cNvContentPartPr/>
                <p14:nvPr/>
              </p14:nvContentPartPr>
              <p14:xfrm>
                <a:off x="1895850" y="789920"/>
                <a:ext cx="2109240" cy="1290960"/>
              </p14:xfrm>
            </p:contentPart>
          </mc:Choice>
          <mc:Fallback xmlns="">
            <p:pic>
              <p:nvPicPr>
                <p:cNvPr id="186" name="Ink 185">
                  <a:extLst>
                    <a:ext uri="{FF2B5EF4-FFF2-40B4-BE49-F238E27FC236}">
                      <a16:creationId xmlns:a16="http://schemas.microsoft.com/office/drawing/2014/main" id="{6939B38E-DA96-5AA5-875E-AA2BE030C925}"/>
                    </a:ext>
                  </a:extLst>
                </p:cNvPr>
                <p:cNvPicPr/>
                <p:nvPr/>
              </p:nvPicPr>
              <p:blipFill>
                <a:blip r:embed="rId208"/>
                <a:stretch>
                  <a:fillRect/>
                </a:stretch>
              </p:blipFill>
              <p:spPr>
                <a:xfrm>
                  <a:off x="1878210" y="771920"/>
                  <a:ext cx="2144880" cy="132660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87" name="Ink 186">
                  <a:extLst>
                    <a:ext uri="{FF2B5EF4-FFF2-40B4-BE49-F238E27FC236}">
                      <a16:creationId xmlns:a16="http://schemas.microsoft.com/office/drawing/2014/main" id="{5CFA4E78-2790-F1EC-432B-18911A077C51}"/>
                    </a:ext>
                  </a:extLst>
                </p14:cNvPr>
                <p14:cNvContentPartPr/>
                <p14:nvPr/>
              </p14:nvContentPartPr>
              <p14:xfrm>
                <a:off x="1890810" y="280880"/>
                <a:ext cx="2659680" cy="1773360"/>
              </p14:xfrm>
            </p:contentPart>
          </mc:Choice>
          <mc:Fallback xmlns="">
            <p:pic>
              <p:nvPicPr>
                <p:cNvPr id="187" name="Ink 186">
                  <a:extLst>
                    <a:ext uri="{FF2B5EF4-FFF2-40B4-BE49-F238E27FC236}">
                      <a16:creationId xmlns:a16="http://schemas.microsoft.com/office/drawing/2014/main" id="{5CFA4E78-2790-F1EC-432B-18911A077C51}"/>
                    </a:ext>
                  </a:extLst>
                </p:cNvPr>
                <p:cNvPicPr/>
                <p:nvPr/>
              </p:nvPicPr>
              <p:blipFill>
                <a:blip r:embed="rId210"/>
                <a:stretch>
                  <a:fillRect/>
                </a:stretch>
              </p:blipFill>
              <p:spPr>
                <a:xfrm>
                  <a:off x="1873170" y="262880"/>
                  <a:ext cx="2695320" cy="1809000"/>
                </a:xfrm>
                <a:prstGeom prst="rect">
                  <a:avLst/>
                </a:prstGeom>
              </p:spPr>
            </p:pic>
          </mc:Fallback>
        </mc:AlternateContent>
      </p:grpSp>
      <p:grpSp>
        <p:nvGrpSpPr>
          <p:cNvPr id="208" name="Group 207">
            <a:extLst>
              <a:ext uri="{FF2B5EF4-FFF2-40B4-BE49-F238E27FC236}">
                <a16:creationId xmlns:a16="http://schemas.microsoft.com/office/drawing/2014/main" id="{44E97C2C-7C0D-3006-186A-5D51F8BA75F1}"/>
              </a:ext>
            </a:extLst>
          </p:cNvPr>
          <p:cNvGrpSpPr/>
          <p:nvPr/>
        </p:nvGrpSpPr>
        <p:grpSpPr>
          <a:xfrm>
            <a:off x="721530" y="566360"/>
            <a:ext cx="897480" cy="441360"/>
            <a:chOff x="721530" y="566360"/>
            <a:chExt cx="897480" cy="441360"/>
          </a:xfrm>
        </p:grpSpPr>
        <mc:AlternateContent xmlns:mc="http://schemas.openxmlformats.org/markup-compatibility/2006" xmlns:p14="http://schemas.microsoft.com/office/powerpoint/2010/main">
          <mc:Choice Requires="p14">
            <p:contentPart p14:bwMode="auto" r:id="rId211">
              <p14:nvContentPartPr>
                <p14:cNvPr id="202" name="Ink 201">
                  <a:extLst>
                    <a:ext uri="{FF2B5EF4-FFF2-40B4-BE49-F238E27FC236}">
                      <a16:creationId xmlns:a16="http://schemas.microsoft.com/office/drawing/2014/main" id="{CEF93979-7A5B-906F-9B09-F0B839C99864}"/>
                    </a:ext>
                  </a:extLst>
                </p14:cNvPr>
                <p14:cNvContentPartPr/>
                <p14:nvPr/>
              </p14:nvContentPartPr>
              <p14:xfrm>
                <a:off x="1305090" y="676880"/>
                <a:ext cx="313920" cy="233640"/>
              </p14:xfrm>
            </p:contentPart>
          </mc:Choice>
          <mc:Fallback xmlns="">
            <p:pic>
              <p:nvPicPr>
                <p:cNvPr id="202" name="Ink 201">
                  <a:extLst>
                    <a:ext uri="{FF2B5EF4-FFF2-40B4-BE49-F238E27FC236}">
                      <a16:creationId xmlns:a16="http://schemas.microsoft.com/office/drawing/2014/main" id="{CEF93979-7A5B-906F-9B09-F0B839C99864}"/>
                    </a:ext>
                  </a:extLst>
                </p:cNvPr>
                <p:cNvPicPr/>
                <p:nvPr/>
              </p:nvPicPr>
              <p:blipFill>
                <a:blip r:embed="rId212"/>
                <a:stretch>
                  <a:fillRect/>
                </a:stretch>
              </p:blipFill>
              <p:spPr>
                <a:xfrm>
                  <a:off x="1287450" y="658880"/>
                  <a:ext cx="349560" cy="26928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203" name="Ink 202">
                  <a:extLst>
                    <a:ext uri="{FF2B5EF4-FFF2-40B4-BE49-F238E27FC236}">
                      <a16:creationId xmlns:a16="http://schemas.microsoft.com/office/drawing/2014/main" id="{2BC61066-F42D-4998-F198-0F47BB7BDCAD}"/>
                    </a:ext>
                  </a:extLst>
                </p14:cNvPr>
                <p14:cNvContentPartPr/>
                <p14:nvPr/>
              </p14:nvContentPartPr>
              <p14:xfrm>
                <a:off x="1556370" y="611720"/>
                <a:ext cx="28440" cy="14760"/>
              </p14:xfrm>
            </p:contentPart>
          </mc:Choice>
          <mc:Fallback xmlns="">
            <p:pic>
              <p:nvPicPr>
                <p:cNvPr id="203" name="Ink 202">
                  <a:extLst>
                    <a:ext uri="{FF2B5EF4-FFF2-40B4-BE49-F238E27FC236}">
                      <a16:creationId xmlns:a16="http://schemas.microsoft.com/office/drawing/2014/main" id="{2BC61066-F42D-4998-F198-0F47BB7BDCAD}"/>
                    </a:ext>
                  </a:extLst>
                </p:cNvPr>
                <p:cNvPicPr/>
                <p:nvPr/>
              </p:nvPicPr>
              <p:blipFill>
                <a:blip r:embed="rId214"/>
                <a:stretch>
                  <a:fillRect/>
                </a:stretch>
              </p:blipFill>
              <p:spPr>
                <a:xfrm>
                  <a:off x="1538730" y="594080"/>
                  <a:ext cx="6408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215">
              <p14:nvContentPartPr>
                <p14:cNvPr id="204" name="Ink 203">
                  <a:extLst>
                    <a:ext uri="{FF2B5EF4-FFF2-40B4-BE49-F238E27FC236}">
                      <a16:creationId xmlns:a16="http://schemas.microsoft.com/office/drawing/2014/main" id="{B8F35836-3CD6-B8CC-1853-10716DE69D45}"/>
                    </a:ext>
                  </a:extLst>
                </p14:cNvPr>
                <p14:cNvContentPartPr/>
                <p14:nvPr/>
              </p14:nvContentPartPr>
              <p14:xfrm>
                <a:off x="1146330" y="843920"/>
                <a:ext cx="81360" cy="82440"/>
              </p14:xfrm>
            </p:contentPart>
          </mc:Choice>
          <mc:Fallback xmlns="">
            <p:pic>
              <p:nvPicPr>
                <p:cNvPr id="204" name="Ink 203">
                  <a:extLst>
                    <a:ext uri="{FF2B5EF4-FFF2-40B4-BE49-F238E27FC236}">
                      <a16:creationId xmlns:a16="http://schemas.microsoft.com/office/drawing/2014/main" id="{B8F35836-3CD6-B8CC-1853-10716DE69D45}"/>
                    </a:ext>
                  </a:extLst>
                </p:cNvPr>
                <p:cNvPicPr/>
                <p:nvPr/>
              </p:nvPicPr>
              <p:blipFill>
                <a:blip r:embed="rId216"/>
                <a:stretch>
                  <a:fillRect/>
                </a:stretch>
              </p:blipFill>
              <p:spPr>
                <a:xfrm>
                  <a:off x="1128690" y="826280"/>
                  <a:ext cx="117000" cy="11808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205" name="Ink 204">
                  <a:extLst>
                    <a:ext uri="{FF2B5EF4-FFF2-40B4-BE49-F238E27FC236}">
                      <a16:creationId xmlns:a16="http://schemas.microsoft.com/office/drawing/2014/main" id="{EE7307D0-87E2-0F10-8B79-8A54E029B68F}"/>
                    </a:ext>
                  </a:extLst>
                </p14:cNvPr>
                <p14:cNvContentPartPr/>
                <p14:nvPr/>
              </p14:nvContentPartPr>
              <p14:xfrm>
                <a:off x="1250730" y="692000"/>
                <a:ext cx="8280" cy="16920"/>
              </p14:xfrm>
            </p:contentPart>
          </mc:Choice>
          <mc:Fallback xmlns="">
            <p:pic>
              <p:nvPicPr>
                <p:cNvPr id="205" name="Ink 204">
                  <a:extLst>
                    <a:ext uri="{FF2B5EF4-FFF2-40B4-BE49-F238E27FC236}">
                      <a16:creationId xmlns:a16="http://schemas.microsoft.com/office/drawing/2014/main" id="{EE7307D0-87E2-0F10-8B79-8A54E029B68F}"/>
                    </a:ext>
                  </a:extLst>
                </p:cNvPr>
                <p:cNvPicPr/>
                <p:nvPr/>
              </p:nvPicPr>
              <p:blipFill>
                <a:blip r:embed="rId218"/>
                <a:stretch>
                  <a:fillRect/>
                </a:stretch>
              </p:blipFill>
              <p:spPr>
                <a:xfrm>
                  <a:off x="1233090" y="674360"/>
                  <a:ext cx="43920" cy="5256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206" name="Ink 205">
                  <a:extLst>
                    <a:ext uri="{FF2B5EF4-FFF2-40B4-BE49-F238E27FC236}">
                      <a16:creationId xmlns:a16="http://schemas.microsoft.com/office/drawing/2014/main" id="{F2A1B0CB-BF3D-891E-030F-01D9A2945B58}"/>
                    </a:ext>
                  </a:extLst>
                </p14:cNvPr>
                <p14:cNvContentPartPr/>
                <p14:nvPr/>
              </p14:nvContentPartPr>
              <p14:xfrm>
                <a:off x="721530" y="627920"/>
                <a:ext cx="324720" cy="379800"/>
              </p14:xfrm>
            </p:contentPart>
          </mc:Choice>
          <mc:Fallback xmlns="">
            <p:pic>
              <p:nvPicPr>
                <p:cNvPr id="206" name="Ink 205">
                  <a:extLst>
                    <a:ext uri="{FF2B5EF4-FFF2-40B4-BE49-F238E27FC236}">
                      <a16:creationId xmlns:a16="http://schemas.microsoft.com/office/drawing/2014/main" id="{F2A1B0CB-BF3D-891E-030F-01D9A2945B58}"/>
                    </a:ext>
                  </a:extLst>
                </p:cNvPr>
                <p:cNvPicPr/>
                <p:nvPr/>
              </p:nvPicPr>
              <p:blipFill>
                <a:blip r:embed="rId220"/>
                <a:stretch>
                  <a:fillRect/>
                </a:stretch>
              </p:blipFill>
              <p:spPr>
                <a:xfrm>
                  <a:off x="703890" y="610280"/>
                  <a:ext cx="360360" cy="41544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207" name="Ink 206">
                  <a:extLst>
                    <a:ext uri="{FF2B5EF4-FFF2-40B4-BE49-F238E27FC236}">
                      <a16:creationId xmlns:a16="http://schemas.microsoft.com/office/drawing/2014/main" id="{EEAA7B23-F57F-9765-DCE8-CD7F7DD88E6F}"/>
                    </a:ext>
                  </a:extLst>
                </p14:cNvPr>
                <p14:cNvContentPartPr/>
                <p14:nvPr/>
              </p14:nvContentPartPr>
              <p14:xfrm>
                <a:off x="913770" y="566360"/>
                <a:ext cx="5760" cy="30960"/>
              </p14:xfrm>
            </p:contentPart>
          </mc:Choice>
          <mc:Fallback xmlns="">
            <p:pic>
              <p:nvPicPr>
                <p:cNvPr id="207" name="Ink 206">
                  <a:extLst>
                    <a:ext uri="{FF2B5EF4-FFF2-40B4-BE49-F238E27FC236}">
                      <a16:creationId xmlns:a16="http://schemas.microsoft.com/office/drawing/2014/main" id="{EEAA7B23-F57F-9765-DCE8-CD7F7DD88E6F}"/>
                    </a:ext>
                  </a:extLst>
                </p:cNvPr>
                <p:cNvPicPr/>
                <p:nvPr/>
              </p:nvPicPr>
              <p:blipFill>
                <a:blip r:embed="rId222"/>
                <a:stretch>
                  <a:fillRect/>
                </a:stretch>
              </p:blipFill>
              <p:spPr>
                <a:xfrm>
                  <a:off x="895770" y="548720"/>
                  <a:ext cx="41400" cy="66600"/>
                </a:xfrm>
                <a:prstGeom prst="rect">
                  <a:avLst/>
                </a:prstGeom>
              </p:spPr>
            </p:pic>
          </mc:Fallback>
        </mc:AlternateContent>
      </p:grpSp>
      <p:grpSp>
        <p:nvGrpSpPr>
          <p:cNvPr id="213" name="Group 212">
            <a:extLst>
              <a:ext uri="{FF2B5EF4-FFF2-40B4-BE49-F238E27FC236}">
                <a16:creationId xmlns:a16="http://schemas.microsoft.com/office/drawing/2014/main" id="{57CC8D4D-F47E-CF28-F620-BBA74979B778}"/>
              </a:ext>
            </a:extLst>
          </p:cNvPr>
          <p:cNvGrpSpPr/>
          <p:nvPr/>
        </p:nvGrpSpPr>
        <p:grpSpPr>
          <a:xfrm>
            <a:off x="587970" y="69560"/>
            <a:ext cx="1152360" cy="282240"/>
            <a:chOff x="587970" y="69560"/>
            <a:chExt cx="1152360" cy="282240"/>
          </a:xfrm>
        </p:grpSpPr>
        <mc:AlternateContent xmlns:mc="http://schemas.openxmlformats.org/markup-compatibility/2006" xmlns:p14="http://schemas.microsoft.com/office/powerpoint/2010/main">
          <mc:Choice Requires="p14">
            <p:contentPart p14:bwMode="auto" r:id="rId223">
              <p14:nvContentPartPr>
                <p14:cNvPr id="209" name="Ink 208">
                  <a:extLst>
                    <a:ext uri="{FF2B5EF4-FFF2-40B4-BE49-F238E27FC236}">
                      <a16:creationId xmlns:a16="http://schemas.microsoft.com/office/drawing/2014/main" id="{4331D808-DD74-2B8F-1167-72BC590B73AE}"/>
                    </a:ext>
                  </a:extLst>
                </p14:cNvPr>
                <p14:cNvContentPartPr/>
                <p14:nvPr/>
              </p14:nvContentPartPr>
              <p14:xfrm>
                <a:off x="1204290" y="212480"/>
                <a:ext cx="536040" cy="139320"/>
              </p14:xfrm>
            </p:contentPart>
          </mc:Choice>
          <mc:Fallback xmlns="">
            <p:pic>
              <p:nvPicPr>
                <p:cNvPr id="209" name="Ink 208">
                  <a:extLst>
                    <a:ext uri="{FF2B5EF4-FFF2-40B4-BE49-F238E27FC236}">
                      <a16:creationId xmlns:a16="http://schemas.microsoft.com/office/drawing/2014/main" id="{4331D808-DD74-2B8F-1167-72BC590B73AE}"/>
                    </a:ext>
                  </a:extLst>
                </p:cNvPr>
                <p:cNvPicPr/>
                <p:nvPr/>
              </p:nvPicPr>
              <p:blipFill>
                <a:blip r:embed="rId224"/>
                <a:stretch>
                  <a:fillRect/>
                </a:stretch>
              </p:blipFill>
              <p:spPr>
                <a:xfrm>
                  <a:off x="1186290" y="194840"/>
                  <a:ext cx="57168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210" name="Ink 209">
                  <a:extLst>
                    <a:ext uri="{FF2B5EF4-FFF2-40B4-BE49-F238E27FC236}">
                      <a16:creationId xmlns:a16="http://schemas.microsoft.com/office/drawing/2014/main" id="{962248F0-980C-1F68-BB6C-F6813397482C}"/>
                    </a:ext>
                  </a:extLst>
                </p14:cNvPr>
                <p14:cNvContentPartPr/>
                <p14:nvPr/>
              </p14:nvContentPartPr>
              <p14:xfrm>
                <a:off x="1369170" y="85040"/>
                <a:ext cx="58320" cy="88560"/>
              </p14:xfrm>
            </p:contentPart>
          </mc:Choice>
          <mc:Fallback xmlns="">
            <p:pic>
              <p:nvPicPr>
                <p:cNvPr id="210" name="Ink 209">
                  <a:extLst>
                    <a:ext uri="{FF2B5EF4-FFF2-40B4-BE49-F238E27FC236}">
                      <a16:creationId xmlns:a16="http://schemas.microsoft.com/office/drawing/2014/main" id="{962248F0-980C-1F68-BB6C-F6813397482C}"/>
                    </a:ext>
                  </a:extLst>
                </p:cNvPr>
                <p:cNvPicPr/>
                <p:nvPr/>
              </p:nvPicPr>
              <p:blipFill>
                <a:blip r:embed="rId226"/>
                <a:stretch>
                  <a:fillRect/>
                </a:stretch>
              </p:blipFill>
              <p:spPr>
                <a:xfrm>
                  <a:off x="1351530" y="67040"/>
                  <a:ext cx="93960" cy="12420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211" name="Ink 210">
                  <a:extLst>
                    <a:ext uri="{FF2B5EF4-FFF2-40B4-BE49-F238E27FC236}">
                      <a16:creationId xmlns:a16="http://schemas.microsoft.com/office/drawing/2014/main" id="{FC9A70E2-0E79-0FFC-9C94-675E9B453782}"/>
                    </a:ext>
                  </a:extLst>
                </p14:cNvPr>
                <p14:cNvContentPartPr/>
                <p14:nvPr/>
              </p14:nvContentPartPr>
              <p14:xfrm>
                <a:off x="587970" y="151640"/>
                <a:ext cx="575640" cy="141840"/>
              </p14:xfrm>
            </p:contentPart>
          </mc:Choice>
          <mc:Fallback xmlns="">
            <p:pic>
              <p:nvPicPr>
                <p:cNvPr id="211" name="Ink 210">
                  <a:extLst>
                    <a:ext uri="{FF2B5EF4-FFF2-40B4-BE49-F238E27FC236}">
                      <a16:creationId xmlns:a16="http://schemas.microsoft.com/office/drawing/2014/main" id="{FC9A70E2-0E79-0FFC-9C94-675E9B453782}"/>
                    </a:ext>
                  </a:extLst>
                </p:cNvPr>
                <p:cNvPicPr/>
                <p:nvPr/>
              </p:nvPicPr>
              <p:blipFill>
                <a:blip r:embed="rId228"/>
                <a:stretch>
                  <a:fillRect/>
                </a:stretch>
              </p:blipFill>
              <p:spPr>
                <a:xfrm>
                  <a:off x="569970" y="134000"/>
                  <a:ext cx="61128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212" name="Ink 211">
                  <a:extLst>
                    <a:ext uri="{FF2B5EF4-FFF2-40B4-BE49-F238E27FC236}">
                      <a16:creationId xmlns:a16="http://schemas.microsoft.com/office/drawing/2014/main" id="{9B09C7B7-A462-1F30-77E0-AC07CC9EDA10}"/>
                    </a:ext>
                  </a:extLst>
                </p14:cNvPr>
                <p14:cNvContentPartPr/>
                <p14:nvPr/>
              </p14:nvContentPartPr>
              <p14:xfrm>
                <a:off x="771930" y="69560"/>
                <a:ext cx="172800" cy="30600"/>
              </p14:xfrm>
            </p:contentPart>
          </mc:Choice>
          <mc:Fallback xmlns="">
            <p:pic>
              <p:nvPicPr>
                <p:cNvPr id="212" name="Ink 211">
                  <a:extLst>
                    <a:ext uri="{FF2B5EF4-FFF2-40B4-BE49-F238E27FC236}">
                      <a16:creationId xmlns:a16="http://schemas.microsoft.com/office/drawing/2014/main" id="{9B09C7B7-A462-1F30-77E0-AC07CC9EDA10}"/>
                    </a:ext>
                  </a:extLst>
                </p:cNvPr>
                <p:cNvPicPr/>
                <p:nvPr/>
              </p:nvPicPr>
              <p:blipFill>
                <a:blip r:embed="rId230"/>
                <a:stretch>
                  <a:fillRect/>
                </a:stretch>
              </p:blipFill>
              <p:spPr>
                <a:xfrm>
                  <a:off x="754290" y="51560"/>
                  <a:ext cx="208440" cy="66240"/>
                </a:xfrm>
                <a:prstGeom prst="rect">
                  <a:avLst/>
                </a:prstGeom>
              </p:spPr>
            </p:pic>
          </mc:Fallback>
        </mc:AlternateContent>
      </p:grpSp>
      <p:grpSp>
        <p:nvGrpSpPr>
          <p:cNvPr id="270" name="Group 269">
            <a:extLst>
              <a:ext uri="{FF2B5EF4-FFF2-40B4-BE49-F238E27FC236}">
                <a16:creationId xmlns:a16="http://schemas.microsoft.com/office/drawing/2014/main" id="{4824B4F6-D181-47A8-157F-4E6EBC0641A7}"/>
              </a:ext>
            </a:extLst>
          </p:cNvPr>
          <p:cNvGrpSpPr/>
          <p:nvPr/>
        </p:nvGrpSpPr>
        <p:grpSpPr>
          <a:xfrm>
            <a:off x="7306609" y="2790930"/>
            <a:ext cx="1174680" cy="452160"/>
            <a:chOff x="7306609" y="2790930"/>
            <a:chExt cx="1174680" cy="452160"/>
          </a:xfrm>
        </p:grpSpPr>
        <mc:AlternateContent xmlns:mc="http://schemas.openxmlformats.org/markup-compatibility/2006" xmlns:p14="http://schemas.microsoft.com/office/powerpoint/2010/main">
          <mc:Choice Requires="p14">
            <p:contentPart p14:bwMode="auto" r:id="rId231">
              <p14:nvContentPartPr>
                <p14:cNvPr id="244" name="Ink 243">
                  <a:extLst>
                    <a:ext uri="{FF2B5EF4-FFF2-40B4-BE49-F238E27FC236}">
                      <a16:creationId xmlns:a16="http://schemas.microsoft.com/office/drawing/2014/main" id="{A21B3CCA-1A4F-D2E6-1427-7375AFBE2281}"/>
                    </a:ext>
                  </a:extLst>
                </p14:cNvPr>
                <p14:cNvContentPartPr/>
                <p14:nvPr/>
              </p14:nvContentPartPr>
              <p14:xfrm>
                <a:off x="7614769" y="3109170"/>
                <a:ext cx="73440" cy="117360"/>
              </p14:xfrm>
            </p:contentPart>
          </mc:Choice>
          <mc:Fallback xmlns="">
            <p:pic>
              <p:nvPicPr>
                <p:cNvPr id="244" name="Ink 243">
                  <a:extLst>
                    <a:ext uri="{FF2B5EF4-FFF2-40B4-BE49-F238E27FC236}">
                      <a16:creationId xmlns:a16="http://schemas.microsoft.com/office/drawing/2014/main" id="{A21B3CCA-1A4F-D2E6-1427-7375AFBE2281}"/>
                    </a:ext>
                  </a:extLst>
                </p:cNvPr>
                <p:cNvPicPr/>
                <p:nvPr/>
              </p:nvPicPr>
              <p:blipFill>
                <a:blip r:embed="rId232"/>
                <a:stretch>
                  <a:fillRect/>
                </a:stretch>
              </p:blipFill>
              <p:spPr>
                <a:xfrm>
                  <a:off x="7606129" y="3100170"/>
                  <a:ext cx="9108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245" name="Ink 244">
                  <a:extLst>
                    <a:ext uri="{FF2B5EF4-FFF2-40B4-BE49-F238E27FC236}">
                      <a16:creationId xmlns:a16="http://schemas.microsoft.com/office/drawing/2014/main" id="{0FBD4D12-C57F-2F92-BD25-0721E55EDB3F}"/>
                    </a:ext>
                  </a:extLst>
                </p14:cNvPr>
                <p14:cNvContentPartPr/>
                <p14:nvPr/>
              </p14:nvContentPartPr>
              <p14:xfrm>
                <a:off x="7648969" y="3180810"/>
                <a:ext cx="42480" cy="6480"/>
              </p14:xfrm>
            </p:contentPart>
          </mc:Choice>
          <mc:Fallback xmlns="">
            <p:pic>
              <p:nvPicPr>
                <p:cNvPr id="245" name="Ink 244">
                  <a:extLst>
                    <a:ext uri="{FF2B5EF4-FFF2-40B4-BE49-F238E27FC236}">
                      <a16:creationId xmlns:a16="http://schemas.microsoft.com/office/drawing/2014/main" id="{0FBD4D12-C57F-2F92-BD25-0721E55EDB3F}"/>
                    </a:ext>
                  </a:extLst>
                </p:cNvPr>
                <p:cNvPicPr/>
                <p:nvPr/>
              </p:nvPicPr>
              <p:blipFill>
                <a:blip r:embed="rId234"/>
                <a:stretch>
                  <a:fillRect/>
                </a:stretch>
              </p:blipFill>
              <p:spPr>
                <a:xfrm>
                  <a:off x="7640329" y="3171810"/>
                  <a:ext cx="601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35">
              <p14:nvContentPartPr>
                <p14:cNvPr id="246" name="Ink 245">
                  <a:extLst>
                    <a:ext uri="{FF2B5EF4-FFF2-40B4-BE49-F238E27FC236}">
                      <a16:creationId xmlns:a16="http://schemas.microsoft.com/office/drawing/2014/main" id="{6724B65B-DCDB-072F-6677-758B6D4932E8}"/>
                    </a:ext>
                  </a:extLst>
                </p14:cNvPr>
                <p14:cNvContentPartPr/>
                <p14:nvPr/>
              </p14:nvContentPartPr>
              <p14:xfrm>
                <a:off x="7623769" y="3180090"/>
                <a:ext cx="49320" cy="8280"/>
              </p14:xfrm>
            </p:contentPart>
          </mc:Choice>
          <mc:Fallback xmlns="">
            <p:pic>
              <p:nvPicPr>
                <p:cNvPr id="246" name="Ink 245">
                  <a:extLst>
                    <a:ext uri="{FF2B5EF4-FFF2-40B4-BE49-F238E27FC236}">
                      <a16:creationId xmlns:a16="http://schemas.microsoft.com/office/drawing/2014/main" id="{6724B65B-DCDB-072F-6677-758B6D4932E8}"/>
                    </a:ext>
                  </a:extLst>
                </p:cNvPr>
                <p:cNvPicPr/>
                <p:nvPr/>
              </p:nvPicPr>
              <p:blipFill>
                <a:blip r:embed="rId236"/>
                <a:stretch>
                  <a:fillRect/>
                </a:stretch>
              </p:blipFill>
              <p:spPr>
                <a:xfrm>
                  <a:off x="7614769" y="3171090"/>
                  <a:ext cx="66960" cy="2592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247" name="Ink 246">
                  <a:extLst>
                    <a:ext uri="{FF2B5EF4-FFF2-40B4-BE49-F238E27FC236}">
                      <a16:creationId xmlns:a16="http://schemas.microsoft.com/office/drawing/2014/main" id="{B01EA809-CBCC-690D-43BE-33BAB9C518B9}"/>
                    </a:ext>
                  </a:extLst>
                </p14:cNvPr>
                <p14:cNvContentPartPr/>
                <p14:nvPr/>
              </p14:nvContentPartPr>
              <p14:xfrm>
                <a:off x="7722769" y="3106650"/>
                <a:ext cx="51480" cy="110880"/>
              </p14:xfrm>
            </p:contentPart>
          </mc:Choice>
          <mc:Fallback xmlns="">
            <p:pic>
              <p:nvPicPr>
                <p:cNvPr id="247" name="Ink 246">
                  <a:extLst>
                    <a:ext uri="{FF2B5EF4-FFF2-40B4-BE49-F238E27FC236}">
                      <a16:creationId xmlns:a16="http://schemas.microsoft.com/office/drawing/2014/main" id="{B01EA809-CBCC-690D-43BE-33BAB9C518B9}"/>
                    </a:ext>
                  </a:extLst>
                </p:cNvPr>
                <p:cNvPicPr/>
                <p:nvPr/>
              </p:nvPicPr>
              <p:blipFill>
                <a:blip r:embed="rId238"/>
                <a:stretch>
                  <a:fillRect/>
                </a:stretch>
              </p:blipFill>
              <p:spPr>
                <a:xfrm>
                  <a:off x="7713769" y="3098010"/>
                  <a:ext cx="69120" cy="128520"/>
                </a:xfrm>
                <a:prstGeom prst="rect">
                  <a:avLst/>
                </a:prstGeom>
              </p:spPr>
            </p:pic>
          </mc:Fallback>
        </mc:AlternateContent>
        <mc:AlternateContent xmlns:mc="http://schemas.openxmlformats.org/markup-compatibility/2006" xmlns:p14="http://schemas.microsoft.com/office/powerpoint/2010/main">
          <mc:Choice Requires="p14">
            <p:contentPart p14:bwMode="auto" r:id="rId239">
              <p14:nvContentPartPr>
                <p14:cNvPr id="248" name="Ink 247">
                  <a:extLst>
                    <a:ext uri="{FF2B5EF4-FFF2-40B4-BE49-F238E27FC236}">
                      <a16:creationId xmlns:a16="http://schemas.microsoft.com/office/drawing/2014/main" id="{DDCE4973-9337-FA5C-0657-3616B8609FDD}"/>
                    </a:ext>
                  </a:extLst>
                </p14:cNvPr>
                <p14:cNvContentPartPr/>
                <p14:nvPr/>
              </p14:nvContentPartPr>
              <p14:xfrm>
                <a:off x="7949569" y="3100530"/>
                <a:ext cx="66960" cy="132840"/>
              </p14:xfrm>
            </p:contentPart>
          </mc:Choice>
          <mc:Fallback xmlns="">
            <p:pic>
              <p:nvPicPr>
                <p:cNvPr id="248" name="Ink 247">
                  <a:extLst>
                    <a:ext uri="{FF2B5EF4-FFF2-40B4-BE49-F238E27FC236}">
                      <a16:creationId xmlns:a16="http://schemas.microsoft.com/office/drawing/2014/main" id="{DDCE4973-9337-FA5C-0657-3616B8609FDD}"/>
                    </a:ext>
                  </a:extLst>
                </p:cNvPr>
                <p:cNvPicPr/>
                <p:nvPr/>
              </p:nvPicPr>
              <p:blipFill>
                <a:blip r:embed="rId240"/>
                <a:stretch>
                  <a:fillRect/>
                </a:stretch>
              </p:blipFill>
              <p:spPr>
                <a:xfrm>
                  <a:off x="7940569" y="3091890"/>
                  <a:ext cx="84600" cy="15048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249" name="Ink 248">
                  <a:extLst>
                    <a:ext uri="{FF2B5EF4-FFF2-40B4-BE49-F238E27FC236}">
                      <a16:creationId xmlns:a16="http://schemas.microsoft.com/office/drawing/2014/main" id="{9F0FC405-6BA0-4139-F34C-31B3F1207589}"/>
                    </a:ext>
                  </a:extLst>
                </p14:cNvPr>
                <p14:cNvContentPartPr/>
                <p14:nvPr/>
              </p14:nvContentPartPr>
              <p14:xfrm>
                <a:off x="7960729" y="3168570"/>
                <a:ext cx="56880" cy="6480"/>
              </p14:xfrm>
            </p:contentPart>
          </mc:Choice>
          <mc:Fallback xmlns="">
            <p:pic>
              <p:nvPicPr>
                <p:cNvPr id="249" name="Ink 248">
                  <a:extLst>
                    <a:ext uri="{FF2B5EF4-FFF2-40B4-BE49-F238E27FC236}">
                      <a16:creationId xmlns:a16="http://schemas.microsoft.com/office/drawing/2014/main" id="{9F0FC405-6BA0-4139-F34C-31B3F1207589}"/>
                    </a:ext>
                  </a:extLst>
                </p:cNvPr>
                <p:cNvPicPr/>
                <p:nvPr/>
              </p:nvPicPr>
              <p:blipFill>
                <a:blip r:embed="rId242"/>
                <a:stretch>
                  <a:fillRect/>
                </a:stretch>
              </p:blipFill>
              <p:spPr>
                <a:xfrm>
                  <a:off x="7951729" y="3159570"/>
                  <a:ext cx="74520" cy="2412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250" name="Ink 249">
                  <a:extLst>
                    <a:ext uri="{FF2B5EF4-FFF2-40B4-BE49-F238E27FC236}">
                      <a16:creationId xmlns:a16="http://schemas.microsoft.com/office/drawing/2014/main" id="{0073612B-ECE2-A058-60C2-25103179D4E3}"/>
                    </a:ext>
                  </a:extLst>
                </p14:cNvPr>
                <p14:cNvContentPartPr/>
                <p14:nvPr/>
              </p14:nvContentPartPr>
              <p14:xfrm>
                <a:off x="8055409" y="3114570"/>
                <a:ext cx="60840" cy="96120"/>
              </p14:xfrm>
            </p:contentPart>
          </mc:Choice>
          <mc:Fallback xmlns="">
            <p:pic>
              <p:nvPicPr>
                <p:cNvPr id="250" name="Ink 249">
                  <a:extLst>
                    <a:ext uri="{FF2B5EF4-FFF2-40B4-BE49-F238E27FC236}">
                      <a16:creationId xmlns:a16="http://schemas.microsoft.com/office/drawing/2014/main" id="{0073612B-ECE2-A058-60C2-25103179D4E3}"/>
                    </a:ext>
                  </a:extLst>
                </p:cNvPr>
                <p:cNvPicPr/>
                <p:nvPr/>
              </p:nvPicPr>
              <p:blipFill>
                <a:blip r:embed="rId244"/>
                <a:stretch>
                  <a:fillRect/>
                </a:stretch>
              </p:blipFill>
              <p:spPr>
                <a:xfrm>
                  <a:off x="8046409" y="3105930"/>
                  <a:ext cx="78480" cy="11376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251" name="Ink 250">
                  <a:extLst>
                    <a:ext uri="{FF2B5EF4-FFF2-40B4-BE49-F238E27FC236}">
                      <a16:creationId xmlns:a16="http://schemas.microsoft.com/office/drawing/2014/main" id="{9207626F-A513-CA23-DB16-61F8D7B37D99}"/>
                    </a:ext>
                  </a:extLst>
                </p14:cNvPr>
                <p14:cNvContentPartPr/>
                <p14:nvPr/>
              </p14:nvContentPartPr>
              <p14:xfrm>
                <a:off x="8263129" y="3106290"/>
                <a:ext cx="88200" cy="122400"/>
              </p14:xfrm>
            </p:contentPart>
          </mc:Choice>
          <mc:Fallback xmlns="">
            <p:pic>
              <p:nvPicPr>
                <p:cNvPr id="251" name="Ink 250">
                  <a:extLst>
                    <a:ext uri="{FF2B5EF4-FFF2-40B4-BE49-F238E27FC236}">
                      <a16:creationId xmlns:a16="http://schemas.microsoft.com/office/drawing/2014/main" id="{9207626F-A513-CA23-DB16-61F8D7B37D99}"/>
                    </a:ext>
                  </a:extLst>
                </p:cNvPr>
                <p:cNvPicPr/>
                <p:nvPr/>
              </p:nvPicPr>
              <p:blipFill>
                <a:blip r:embed="rId246"/>
                <a:stretch>
                  <a:fillRect/>
                </a:stretch>
              </p:blipFill>
              <p:spPr>
                <a:xfrm>
                  <a:off x="8254489" y="3097290"/>
                  <a:ext cx="10584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252" name="Ink 251">
                  <a:extLst>
                    <a:ext uri="{FF2B5EF4-FFF2-40B4-BE49-F238E27FC236}">
                      <a16:creationId xmlns:a16="http://schemas.microsoft.com/office/drawing/2014/main" id="{81611EBF-966C-B61F-003D-49AD7A31544B}"/>
                    </a:ext>
                  </a:extLst>
                </p14:cNvPr>
                <p14:cNvContentPartPr/>
                <p14:nvPr/>
              </p14:nvContentPartPr>
              <p14:xfrm>
                <a:off x="8289769" y="3173970"/>
                <a:ext cx="64800" cy="9720"/>
              </p14:xfrm>
            </p:contentPart>
          </mc:Choice>
          <mc:Fallback xmlns="">
            <p:pic>
              <p:nvPicPr>
                <p:cNvPr id="252" name="Ink 251">
                  <a:extLst>
                    <a:ext uri="{FF2B5EF4-FFF2-40B4-BE49-F238E27FC236}">
                      <a16:creationId xmlns:a16="http://schemas.microsoft.com/office/drawing/2014/main" id="{81611EBF-966C-B61F-003D-49AD7A31544B}"/>
                    </a:ext>
                  </a:extLst>
                </p:cNvPr>
                <p:cNvPicPr/>
                <p:nvPr/>
              </p:nvPicPr>
              <p:blipFill>
                <a:blip r:embed="rId248"/>
                <a:stretch>
                  <a:fillRect/>
                </a:stretch>
              </p:blipFill>
              <p:spPr>
                <a:xfrm>
                  <a:off x="8281129" y="3165330"/>
                  <a:ext cx="82440" cy="2736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253" name="Ink 252">
                  <a:extLst>
                    <a:ext uri="{FF2B5EF4-FFF2-40B4-BE49-F238E27FC236}">
                      <a16:creationId xmlns:a16="http://schemas.microsoft.com/office/drawing/2014/main" id="{CDB23A7F-43F9-5E95-E186-DE04C1E612EB}"/>
                    </a:ext>
                  </a:extLst>
                </p14:cNvPr>
                <p14:cNvContentPartPr/>
                <p14:nvPr/>
              </p14:nvContentPartPr>
              <p14:xfrm>
                <a:off x="8382649" y="3135810"/>
                <a:ext cx="61560" cy="83520"/>
              </p14:xfrm>
            </p:contentPart>
          </mc:Choice>
          <mc:Fallback xmlns="">
            <p:pic>
              <p:nvPicPr>
                <p:cNvPr id="253" name="Ink 252">
                  <a:extLst>
                    <a:ext uri="{FF2B5EF4-FFF2-40B4-BE49-F238E27FC236}">
                      <a16:creationId xmlns:a16="http://schemas.microsoft.com/office/drawing/2014/main" id="{CDB23A7F-43F9-5E95-E186-DE04C1E612EB}"/>
                    </a:ext>
                  </a:extLst>
                </p:cNvPr>
                <p:cNvPicPr/>
                <p:nvPr/>
              </p:nvPicPr>
              <p:blipFill>
                <a:blip r:embed="rId250"/>
                <a:stretch>
                  <a:fillRect/>
                </a:stretch>
              </p:blipFill>
              <p:spPr>
                <a:xfrm>
                  <a:off x="8374009" y="3126810"/>
                  <a:ext cx="7920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254" name="Ink 253">
                  <a:extLst>
                    <a:ext uri="{FF2B5EF4-FFF2-40B4-BE49-F238E27FC236}">
                      <a16:creationId xmlns:a16="http://schemas.microsoft.com/office/drawing/2014/main" id="{00D87A4C-1A09-6118-57D4-EBE5E9210699}"/>
                    </a:ext>
                  </a:extLst>
                </p14:cNvPr>
                <p14:cNvContentPartPr/>
                <p14:nvPr/>
              </p14:nvContentPartPr>
              <p14:xfrm>
                <a:off x="8277889" y="2806050"/>
                <a:ext cx="82440" cy="122040"/>
              </p14:xfrm>
            </p:contentPart>
          </mc:Choice>
          <mc:Fallback xmlns="">
            <p:pic>
              <p:nvPicPr>
                <p:cNvPr id="254" name="Ink 253">
                  <a:extLst>
                    <a:ext uri="{FF2B5EF4-FFF2-40B4-BE49-F238E27FC236}">
                      <a16:creationId xmlns:a16="http://schemas.microsoft.com/office/drawing/2014/main" id="{00D87A4C-1A09-6118-57D4-EBE5E9210699}"/>
                    </a:ext>
                  </a:extLst>
                </p:cNvPr>
                <p:cNvPicPr/>
                <p:nvPr/>
              </p:nvPicPr>
              <p:blipFill>
                <a:blip r:embed="rId252"/>
                <a:stretch>
                  <a:fillRect/>
                </a:stretch>
              </p:blipFill>
              <p:spPr>
                <a:xfrm>
                  <a:off x="8268889" y="2797410"/>
                  <a:ext cx="10008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255" name="Ink 254">
                  <a:extLst>
                    <a:ext uri="{FF2B5EF4-FFF2-40B4-BE49-F238E27FC236}">
                      <a16:creationId xmlns:a16="http://schemas.microsoft.com/office/drawing/2014/main" id="{77838338-1B82-8E7C-71BD-CB6E608D73B3}"/>
                    </a:ext>
                  </a:extLst>
                </p14:cNvPr>
                <p14:cNvContentPartPr/>
                <p14:nvPr/>
              </p14:nvContentPartPr>
              <p14:xfrm>
                <a:off x="8281849" y="2882010"/>
                <a:ext cx="63720" cy="5040"/>
              </p14:xfrm>
            </p:contentPart>
          </mc:Choice>
          <mc:Fallback xmlns="">
            <p:pic>
              <p:nvPicPr>
                <p:cNvPr id="255" name="Ink 254">
                  <a:extLst>
                    <a:ext uri="{FF2B5EF4-FFF2-40B4-BE49-F238E27FC236}">
                      <a16:creationId xmlns:a16="http://schemas.microsoft.com/office/drawing/2014/main" id="{77838338-1B82-8E7C-71BD-CB6E608D73B3}"/>
                    </a:ext>
                  </a:extLst>
                </p:cNvPr>
                <p:cNvPicPr/>
                <p:nvPr/>
              </p:nvPicPr>
              <p:blipFill>
                <a:blip r:embed="rId254"/>
                <a:stretch>
                  <a:fillRect/>
                </a:stretch>
              </p:blipFill>
              <p:spPr>
                <a:xfrm>
                  <a:off x="8272849" y="2873010"/>
                  <a:ext cx="81360" cy="2268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256" name="Ink 255">
                  <a:extLst>
                    <a:ext uri="{FF2B5EF4-FFF2-40B4-BE49-F238E27FC236}">
                      <a16:creationId xmlns:a16="http://schemas.microsoft.com/office/drawing/2014/main" id="{DD8DB911-3DC6-F4BD-114E-8DA60E6A0D79}"/>
                    </a:ext>
                  </a:extLst>
                </p14:cNvPr>
                <p14:cNvContentPartPr/>
                <p14:nvPr/>
              </p14:nvContentPartPr>
              <p14:xfrm>
                <a:off x="8402809" y="2860050"/>
                <a:ext cx="78480" cy="50400"/>
              </p14:xfrm>
            </p:contentPart>
          </mc:Choice>
          <mc:Fallback xmlns="">
            <p:pic>
              <p:nvPicPr>
                <p:cNvPr id="256" name="Ink 255">
                  <a:extLst>
                    <a:ext uri="{FF2B5EF4-FFF2-40B4-BE49-F238E27FC236}">
                      <a16:creationId xmlns:a16="http://schemas.microsoft.com/office/drawing/2014/main" id="{DD8DB911-3DC6-F4BD-114E-8DA60E6A0D79}"/>
                    </a:ext>
                  </a:extLst>
                </p:cNvPr>
                <p:cNvPicPr/>
                <p:nvPr/>
              </p:nvPicPr>
              <p:blipFill>
                <a:blip r:embed="rId256"/>
                <a:stretch>
                  <a:fillRect/>
                </a:stretch>
              </p:blipFill>
              <p:spPr>
                <a:xfrm>
                  <a:off x="8393809" y="2851050"/>
                  <a:ext cx="96120" cy="6804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257" name="Ink 256">
                  <a:extLst>
                    <a:ext uri="{FF2B5EF4-FFF2-40B4-BE49-F238E27FC236}">
                      <a16:creationId xmlns:a16="http://schemas.microsoft.com/office/drawing/2014/main" id="{61D539AE-0F65-391F-FA28-5BBFE39FA52F}"/>
                    </a:ext>
                  </a:extLst>
                </p14:cNvPr>
                <p14:cNvContentPartPr/>
                <p14:nvPr/>
              </p14:nvContentPartPr>
              <p14:xfrm>
                <a:off x="8437009" y="2865810"/>
                <a:ext cx="32040" cy="92520"/>
              </p14:xfrm>
            </p:contentPart>
          </mc:Choice>
          <mc:Fallback xmlns="">
            <p:pic>
              <p:nvPicPr>
                <p:cNvPr id="257" name="Ink 256">
                  <a:extLst>
                    <a:ext uri="{FF2B5EF4-FFF2-40B4-BE49-F238E27FC236}">
                      <a16:creationId xmlns:a16="http://schemas.microsoft.com/office/drawing/2014/main" id="{61D539AE-0F65-391F-FA28-5BBFE39FA52F}"/>
                    </a:ext>
                  </a:extLst>
                </p:cNvPr>
                <p:cNvPicPr/>
                <p:nvPr/>
              </p:nvPicPr>
              <p:blipFill>
                <a:blip r:embed="rId258"/>
                <a:stretch>
                  <a:fillRect/>
                </a:stretch>
              </p:blipFill>
              <p:spPr>
                <a:xfrm>
                  <a:off x="8428009" y="2856810"/>
                  <a:ext cx="49680" cy="110160"/>
                </a:xfrm>
                <a:prstGeom prst="rect">
                  <a:avLst/>
                </a:prstGeom>
              </p:spPr>
            </p:pic>
          </mc:Fallback>
        </mc:AlternateContent>
        <mc:AlternateContent xmlns:mc="http://schemas.openxmlformats.org/markup-compatibility/2006" xmlns:p14="http://schemas.microsoft.com/office/powerpoint/2010/main">
          <mc:Choice Requires="p14">
            <p:contentPart p14:bwMode="auto" r:id="rId259">
              <p14:nvContentPartPr>
                <p14:cNvPr id="260" name="Ink 259">
                  <a:extLst>
                    <a:ext uri="{FF2B5EF4-FFF2-40B4-BE49-F238E27FC236}">
                      <a16:creationId xmlns:a16="http://schemas.microsoft.com/office/drawing/2014/main" id="{3607B234-2E07-9C96-8161-848D014C8D27}"/>
                    </a:ext>
                  </a:extLst>
                </p14:cNvPr>
                <p14:cNvContentPartPr/>
                <p14:nvPr/>
              </p14:nvContentPartPr>
              <p14:xfrm>
                <a:off x="7922929" y="2790930"/>
                <a:ext cx="73800" cy="137160"/>
              </p14:xfrm>
            </p:contentPart>
          </mc:Choice>
          <mc:Fallback xmlns="">
            <p:pic>
              <p:nvPicPr>
                <p:cNvPr id="260" name="Ink 259">
                  <a:extLst>
                    <a:ext uri="{FF2B5EF4-FFF2-40B4-BE49-F238E27FC236}">
                      <a16:creationId xmlns:a16="http://schemas.microsoft.com/office/drawing/2014/main" id="{3607B234-2E07-9C96-8161-848D014C8D27}"/>
                    </a:ext>
                  </a:extLst>
                </p:cNvPr>
                <p:cNvPicPr/>
                <p:nvPr/>
              </p:nvPicPr>
              <p:blipFill>
                <a:blip r:embed="rId260"/>
                <a:stretch>
                  <a:fillRect/>
                </a:stretch>
              </p:blipFill>
              <p:spPr>
                <a:xfrm>
                  <a:off x="7913929" y="2781930"/>
                  <a:ext cx="91440" cy="154800"/>
                </a:xfrm>
                <a:prstGeom prst="rect">
                  <a:avLst/>
                </a:prstGeom>
              </p:spPr>
            </p:pic>
          </mc:Fallback>
        </mc:AlternateContent>
        <mc:AlternateContent xmlns:mc="http://schemas.openxmlformats.org/markup-compatibility/2006" xmlns:p14="http://schemas.microsoft.com/office/powerpoint/2010/main">
          <mc:Choice Requires="p14">
            <p:contentPart p14:bwMode="auto" r:id="rId261">
              <p14:nvContentPartPr>
                <p14:cNvPr id="261" name="Ink 260">
                  <a:extLst>
                    <a:ext uri="{FF2B5EF4-FFF2-40B4-BE49-F238E27FC236}">
                      <a16:creationId xmlns:a16="http://schemas.microsoft.com/office/drawing/2014/main" id="{0C7E142A-8EB2-7AF7-FBBF-40E9F5130433}"/>
                    </a:ext>
                  </a:extLst>
                </p14:cNvPr>
                <p14:cNvContentPartPr/>
                <p14:nvPr/>
              </p14:nvContentPartPr>
              <p14:xfrm>
                <a:off x="7946329" y="2871930"/>
                <a:ext cx="51840" cy="10080"/>
              </p14:xfrm>
            </p:contentPart>
          </mc:Choice>
          <mc:Fallback xmlns="">
            <p:pic>
              <p:nvPicPr>
                <p:cNvPr id="261" name="Ink 260">
                  <a:extLst>
                    <a:ext uri="{FF2B5EF4-FFF2-40B4-BE49-F238E27FC236}">
                      <a16:creationId xmlns:a16="http://schemas.microsoft.com/office/drawing/2014/main" id="{0C7E142A-8EB2-7AF7-FBBF-40E9F5130433}"/>
                    </a:ext>
                  </a:extLst>
                </p:cNvPr>
                <p:cNvPicPr/>
                <p:nvPr/>
              </p:nvPicPr>
              <p:blipFill>
                <a:blip r:embed="rId262"/>
                <a:stretch>
                  <a:fillRect/>
                </a:stretch>
              </p:blipFill>
              <p:spPr>
                <a:xfrm>
                  <a:off x="7937689" y="2862930"/>
                  <a:ext cx="69480" cy="27720"/>
                </a:xfrm>
                <a:prstGeom prst="rect">
                  <a:avLst/>
                </a:prstGeom>
              </p:spPr>
            </p:pic>
          </mc:Fallback>
        </mc:AlternateContent>
        <mc:AlternateContent xmlns:mc="http://schemas.openxmlformats.org/markup-compatibility/2006" xmlns:p14="http://schemas.microsoft.com/office/powerpoint/2010/main">
          <mc:Choice Requires="p14">
            <p:contentPart p14:bwMode="auto" r:id="rId263">
              <p14:nvContentPartPr>
                <p14:cNvPr id="262" name="Ink 261">
                  <a:extLst>
                    <a:ext uri="{FF2B5EF4-FFF2-40B4-BE49-F238E27FC236}">
                      <a16:creationId xmlns:a16="http://schemas.microsoft.com/office/drawing/2014/main" id="{04713F05-45A8-E4CC-9D5C-4774E4E8DD7A}"/>
                    </a:ext>
                  </a:extLst>
                </p14:cNvPr>
                <p14:cNvContentPartPr/>
                <p14:nvPr/>
              </p14:nvContentPartPr>
              <p14:xfrm>
                <a:off x="8037409" y="2830170"/>
                <a:ext cx="65160" cy="82080"/>
              </p14:xfrm>
            </p:contentPart>
          </mc:Choice>
          <mc:Fallback xmlns="">
            <p:pic>
              <p:nvPicPr>
                <p:cNvPr id="262" name="Ink 261">
                  <a:extLst>
                    <a:ext uri="{FF2B5EF4-FFF2-40B4-BE49-F238E27FC236}">
                      <a16:creationId xmlns:a16="http://schemas.microsoft.com/office/drawing/2014/main" id="{04713F05-45A8-E4CC-9D5C-4774E4E8DD7A}"/>
                    </a:ext>
                  </a:extLst>
                </p:cNvPr>
                <p:cNvPicPr/>
                <p:nvPr/>
              </p:nvPicPr>
              <p:blipFill>
                <a:blip r:embed="rId264"/>
                <a:stretch>
                  <a:fillRect/>
                </a:stretch>
              </p:blipFill>
              <p:spPr>
                <a:xfrm>
                  <a:off x="8028409" y="2821530"/>
                  <a:ext cx="8280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265">
              <p14:nvContentPartPr>
                <p14:cNvPr id="263" name="Ink 262">
                  <a:extLst>
                    <a:ext uri="{FF2B5EF4-FFF2-40B4-BE49-F238E27FC236}">
                      <a16:creationId xmlns:a16="http://schemas.microsoft.com/office/drawing/2014/main" id="{7D3B05F3-00F4-45C9-E1EB-53851FCE2F47}"/>
                    </a:ext>
                  </a:extLst>
                </p14:cNvPr>
                <p14:cNvContentPartPr/>
                <p14:nvPr/>
              </p14:nvContentPartPr>
              <p14:xfrm>
                <a:off x="7615849" y="2794890"/>
                <a:ext cx="83520" cy="142200"/>
              </p14:xfrm>
            </p:contentPart>
          </mc:Choice>
          <mc:Fallback xmlns="">
            <p:pic>
              <p:nvPicPr>
                <p:cNvPr id="263" name="Ink 262">
                  <a:extLst>
                    <a:ext uri="{FF2B5EF4-FFF2-40B4-BE49-F238E27FC236}">
                      <a16:creationId xmlns:a16="http://schemas.microsoft.com/office/drawing/2014/main" id="{7D3B05F3-00F4-45C9-E1EB-53851FCE2F47}"/>
                    </a:ext>
                  </a:extLst>
                </p:cNvPr>
                <p:cNvPicPr/>
                <p:nvPr/>
              </p:nvPicPr>
              <p:blipFill>
                <a:blip r:embed="rId266"/>
                <a:stretch>
                  <a:fillRect/>
                </a:stretch>
              </p:blipFill>
              <p:spPr>
                <a:xfrm>
                  <a:off x="7607209" y="2786250"/>
                  <a:ext cx="101160" cy="159840"/>
                </a:xfrm>
                <a:prstGeom prst="rect">
                  <a:avLst/>
                </a:prstGeom>
              </p:spPr>
            </p:pic>
          </mc:Fallback>
        </mc:AlternateContent>
        <mc:AlternateContent xmlns:mc="http://schemas.openxmlformats.org/markup-compatibility/2006" xmlns:p14="http://schemas.microsoft.com/office/powerpoint/2010/main">
          <mc:Choice Requires="p14">
            <p:contentPart p14:bwMode="auto" r:id="rId267">
              <p14:nvContentPartPr>
                <p14:cNvPr id="264" name="Ink 263">
                  <a:extLst>
                    <a:ext uri="{FF2B5EF4-FFF2-40B4-BE49-F238E27FC236}">
                      <a16:creationId xmlns:a16="http://schemas.microsoft.com/office/drawing/2014/main" id="{67927EB4-116D-E46E-A624-41472298DD13}"/>
                    </a:ext>
                  </a:extLst>
                </p14:cNvPr>
                <p14:cNvContentPartPr/>
                <p14:nvPr/>
              </p14:nvContentPartPr>
              <p14:xfrm>
                <a:off x="7626649" y="2865810"/>
                <a:ext cx="64440" cy="7920"/>
              </p14:xfrm>
            </p:contentPart>
          </mc:Choice>
          <mc:Fallback xmlns="">
            <p:pic>
              <p:nvPicPr>
                <p:cNvPr id="264" name="Ink 263">
                  <a:extLst>
                    <a:ext uri="{FF2B5EF4-FFF2-40B4-BE49-F238E27FC236}">
                      <a16:creationId xmlns:a16="http://schemas.microsoft.com/office/drawing/2014/main" id="{67927EB4-116D-E46E-A624-41472298DD13}"/>
                    </a:ext>
                  </a:extLst>
                </p:cNvPr>
                <p:cNvPicPr/>
                <p:nvPr/>
              </p:nvPicPr>
              <p:blipFill>
                <a:blip r:embed="rId268"/>
                <a:stretch>
                  <a:fillRect/>
                </a:stretch>
              </p:blipFill>
              <p:spPr>
                <a:xfrm>
                  <a:off x="7618009" y="2856810"/>
                  <a:ext cx="82080" cy="25560"/>
                </a:xfrm>
                <a:prstGeom prst="rect">
                  <a:avLst/>
                </a:prstGeom>
              </p:spPr>
            </p:pic>
          </mc:Fallback>
        </mc:AlternateContent>
        <mc:AlternateContent xmlns:mc="http://schemas.openxmlformats.org/markup-compatibility/2006" xmlns:p14="http://schemas.microsoft.com/office/powerpoint/2010/main">
          <mc:Choice Requires="p14">
            <p:contentPart p14:bwMode="auto" r:id="rId269">
              <p14:nvContentPartPr>
                <p14:cNvPr id="265" name="Ink 264">
                  <a:extLst>
                    <a:ext uri="{FF2B5EF4-FFF2-40B4-BE49-F238E27FC236}">
                      <a16:creationId xmlns:a16="http://schemas.microsoft.com/office/drawing/2014/main" id="{AB65002C-A4EF-326E-BB59-58F465B549CE}"/>
                    </a:ext>
                  </a:extLst>
                </p14:cNvPr>
                <p14:cNvContentPartPr/>
                <p14:nvPr/>
              </p14:nvContentPartPr>
              <p14:xfrm>
                <a:off x="7742929" y="2835210"/>
                <a:ext cx="61560" cy="93240"/>
              </p14:xfrm>
            </p:contentPart>
          </mc:Choice>
          <mc:Fallback xmlns="">
            <p:pic>
              <p:nvPicPr>
                <p:cNvPr id="265" name="Ink 264">
                  <a:extLst>
                    <a:ext uri="{FF2B5EF4-FFF2-40B4-BE49-F238E27FC236}">
                      <a16:creationId xmlns:a16="http://schemas.microsoft.com/office/drawing/2014/main" id="{AB65002C-A4EF-326E-BB59-58F465B549CE}"/>
                    </a:ext>
                  </a:extLst>
                </p:cNvPr>
                <p:cNvPicPr/>
                <p:nvPr/>
              </p:nvPicPr>
              <p:blipFill>
                <a:blip r:embed="rId270"/>
                <a:stretch>
                  <a:fillRect/>
                </a:stretch>
              </p:blipFill>
              <p:spPr>
                <a:xfrm>
                  <a:off x="7734289" y="2826570"/>
                  <a:ext cx="79200" cy="110880"/>
                </a:xfrm>
                <a:prstGeom prst="rect">
                  <a:avLst/>
                </a:prstGeom>
              </p:spPr>
            </p:pic>
          </mc:Fallback>
        </mc:AlternateContent>
        <mc:AlternateContent xmlns:mc="http://schemas.openxmlformats.org/markup-compatibility/2006" xmlns:p14="http://schemas.microsoft.com/office/powerpoint/2010/main">
          <mc:Choice Requires="p14">
            <p:contentPart p14:bwMode="auto" r:id="rId271">
              <p14:nvContentPartPr>
                <p14:cNvPr id="267" name="Ink 266">
                  <a:extLst>
                    <a:ext uri="{FF2B5EF4-FFF2-40B4-BE49-F238E27FC236}">
                      <a16:creationId xmlns:a16="http://schemas.microsoft.com/office/drawing/2014/main" id="{7BEC4F9B-8841-0314-DEC6-2A42E0786101}"/>
                    </a:ext>
                  </a:extLst>
                </p14:cNvPr>
                <p14:cNvContentPartPr/>
                <p14:nvPr/>
              </p14:nvContentPartPr>
              <p14:xfrm>
                <a:off x="7306609" y="3077130"/>
                <a:ext cx="95400" cy="165960"/>
              </p14:xfrm>
            </p:contentPart>
          </mc:Choice>
          <mc:Fallback xmlns="">
            <p:pic>
              <p:nvPicPr>
                <p:cNvPr id="267" name="Ink 266">
                  <a:extLst>
                    <a:ext uri="{FF2B5EF4-FFF2-40B4-BE49-F238E27FC236}">
                      <a16:creationId xmlns:a16="http://schemas.microsoft.com/office/drawing/2014/main" id="{7BEC4F9B-8841-0314-DEC6-2A42E0786101}"/>
                    </a:ext>
                  </a:extLst>
                </p:cNvPr>
                <p:cNvPicPr/>
                <p:nvPr/>
              </p:nvPicPr>
              <p:blipFill>
                <a:blip r:embed="rId272"/>
                <a:stretch>
                  <a:fillRect/>
                </a:stretch>
              </p:blipFill>
              <p:spPr>
                <a:xfrm>
                  <a:off x="7297969" y="3068130"/>
                  <a:ext cx="113040" cy="183600"/>
                </a:xfrm>
                <a:prstGeom prst="rect">
                  <a:avLst/>
                </a:prstGeom>
              </p:spPr>
            </p:pic>
          </mc:Fallback>
        </mc:AlternateContent>
        <mc:AlternateContent xmlns:mc="http://schemas.openxmlformats.org/markup-compatibility/2006" xmlns:p14="http://schemas.microsoft.com/office/powerpoint/2010/main">
          <mc:Choice Requires="p14">
            <p:contentPart p14:bwMode="auto" r:id="rId273">
              <p14:nvContentPartPr>
                <p14:cNvPr id="268" name="Ink 267">
                  <a:extLst>
                    <a:ext uri="{FF2B5EF4-FFF2-40B4-BE49-F238E27FC236}">
                      <a16:creationId xmlns:a16="http://schemas.microsoft.com/office/drawing/2014/main" id="{7B910609-EE5B-068B-AC35-F463582426CD}"/>
                    </a:ext>
                  </a:extLst>
                </p14:cNvPr>
                <p14:cNvContentPartPr/>
                <p14:nvPr/>
              </p14:nvContentPartPr>
              <p14:xfrm>
                <a:off x="7328929" y="3167490"/>
                <a:ext cx="68040" cy="11880"/>
              </p14:xfrm>
            </p:contentPart>
          </mc:Choice>
          <mc:Fallback xmlns="">
            <p:pic>
              <p:nvPicPr>
                <p:cNvPr id="268" name="Ink 267">
                  <a:extLst>
                    <a:ext uri="{FF2B5EF4-FFF2-40B4-BE49-F238E27FC236}">
                      <a16:creationId xmlns:a16="http://schemas.microsoft.com/office/drawing/2014/main" id="{7B910609-EE5B-068B-AC35-F463582426CD}"/>
                    </a:ext>
                  </a:extLst>
                </p:cNvPr>
                <p:cNvPicPr/>
                <p:nvPr/>
              </p:nvPicPr>
              <p:blipFill>
                <a:blip r:embed="rId274"/>
                <a:stretch>
                  <a:fillRect/>
                </a:stretch>
              </p:blipFill>
              <p:spPr>
                <a:xfrm>
                  <a:off x="7319929" y="3158850"/>
                  <a:ext cx="85680" cy="29520"/>
                </a:xfrm>
                <a:prstGeom prst="rect">
                  <a:avLst/>
                </a:prstGeom>
              </p:spPr>
            </p:pic>
          </mc:Fallback>
        </mc:AlternateContent>
        <mc:AlternateContent xmlns:mc="http://schemas.openxmlformats.org/markup-compatibility/2006" xmlns:p14="http://schemas.microsoft.com/office/powerpoint/2010/main">
          <mc:Choice Requires="p14">
            <p:contentPart p14:bwMode="auto" r:id="rId275">
              <p14:nvContentPartPr>
                <p14:cNvPr id="269" name="Ink 268">
                  <a:extLst>
                    <a:ext uri="{FF2B5EF4-FFF2-40B4-BE49-F238E27FC236}">
                      <a16:creationId xmlns:a16="http://schemas.microsoft.com/office/drawing/2014/main" id="{E33C551A-5B96-B06F-505C-B5420DE56FEB}"/>
                    </a:ext>
                  </a:extLst>
                </p14:cNvPr>
                <p14:cNvContentPartPr/>
                <p14:nvPr/>
              </p14:nvContentPartPr>
              <p14:xfrm>
                <a:off x="7437649" y="3154890"/>
                <a:ext cx="47880" cy="65880"/>
              </p14:xfrm>
            </p:contentPart>
          </mc:Choice>
          <mc:Fallback xmlns="">
            <p:pic>
              <p:nvPicPr>
                <p:cNvPr id="269" name="Ink 268">
                  <a:extLst>
                    <a:ext uri="{FF2B5EF4-FFF2-40B4-BE49-F238E27FC236}">
                      <a16:creationId xmlns:a16="http://schemas.microsoft.com/office/drawing/2014/main" id="{E33C551A-5B96-B06F-505C-B5420DE56FEB}"/>
                    </a:ext>
                  </a:extLst>
                </p:cNvPr>
                <p:cNvPicPr/>
                <p:nvPr/>
              </p:nvPicPr>
              <p:blipFill>
                <a:blip r:embed="rId276"/>
                <a:stretch>
                  <a:fillRect/>
                </a:stretch>
              </p:blipFill>
              <p:spPr>
                <a:xfrm>
                  <a:off x="7428649" y="3145890"/>
                  <a:ext cx="65520" cy="83520"/>
                </a:xfrm>
                <a:prstGeom prst="rect">
                  <a:avLst/>
                </a:prstGeom>
              </p:spPr>
            </p:pic>
          </mc:Fallback>
        </mc:AlternateContent>
      </p:grpSp>
      <p:grpSp>
        <p:nvGrpSpPr>
          <p:cNvPr id="272" name="Group 271">
            <a:extLst>
              <a:ext uri="{FF2B5EF4-FFF2-40B4-BE49-F238E27FC236}">
                <a16:creationId xmlns:a16="http://schemas.microsoft.com/office/drawing/2014/main" id="{A28E33D3-357F-6D2E-55EE-68946A6C3056}"/>
              </a:ext>
            </a:extLst>
          </p:cNvPr>
          <p:cNvGrpSpPr/>
          <p:nvPr/>
        </p:nvGrpSpPr>
        <p:grpSpPr>
          <a:xfrm>
            <a:off x="5312337" y="4846090"/>
            <a:ext cx="3157613" cy="1765820"/>
            <a:chOff x="5312337" y="4846090"/>
            <a:chExt cx="3157613" cy="1765820"/>
          </a:xfrm>
        </p:grpSpPr>
        <mc:AlternateContent xmlns:mc="http://schemas.openxmlformats.org/markup-compatibility/2006" xmlns:p14="http://schemas.microsoft.com/office/powerpoint/2010/main">
          <mc:Choice Requires="p14">
            <p:contentPart p14:bwMode="auto" r:id="rId277">
              <p14:nvContentPartPr>
                <p14:cNvPr id="127" name="Ink 126">
                  <a:extLst>
                    <a:ext uri="{FF2B5EF4-FFF2-40B4-BE49-F238E27FC236}">
                      <a16:creationId xmlns:a16="http://schemas.microsoft.com/office/drawing/2014/main" id="{B192105C-A434-BD1F-F2D9-24380B736D63}"/>
                    </a:ext>
                  </a:extLst>
                </p14:cNvPr>
                <p14:cNvContentPartPr/>
                <p14:nvPr/>
              </p14:nvContentPartPr>
              <p14:xfrm>
                <a:off x="5360577" y="5730270"/>
                <a:ext cx="841320" cy="522720"/>
              </p14:xfrm>
            </p:contentPart>
          </mc:Choice>
          <mc:Fallback xmlns="">
            <p:pic>
              <p:nvPicPr>
                <p:cNvPr id="127" name="Ink 126">
                  <a:extLst>
                    <a:ext uri="{FF2B5EF4-FFF2-40B4-BE49-F238E27FC236}">
                      <a16:creationId xmlns:a16="http://schemas.microsoft.com/office/drawing/2014/main" id="{B192105C-A434-BD1F-F2D9-24380B736D63}"/>
                    </a:ext>
                  </a:extLst>
                </p:cNvPr>
                <p:cNvPicPr/>
                <p:nvPr/>
              </p:nvPicPr>
              <p:blipFill>
                <a:blip r:embed="rId278"/>
                <a:stretch>
                  <a:fillRect/>
                </a:stretch>
              </p:blipFill>
              <p:spPr>
                <a:xfrm>
                  <a:off x="5342937" y="5712270"/>
                  <a:ext cx="876960" cy="558360"/>
                </a:xfrm>
                <a:prstGeom prst="rect">
                  <a:avLst/>
                </a:prstGeom>
              </p:spPr>
            </p:pic>
          </mc:Fallback>
        </mc:AlternateContent>
        <mc:AlternateContent xmlns:mc="http://schemas.openxmlformats.org/markup-compatibility/2006" xmlns:p14="http://schemas.microsoft.com/office/powerpoint/2010/main">
          <mc:Choice Requires="p14">
            <p:contentPart p14:bwMode="auto" r:id="rId279">
              <p14:nvContentPartPr>
                <p14:cNvPr id="128" name="Ink 127">
                  <a:extLst>
                    <a:ext uri="{FF2B5EF4-FFF2-40B4-BE49-F238E27FC236}">
                      <a16:creationId xmlns:a16="http://schemas.microsoft.com/office/drawing/2014/main" id="{B3284802-54B6-05D9-95EC-9BA4A4BA1229}"/>
                    </a:ext>
                  </a:extLst>
                </p14:cNvPr>
                <p14:cNvContentPartPr/>
                <p14:nvPr/>
              </p14:nvContentPartPr>
              <p14:xfrm>
                <a:off x="5312337" y="5676990"/>
                <a:ext cx="1141920" cy="934920"/>
              </p14:xfrm>
            </p:contentPart>
          </mc:Choice>
          <mc:Fallback xmlns="">
            <p:pic>
              <p:nvPicPr>
                <p:cNvPr id="128" name="Ink 127">
                  <a:extLst>
                    <a:ext uri="{FF2B5EF4-FFF2-40B4-BE49-F238E27FC236}">
                      <a16:creationId xmlns:a16="http://schemas.microsoft.com/office/drawing/2014/main" id="{B3284802-54B6-05D9-95EC-9BA4A4BA1229}"/>
                    </a:ext>
                  </a:extLst>
                </p:cNvPr>
                <p:cNvPicPr/>
                <p:nvPr/>
              </p:nvPicPr>
              <p:blipFill>
                <a:blip r:embed="rId280"/>
                <a:stretch>
                  <a:fillRect/>
                </a:stretch>
              </p:blipFill>
              <p:spPr>
                <a:xfrm>
                  <a:off x="5294697" y="5658990"/>
                  <a:ext cx="1177560" cy="970560"/>
                </a:xfrm>
                <a:prstGeom prst="rect">
                  <a:avLst/>
                </a:prstGeom>
              </p:spPr>
            </p:pic>
          </mc:Fallback>
        </mc:AlternateContent>
        <mc:AlternateContent xmlns:mc="http://schemas.openxmlformats.org/markup-compatibility/2006" xmlns:p14="http://schemas.microsoft.com/office/powerpoint/2010/main">
          <mc:Choice Requires="p14">
            <p:contentPart p14:bwMode="auto" r:id="rId281">
              <p14:nvContentPartPr>
                <p14:cNvPr id="271" name="Ink 270">
                  <a:extLst>
                    <a:ext uri="{FF2B5EF4-FFF2-40B4-BE49-F238E27FC236}">
                      <a16:creationId xmlns:a16="http://schemas.microsoft.com/office/drawing/2014/main" id="{23B942B5-C2D6-266F-40A3-949C78408CAD}"/>
                    </a:ext>
                  </a:extLst>
                </p14:cNvPr>
                <p14:cNvContentPartPr/>
                <p14:nvPr/>
              </p14:nvContentPartPr>
              <p14:xfrm>
                <a:off x="6476630" y="4846090"/>
                <a:ext cx="1993320" cy="880920"/>
              </p14:xfrm>
            </p:contentPart>
          </mc:Choice>
          <mc:Fallback xmlns="">
            <p:pic>
              <p:nvPicPr>
                <p:cNvPr id="271" name="Ink 270">
                  <a:extLst>
                    <a:ext uri="{FF2B5EF4-FFF2-40B4-BE49-F238E27FC236}">
                      <a16:creationId xmlns:a16="http://schemas.microsoft.com/office/drawing/2014/main" id="{23B942B5-C2D6-266F-40A3-949C78408CAD}"/>
                    </a:ext>
                  </a:extLst>
                </p:cNvPr>
                <p:cNvPicPr/>
                <p:nvPr/>
              </p:nvPicPr>
              <p:blipFill>
                <a:blip r:embed="rId282"/>
                <a:stretch>
                  <a:fillRect/>
                </a:stretch>
              </p:blipFill>
              <p:spPr>
                <a:xfrm>
                  <a:off x="6458630" y="4828450"/>
                  <a:ext cx="2028960" cy="916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83">
            <p14:nvContentPartPr>
              <p14:cNvPr id="273" name="Ink 272">
                <a:extLst>
                  <a:ext uri="{FF2B5EF4-FFF2-40B4-BE49-F238E27FC236}">
                    <a16:creationId xmlns:a16="http://schemas.microsoft.com/office/drawing/2014/main" id="{FEC0131D-766F-BC33-9101-251E488E4554}"/>
                  </a:ext>
                </a:extLst>
              </p14:cNvPr>
              <p14:cNvContentPartPr/>
              <p14:nvPr/>
            </p14:nvContentPartPr>
            <p14:xfrm>
              <a:off x="9219830" y="5234890"/>
              <a:ext cx="705600" cy="424800"/>
            </p14:xfrm>
          </p:contentPart>
        </mc:Choice>
        <mc:Fallback xmlns="">
          <p:pic>
            <p:nvPicPr>
              <p:cNvPr id="273" name="Ink 272">
                <a:extLst>
                  <a:ext uri="{FF2B5EF4-FFF2-40B4-BE49-F238E27FC236}">
                    <a16:creationId xmlns:a16="http://schemas.microsoft.com/office/drawing/2014/main" id="{FEC0131D-766F-BC33-9101-251E488E4554}"/>
                  </a:ext>
                </a:extLst>
              </p:cNvPr>
              <p:cNvPicPr/>
              <p:nvPr/>
            </p:nvPicPr>
            <p:blipFill>
              <a:blip r:embed="rId284"/>
              <a:stretch>
                <a:fillRect/>
              </a:stretch>
            </p:blipFill>
            <p:spPr>
              <a:xfrm>
                <a:off x="9201830" y="5217250"/>
                <a:ext cx="741240" cy="460440"/>
              </a:xfrm>
              <a:prstGeom prst="rect">
                <a:avLst/>
              </a:prstGeom>
            </p:spPr>
          </p:pic>
        </mc:Fallback>
      </mc:AlternateContent>
      <p:grpSp>
        <p:nvGrpSpPr>
          <p:cNvPr id="280" name="Group 279">
            <a:extLst>
              <a:ext uri="{FF2B5EF4-FFF2-40B4-BE49-F238E27FC236}">
                <a16:creationId xmlns:a16="http://schemas.microsoft.com/office/drawing/2014/main" id="{9A04E78D-6F65-9331-F905-943CE5A6487B}"/>
              </a:ext>
            </a:extLst>
          </p:cNvPr>
          <p:cNvGrpSpPr/>
          <p:nvPr/>
        </p:nvGrpSpPr>
        <p:grpSpPr>
          <a:xfrm>
            <a:off x="10246190" y="5366650"/>
            <a:ext cx="1209600" cy="391320"/>
            <a:chOff x="10246190" y="5366650"/>
            <a:chExt cx="1209600" cy="391320"/>
          </a:xfrm>
        </p:grpSpPr>
        <mc:AlternateContent xmlns:mc="http://schemas.openxmlformats.org/markup-compatibility/2006" xmlns:p14="http://schemas.microsoft.com/office/powerpoint/2010/main">
          <mc:Choice Requires="p14">
            <p:contentPart p14:bwMode="auto" r:id="rId285">
              <p14:nvContentPartPr>
                <p14:cNvPr id="274" name="Ink 273">
                  <a:extLst>
                    <a:ext uri="{FF2B5EF4-FFF2-40B4-BE49-F238E27FC236}">
                      <a16:creationId xmlns:a16="http://schemas.microsoft.com/office/drawing/2014/main" id="{A1D64A4C-9486-C2DA-F719-9213DD1D1E6D}"/>
                    </a:ext>
                  </a:extLst>
                </p14:cNvPr>
                <p14:cNvContentPartPr/>
                <p14:nvPr/>
              </p14:nvContentPartPr>
              <p14:xfrm>
                <a:off x="10246190" y="5387170"/>
                <a:ext cx="173160" cy="300240"/>
              </p14:xfrm>
            </p:contentPart>
          </mc:Choice>
          <mc:Fallback xmlns="">
            <p:pic>
              <p:nvPicPr>
                <p:cNvPr id="274" name="Ink 273">
                  <a:extLst>
                    <a:ext uri="{FF2B5EF4-FFF2-40B4-BE49-F238E27FC236}">
                      <a16:creationId xmlns:a16="http://schemas.microsoft.com/office/drawing/2014/main" id="{A1D64A4C-9486-C2DA-F719-9213DD1D1E6D}"/>
                    </a:ext>
                  </a:extLst>
                </p:cNvPr>
                <p:cNvPicPr/>
                <p:nvPr/>
              </p:nvPicPr>
              <p:blipFill>
                <a:blip r:embed="rId286"/>
                <a:stretch>
                  <a:fillRect/>
                </a:stretch>
              </p:blipFill>
              <p:spPr>
                <a:xfrm>
                  <a:off x="10228550" y="5369170"/>
                  <a:ext cx="208800" cy="335880"/>
                </a:xfrm>
                <a:prstGeom prst="rect">
                  <a:avLst/>
                </a:prstGeom>
              </p:spPr>
            </p:pic>
          </mc:Fallback>
        </mc:AlternateContent>
        <mc:AlternateContent xmlns:mc="http://schemas.openxmlformats.org/markup-compatibility/2006" xmlns:p14="http://schemas.microsoft.com/office/powerpoint/2010/main">
          <mc:Choice Requires="p14">
            <p:contentPart p14:bwMode="auto" r:id="rId287">
              <p14:nvContentPartPr>
                <p14:cNvPr id="275" name="Ink 274">
                  <a:extLst>
                    <a:ext uri="{FF2B5EF4-FFF2-40B4-BE49-F238E27FC236}">
                      <a16:creationId xmlns:a16="http://schemas.microsoft.com/office/drawing/2014/main" id="{92473BFB-947B-A88C-6500-B3C3316D9893}"/>
                    </a:ext>
                  </a:extLst>
                </p14:cNvPr>
                <p14:cNvContentPartPr/>
                <p14:nvPr/>
              </p14:nvContentPartPr>
              <p14:xfrm>
                <a:off x="10534550" y="5380690"/>
                <a:ext cx="153000" cy="302040"/>
              </p14:xfrm>
            </p:contentPart>
          </mc:Choice>
          <mc:Fallback xmlns="">
            <p:pic>
              <p:nvPicPr>
                <p:cNvPr id="275" name="Ink 274">
                  <a:extLst>
                    <a:ext uri="{FF2B5EF4-FFF2-40B4-BE49-F238E27FC236}">
                      <a16:creationId xmlns:a16="http://schemas.microsoft.com/office/drawing/2014/main" id="{92473BFB-947B-A88C-6500-B3C3316D9893}"/>
                    </a:ext>
                  </a:extLst>
                </p:cNvPr>
                <p:cNvPicPr/>
                <p:nvPr/>
              </p:nvPicPr>
              <p:blipFill>
                <a:blip r:embed="rId288"/>
                <a:stretch>
                  <a:fillRect/>
                </a:stretch>
              </p:blipFill>
              <p:spPr>
                <a:xfrm>
                  <a:off x="10516910" y="5362690"/>
                  <a:ext cx="188640" cy="337680"/>
                </a:xfrm>
                <a:prstGeom prst="rect">
                  <a:avLst/>
                </a:prstGeom>
              </p:spPr>
            </p:pic>
          </mc:Fallback>
        </mc:AlternateContent>
        <mc:AlternateContent xmlns:mc="http://schemas.openxmlformats.org/markup-compatibility/2006" xmlns:p14="http://schemas.microsoft.com/office/powerpoint/2010/main">
          <mc:Choice Requires="p14">
            <p:contentPart p14:bwMode="auto" r:id="rId289">
              <p14:nvContentPartPr>
                <p14:cNvPr id="276" name="Ink 275">
                  <a:extLst>
                    <a:ext uri="{FF2B5EF4-FFF2-40B4-BE49-F238E27FC236}">
                      <a16:creationId xmlns:a16="http://schemas.microsoft.com/office/drawing/2014/main" id="{737EE224-564E-1FFE-10BA-FC2E06D1FC0D}"/>
                    </a:ext>
                  </a:extLst>
                </p14:cNvPr>
                <p14:cNvContentPartPr/>
                <p14:nvPr/>
              </p14:nvContentPartPr>
              <p14:xfrm>
                <a:off x="10790150" y="5383930"/>
                <a:ext cx="151560" cy="264960"/>
              </p14:xfrm>
            </p:contentPart>
          </mc:Choice>
          <mc:Fallback xmlns="">
            <p:pic>
              <p:nvPicPr>
                <p:cNvPr id="276" name="Ink 275">
                  <a:extLst>
                    <a:ext uri="{FF2B5EF4-FFF2-40B4-BE49-F238E27FC236}">
                      <a16:creationId xmlns:a16="http://schemas.microsoft.com/office/drawing/2014/main" id="{737EE224-564E-1FFE-10BA-FC2E06D1FC0D}"/>
                    </a:ext>
                  </a:extLst>
                </p:cNvPr>
                <p:cNvPicPr/>
                <p:nvPr/>
              </p:nvPicPr>
              <p:blipFill>
                <a:blip r:embed="rId290"/>
                <a:stretch>
                  <a:fillRect/>
                </a:stretch>
              </p:blipFill>
              <p:spPr>
                <a:xfrm>
                  <a:off x="10772150" y="5365930"/>
                  <a:ext cx="187200" cy="300600"/>
                </a:xfrm>
                <a:prstGeom prst="rect">
                  <a:avLst/>
                </a:prstGeom>
              </p:spPr>
            </p:pic>
          </mc:Fallback>
        </mc:AlternateContent>
        <mc:AlternateContent xmlns:mc="http://schemas.openxmlformats.org/markup-compatibility/2006" xmlns:p14="http://schemas.microsoft.com/office/powerpoint/2010/main">
          <mc:Choice Requires="p14">
            <p:contentPart p14:bwMode="auto" r:id="rId291">
              <p14:nvContentPartPr>
                <p14:cNvPr id="277" name="Ink 276">
                  <a:extLst>
                    <a:ext uri="{FF2B5EF4-FFF2-40B4-BE49-F238E27FC236}">
                      <a16:creationId xmlns:a16="http://schemas.microsoft.com/office/drawing/2014/main" id="{CA70AEDF-BA35-1D2B-4E59-2897A0E8E56B}"/>
                    </a:ext>
                  </a:extLst>
                </p14:cNvPr>
                <p14:cNvContentPartPr/>
                <p14:nvPr/>
              </p14:nvContentPartPr>
              <p14:xfrm>
                <a:off x="10803470" y="5527210"/>
                <a:ext cx="143640" cy="37080"/>
              </p14:xfrm>
            </p:contentPart>
          </mc:Choice>
          <mc:Fallback xmlns="">
            <p:pic>
              <p:nvPicPr>
                <p:cNvPr id="277" name="Ink 276">
                  <a:extLst>
                    <a:ext uri="{FF2B5EF4-FFF2-40B4-BE49-F238E27FC236}">
                      <a16:creationId xmlns:a16="http://schemas.microsoft.com/office/drawing/2014/main" id="{CA70AEDF-BA35-1D2B-4E59-2897A0E8E56B}"/>
                    </a:ext>
                  </a:extLst>
                </p:cNvPr>
                <p:cNvPicPr/>
                <p:nvPr/>
              </p:nvPicPr>
              <p:blipFill>
                <a:blip r:embed="rId292"/>
                <a:stretch>
                  <a:fillRect/>
                </a:stretch>
              </p:blipFill>
              <p:spPr>
                <a:xfrm>
                  <a:off x="10785830" y="5509210"/>
                  <a:ext cx="179280" cy="72720"/>
                </a:xfrm>
                <a:prstGeom prst="rect">
                  <a:avLst/>
                </a:prstGeom>
              </p:spPr>
            </p:pic>
          </mc:Fallback>
        </mc:AlternateContent>
        <mc:AlternateContent xmlns:mc="http://schemas.openxmlformats.org/markup-compatibility/2006" xmlns:p14="http://schemas.microsoft.com/office/powerpoint/2010/main">
          <mc:Choice Requires="p14">
            <p:contentPart p14:bwMode="auto" r:id="rId293">
              <p14:nvContentPartPr>
                <p14:cNvPr id="278" name="Ink 277">
                  <a:extLst>
                    <a:ext uri="{FF2B5EF4-FFF2-40B4-BE49-F238E27FC236}">
                      <a16:creationId xmlns:a16="http://schemas.microsoft.com/office/drawing/2014/main" id="{CD25B47C-824C-92F3-2878-4C1667D44332}"/>
                    </a:ext>
                  </a:extLst>
                </p14:cNvPr>
                <p14:cNvContentPartPr/>
                <p14:nvPr/>
              </p14:nvContentPartPr>
              <p14:xfrm>
                <a:off x="11087870" y="5423530"/>
                <a:ext cx="14040" cy="245880"/>
              </p14:xfrm>
            </p:contentPart>
          </mc:Choice>
          <mc:Fallback xmlns="">
            <p:pic>
              <p:nvPicPr>
                <p:cNvPr id="278" name="Ink 277">
                  <a:extLst>
                    <a:ext uri="{FF2B5EF4-FFF2-40B4-BE49-F238E27FC236}">
                      <a16:creationId xmlns:a16="http://schemas.microsoft.com/office/drawing/2014/main" id="{CD25B47C-824C-92F3-2878-4C1667D44332}"/>
                    </a:ext>
                  </a:extLst>
                </p:cNvPr>
                <p:cNvPicPr/>
                <p:nvPr/>
              </p:nvPicPr>
              <p:blipFill>
                <a:blip r:embed="rId294"/>
                <a:stretch>
                  <a:fillRect/>
                </a:stretch>
              </p:blipFill>
              <p:spPr>
                <a:xfrm>
                  <a:off x="11069870" y="5405530"/>
                  <a:ext cx="49680" cy="281520"/>
                </a:xfrm>
                <a:prstGeom prst="rect">
                  <a:avLst/>
                </a:prstGeom>
              </p:spPr>
            </p:pic>
          </mc:Fallback>
        </mc:AlternateContent>
        <mc:AlternateContent xmlns:mc="http://schemas.openxmlformats.org/markup-compatibility/2006" xmlns:p14="http://schemas.microsoft.com/office/powerpoint/2010/main">
          <mc:Choice Requires="p14">
            <p:contentPart p14:bwMode="auto" r:id="rId295">
              <p14:nvContentPartPr>
                <p14:cNvPr id="279" name="Ink 278">
                  <a:extLst>
                    <a:ext uri="{FF2B5EF4-FFF2-40B4-BE49-F238E27FC236}">
                      <a16:creationId xmlns:a16="http://schemas.microsoft.com/office/drawing/2014/main" id="{24DF2406-A8FF-08FD-746E-90E0CD04A035}"/>
                    </a:ext>
                  </a:extLst>
                </p14:cNvPr>
                <p14:cNvContentPartPr/>
                <p14:nvPr/>
              </p14:nvContentPartPr>
              <p14:xfrm>
                <a:off x="11109830" y="5366650"/>
                <a:ext cx="345960" cy="391320"/>
              </p14:xfrm>
            </p:contentPart>
          </mc:Choice>
          <mc:Fallback xmlns="">
            <p:pic>
              <p:nvPicPr>
                <p:cNvPr id="279" name="Ink 278">
                  <a:extLst>
                    <a:ext uri="{FF2B5EF4-FFF2-40B4-BE49-F238E27FC236}">
                      <a16:creationId xmlns:a16="http://schemas.microsoft.com/office/drawing/2014/main" id="{24DF2406-A8FF-08FD-746E-90E0CD04A035}"/>
                    </a:ext>
                  </a:extLst>
                </p:cNvPr>
                <p:cNvPicPr/>
                <p:nvPr/>
              </p:nvPicPr>
              <p:blipFill>
                <a:blip r:embed="rId296"/>
                <a:stretch>
                  <a:fillRect/>
                </a:stretch>
              </p:blipFill>
              <p:spPr>
                <a:xfrm>
                  <a:off x="11091830" y="5349010"/>
                  <a:ext cx="381600" cy="4269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97">
            <p14:nvContentPartPr>
              <p14:cNvPr id="281" name="Ink 280">
                <a:extLst>
                  <a:ext uri="{FF2B5EF4-FFF2-40B4-BE49-F238E27FC236}">
                    <a16:creationId xmlns:a16="http://schemas.microsoft.com/office/drawing/2014/main" id="{A47E368F-73A6-5B78-2468-7C342021FBAD}"/>
                  </a:ext>
                </a:extLst>
              </p14:cNvPr>
              <p14:cNvContentPartPr/>
              <p14:nvPr/>
            </p14:nvContentPartPr>
            <p14:xfrm>
              <a:off x="7180430" y="1042330"/>
              <a:ext cx="3130920" cy="915120"/>
            </p14:xfrm>
          </p:contentPart>
        </mc:Choice>
        <mc:Fallback xmlns="">
          <p:pic>
            <p:nvPicPr>
              <p:cNvPr id="281" name="Ink 280">
                <a:extLst>
                  <a:ext uri="{FF2B5EF4-FFF2-40B4-BE49-F238E27FC236}">
                    <a16:creationId xmlns:a16="http://schemas.microsoft.com/office/drawing/2014/main" id="{A47E368F-73A6-5B78-2468-7C342021FBAD}"/>
                  </a:ext>
                </a:extLst>
              </p:cNvPr>
              <p:cNvPicPr/>
              <p:nvPr/>
            </p:nvPicPr>
            <p:blipFill>
              <a:blip r:embed="rId298"/>
              <a:stretch>
                <a:fillRect/>
              </a:stretch>
            </p:blipFill>
            <p:spPr>
              <a:xfrm>
                <a:off x="7162790" y="1024330"/>
                <a:ext cx="3166560" cy="950760"/>
              </a:xfrm>
              <a:prstGeom prst="rect">
                <a:avLst/>
              </a:prstGeom>
            </p:spPr>
          </p:pic>
        </mc:Fallback>
      </mc:AlternateContent>
      <p:grpSp>
        <p:nvGrpSpPr>
          <p:cNvPr id="317" name="Group 316">
            <a:extLst>
              <a:ext uri="{FF2B5EF4-FFF2-40B4-BE49-F238E27FC236}">
                <a16:creationId xmlns:a16="http://schemas.microsoft.com/office/drawing/2014/main" id="{6EE51462-7B99-1231-A07B-E46E1933D27E}"/>
              </a:ext>
            </a:extLst>
          </p:cNvPr>
          <p:cNvGrpSpPr/>
          <p:nvPr/>
        </p:nvGrpSpPr>
        <p:grpSpPr>
          <a:xfrm>
            <a:off x="10365708" y="680643"/>
            <a:ext cx="1699920" cy="436680"/>
            <a:chOff x="10365708" y="680643"/>
            <a:chExt cx="1699920" cy="436680"/>
          </a:xfrm>
        </p:grpSpPr>
        <mc:AlternateContent xmlns:mc="http://schemas.openxmlformats.org/markup-compatibility/2006" xmlns:p14="http://schemas.microsoft.com/office/powerpoint/2010/main">
          <mc:Choice Requires="p14">
            <p:contentPart p14:bwMode="auto" r:id="rId299">
              <p14:nvContentPartPr>
                <p14:cNvPr id="298" name="Ink 297">
                  <a:extLst>
                    <a:ext uri="{FF2B5EF4-FFF2-40B4-BE49-F238E27FC236}">
                      <a16:creationId xmlns:a16="http://schemas.microsoft.com/office/drawing/2014/main" id="{3B133A0B-8D37-D328-7C60-05D9D3DB10E9}"/>
                    </a:ext>
                  </a:extLst>
                </p14:cNvPr>
                <p14:cNvContentPartPr/>
                <p14:nvPr/>
              </p14:nvContentPartPr>
              <p14:xfrm>
                <a:off x="12019908" y="860283"/>
                <a:ext cx="45720" cy="91080"/>
              </p14:xfrm>
            </p:contentPart>
          </mc:Choice>
          <mc:Fallback xmlns="">
            <p:pic>
              <p:nvPicPr>
                <p:cNvPr id="298" name="Ink 297">
                  <a:extLst>
                    <a:ext uri="{FF2B5EF4-FFF2-40B4-BE49-F238E27FC236}">
                      <a16:creationId xmlns:a16="http://schemas.microsoft.com/office/drawing/2014/main" id="{3B133A0B-8D37-D328-7C60-05D9D3DB10E9}"/>
                    </a:ext>
                  </a:extLst>
                </p:cNvPr>
                <p:cNvPicPr/>
                <p:nvPr/>
              </p:nvPicPr>
              <p:blipFill>
                <a:blip r:embed="rId300"/>
                <a:stretch>
                  <a:fillRect/>
                </a:stretch>
              </p:blipFill>
              <p:spPr>
                <a:xfrm>
                  <a:off x="12001908" y="842643"/>
                  <a:ext cx="81360" cy="126720"/>
                </a:xfrm>
                <a:prstGeom prst="rect">
                  <a:avLst/>
                </a:prstGeom>
              </p:spPr>
            </p:pic>
          </mc:Fallback>
        </mc:AlternateContent>
        <mc:AlternateContent xmlns:mc="http://schemas.openxmlformats.org/markup-compatibility/2006" xmlns:p14="http://schemas.microsoft.com/office/powerpoint/2010/main">
          <mc:Choice Requires="p14">
            <p:contentPart p14:bwMode="auto" r:id="rId301">
              <p14:nvContentPartPr>
                <p14:cNvPr id="299" name="Ink 298">
                  <a:extLst>
                    <a:ext uri="{FF2B5EF4-FFF2-40B4-BE49-F238E27FC236}">
                      <a16:creationId xmlns:a16="http://schemas.microsoft.com/office/drawing/2014/main" id="{C5F30660-78FB-D9F6-8D36-A5C149062E3B}"/>
                    </a:ext>
                  </a:extLst>
                </p14:cNvPr>
                <p14:cNvContentPartPr/>
                <p14:nvPr/>
              </p14:nvContentPartPr>
              <p14:xfrm>
                <a:off x="11903988" y="911043"/>
                <a:ext cx="59400" cy="72360"/>
              </p14:xfrm>
            </p:contentPart>
          </mc:Choice>
          <mc:Fallback xmlns="">
            <p:pic>
              <p:nvPicPr>
                <p:cNvPr id="299" name="Ink 298">
                  <a:extLst>
                    <a:ext uri="{FF2B5EF4-FFF2-40B4-BE49-F238E27FC236}">
                      <a16:creationId xmlns:a16="http://schemas.microsoft.com/office/drawing/2014/main" id="{C5F30660-78FB-D9F6-8D36-A5C149062E3B}"/>
                    </a:ext>
                  </a:extLst>
                </p:cNvPr>
                <p:cNvPicPr/>
                <p:nvPr/>
              </p:nvPicPr>
              <p:blipFill>
                <a:blip r:embed="rId302"/>
                <a:stretch>
                  <a:fillRect/>
                </a:stretch>
              </p:blipFill>
              <p:spPr>
                <a:xfrm>
                  <a:off x="11886348" y="893043"/>
                  <a:ext cx="95040" cy="108000"/>
                </a:xfrm>
                <a:prstGeom prst="rect">
                  <a:avLst/>
                </a:prstGeom>
              </p:spPr>
            </p:pic>
          </mc:Fallback>
        </mc:AlternateContent>
        <mc:AlternateContent xmlns:mc="http://schemas.openxmlformats.org/markup-compatibility/2006" xmlns:p14="http://schemas.microsoft.com/office/powerpoint/2010/main">
          <mc:Choice Requires="p14">
            <p:contentPart p14:bwMode="auto" r:id="rId303">
              <p14:nvContentPartPr>
                <p14:cNvPr id="301" name="Ink 300">
                  <a:extLst>
                    <a:ext uri="{FF2B5EF4-FFF2-40B4-BE49-F238E27FC236}">
                      <a16:creationId xmlns:a16="http://schemas.microsoft.com/office/drawing/2014/main" id="{EC393AA3-7FD8-4F53-E32B-8AC417223F77}"/>
                    </a:ext>
                  </a:extLst>
                </p14:cNvPr>
                <p14:cNvContentPartPr/>
                <p14:nvPr/>
              </p14:nvContentPartPr>
              <p14:xfrm>
                <a:off x="11927028" y="869643"/>
                <a:ext cx="42840" cy="79200"/>
              </p14:xfrm>
            </p:contentPart>
          </mc:Choice>
          <mc:Fallback xmlns="">
            <p:pic>
              <p:nvPicPr>
                <p:cNvPr id="301" name="Ink 300">
                  <a:extLst>
                    <a:ext uri="{FF2B5EF4-FFF2-40B4-BE49-F238E27FC236}">
                      <a16:creationId xmlns:a16="http://schemas.microsoft.com/office/drawing/2014/main" id="{EC393AA3-7FD8-4F53-E32B-8AC417223F77}"/>
                    </a:ext>
                  </a:extLst>
                </p:cNvPr>
                <p:cNvPicPr/>
                <p:nvPr/>
              </p:nvPicPr>
              <p:blipFill>
                <a:blip r:embed="rId304"/>
                <a:stretch>
                  <a:fillRect/>
                </a:stretch>
              </p:blipFill>
              <p:spPr>
                <a:xfrm>
                  <a:off x="11909028" y="852003"/>
                  <a:ext cx="78480" cy="114840"/>
                </a:xfrm>
                <a:prstGeom prst="rect">
                  <a:avLst/>
                </a:prstGeom>
              </p:spPr>
            </p:pic>
          </mc:Fallback>
        </mc:AlternateContent>
        <mc:AlternateContent xmlns:mc="http://schemas.openxmlformats.org/markup-compatibility/2006" xmlns:p14="http://schemas.microsoft.com/office/powerpoint/2010/main">
          <mc:Choice Requires="p14">
            <p:contentPart p14:bwMode="auto" r:id="rId305">
              <p14:nvContentPartPr>
                <p14:cNvPr id="302" name="Ink 301">
                  <a:extLst>
                    <a:ext uri="{FF2B5EF4-FFF2-40B4-BE49-F238E27FC236}">
                      <a16:creationId xmlns:a16="http://schemas.microsoft.com/office/drawing/2014/main" id="{B605A65C-EA62-1BAE-DB23-CF77605EAEE5}"/>
                    </a:ext>
                  </a:extLst>
                </p14:cNvPr>
                <p14:cNvContentPartPr/>
                <p14:nvPr/>
              </p14:nvContentPartPr>
              <p14:xfrm>
                <a:off x="11831988" y="891603"/>
                <a:ext cx="43560" cy="79920"/>
              </p14:xfrm>
            </p:contentPart>
          </mc:Choice>
          <mc:Fallback xmlns="">
            <p:pic>
              <p:nvPicPr>
                <p:cNvPr id="302" name="Ink 301">
                  <a:extLst>
                    <a:ext uri="{FF2B5EF4-FFF2-40B4-BE49-F238E27FC236}">
                      <a16:creationId xmlns:a16="http://schemas.microsoft.com/office/drawing/2014/main" id="{B605A65C-EA62-1BAE-DB23-CF77605EAEE5}"/>
                    </a:ext>
                  </a:extLst>
                </p:cNvPr>
                <p:cNvPicPr/>
                <p:nvPr/>
              </p:nvPicPr>
              <p:blipFill>
                <a:blip r:embed="rId306"/>
                <a:stretch>
                  <a:fillRect/>
                </a:stretch>
              </p:blipFill>
              <p:spPr>
                <a:xfrm>
                  <a:off x="11814348" y="873963"/>
                  <a:ext cx="79200" cy="115560"/>
                </a:xfrm>
                <a:prstGeom prst="rect">
                  <a:avLst/>
                </a:prstGeom>
              </p:spPr>
            </p:pic>
          </mc:Fallback>
        </mc:AlternateContent>
        <mc:AlternateContent xmlns:mc="http://schemas.openxmlformats.org/markup-compatibility/2006" xmlns:p14="http://schemas.microsoft.com/office/powerpoint/2010/main">
          <mc:Choice Requires="p14">
            <p:contentPart p14:bwMode="auto" r:id="rId307">
              <p14:nvContentPartPr>
                <p14:cNvPr id="304" name="Ink 303">
                  <a:extLst>
                    <a:ext uri="{FF2B5EF4-FFF2-40B4-BE49-F238E27FC236}">
                      <a16:creationId xmlns:a16="http://schemas.microsoft.com/office/drawing/2014/main" id="{0577ED8B-C48D-472C-F266-18022C2E7C5E}"/>
                    </a:ext>
                  </a:extLst>
                </p14:cNvPr>
                <p14:cNvContentPartPr/>
                <p14:nvPr/>
              </p14:nvContentPartPr>
              <p14:xfrm>
                <a:off x="11553708" y="825003"/>
                <a:ext cx="249120" cy="192600"/>
              </p14:xfrm>
            </p:contentPart>
          </mc:Choice>
          <mc:Fallback xmlns="">
            <p:pic>
              <p:nvPicPr>
                <p:cNvPr id="304" name="Ink 303">
                  <a:extLst>
                    <a:ext uri="{FF2B5EF4-FFF2-40B4-BE49-F238E27FC236}">
                      <a16:creationId xmlns:a16="http://schemas.microsoft.com/office/drawing/2014/main" id="{0577ED8B-C48D-472C-F266-18022C2E7C5E}"/>
                    </a:ext>
                  </a:extLst>
                </p:cNvPr>
                <p:cNvPicPr/>
                <p:nvPr/>
              </p:nvPicPr>
              <p:blipFill>
                <a:blip r:embed="rId308"/>
                <a:stretch>
                  <a:fillRect/>
                </a:stretch>
              </p:blipFill>
              <p:spPr>
                <a:xfrm>
                  <a:off x="11536068" y="807363"/>
                  <a:ext cx="28476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309">
              <p14:nvContentPartPr>
                <p14:cNvPr id="305" name="Ink 304">
                  <a:extLst>
                    <a:ext uri="{FF2B5EF4-FFF2-40B4-BE49-F238E27FC236}">
                      <a16:creationId xmlns:a16="http://schemas.microsoft.com/office/drawing/2014/main" id="{6612F0EB-0CB4-68B4-780D-B39ADF19DB06}"/>
                    </a:ext>
                  </a:extLst>
                </p14:cNvPr>
                <p14:cNvContentPartPr/>
                <p14:nvPr/>
              </p14:nvContentPartPr>
              <p14:xfrm>
                <a:off x="11643348" y="780363"/>
                <a:ext cx="3600" cy="12960"/>
              </p14:xfrm>
            </p:contentPart>
          </mc:Choice>
          <mc:Fallback xmlns="">
            <p:pic>
              <p:nvPicPr>
                <p:cNvPr id="305" name="Ink 304">
                  <a:extLst>
                    <a:ext uri="{FF2B5EF4-FFF2-40B4-BE49-F238E27FC236}">
                      <a16:creationId xmlns:a16="http://schemas.microsoft.com/office/drawing/2014/main" id="{6612F0EB-0CB4-68B4-780D-B39ADF19DB06}"/>
                    </a:ext>
                  </a:extLst>
                </p:cNvPr>
                <p:cNvPicPr/>
                <p:nvPr/>
              </p:nvPicPr>
              <p:blipFill>
                <a:blip r:embed="rId310"/>
                <a:stretch>
                  <a:fillRect/>
                </a:stretch>
              </p:blipFill>
              <p:spPr>
                <a:xfrm>
                  <a:off x="11625348" y="762723"/>
                  <a:ext cx="39240" cy="48600"/>
                </a:xfrm>
                <a:prstGeom prst="rect">
                  <a:avLst/>
                </a:prstGeom>
              </p:spPr>
            </p:pic>
          </mc:Fallback>
        </mc:AlternateContent>
        <mc:AlternateContent xmlns:mc="http://schemas.openxmlformats.org/markup-compatibility/2006" xmlns:p14="http://schemas.microsoft.com/office/powerpoint/2010/main">
          <mc:Choice Requires="p14">
            <p:contentPart p14:bwMode="auto" r:id="rId311">
              <p14:nvContentPartPr>
                <p14:cNvPr id="306" name="Ink 305">
                  <a:extLst>
                    <a:ext uri="{FF2B5EF4-FFF2-40B4-BE49-F238E27FC236}">
                      <a16:creationId xmlns:a16="http://schemas.microsoft.com/office/drawing/2014/main" id="{76D264F4-D011-C759-499D-E978F5A75EE3}"/>
                    </a:ext>
                  </a:extLst>
                </p14:cNvPr>
                <p14:cNvContentPartPr/>
                <p14:nvPr/>
              </p14:nvContentPartPr>
              <p14:xfrm>
                <a:off x="11789868" y="1038123"/>
                <a:ext cx="3600" cy="12600"/>
              </p14:xfrm>
            </p:contentPart>
          </mc:Choice>
          <mc:Fallback xmlns="">
            <p:pic>
              <p:nvPicPr>
                <p:cNvPr id="306" name="Ink 305">
                  <a:extLst>
                    <a:ext uri="{FF2B5EF4-FFF2-40B4-BE49-F238E27FC236}">
                      <a16:creationId xmlns:a16="http://schemas.microsoft.com/office/drawing/2014/main" id="{76D264F4-D011-C759-499D-E978F5A75EE3}"/>
                    </a:ext>
                  </a:extLst>
                </p:cNvPr>
                <p:cNvPicPr/>
                <p:nvPr/>
              </p:nvPicPr>
              <p:blipFill>
                <a:blip r:embed="rId312"/>
                <a:stretch>
                  <a:fillRect/>
                </a:stretch>
              </p:blipFill>
              <p:spPr>
                <a:xfrm>
                  <a:off x="11771868" y="1020483"/>
                  <a:ext cx="3924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313">
              <p14:nvContentPartPr>
                <p14:cNvPr id="307" name="Ink 306">
                  <a:extLst>
                    <a:ext uri="{FF2B5EF4-FFF2-40B4-BE49-F238E27FC236}">
                      <a16:creationId xmlns:a16="http://schemas.microsoft.com/office/drawing/2014/main" id="{8A5DB40E-F9AB-BD91-A8F5-35BF63CB0847}"/>
                    </a:ext>
                  </a:extLst>
                </p14:cNvPr>
                <p14:cNvContentPartPr/>
                <p14:nvPr/>
              </p14:nvContentPartPr>
              <p14:xfrm>
                <a:off x="11665668" y="1112283"/>
                <a:ext cx="49680" cy="5040"/>
              </p14:xfrm>
            </p:contentPart>
          </mc:Choice>
          <mc:Fallback xmlns="">
            <p:pic>
              <p:nvPicPr>
                <p:cNvPr id="307" name="Ink 306">
                  <a:extLst>
                    <a:ext uri="{FF2B5EF4-FFF2-40B4-BE49-F238E27FC236}">
                      <a16:creationId xmlns:a16="http://schemas.microsoft.com/office/drawing/2014/main" id="{8A5DB40E-F9AB-BD91-A8F5-35BF63CB0847}"/>
                    </a:ext>
                  </a:extLst>
                </p:cNvPr>
                <p:cNvPicPr/>
                <p:nvPr/>
              </p:nvPicPr>
              <p:blipFill>
                <a:blip r:embed="rId314"/>
                <a:stretch>
                  <a:fillRect/>
                </a:stretch>
              </p:blipFill>
              <p:spPr>
                <a:xfrm>
                  <a:off x="11648028" y="1094283"/>
                  <a:ext cx="8532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315">
              <p14:nvContentPartPr>
                <p14:cNvPr id="309" name="Ink 308">
                  <a:extLst>
                    <a:ext uri="{FF2B5EF4-FFF2-40B4-BE49-F238E27FC236}">
                      <a16:creationId xmlns:a16="http://schemas.microsoft.com/office/drawing/2014/main" id="{68FD749B-1310-A99E-5307-6B749B44D69D}"/>
                    </a:ext>
                  </a:extLst>
                </p14:cNvPr>
                <p14:cNvContentPartPr/>
                <p14:nvPr/>
              </p14:nvContentPartPr>
              <p14:xfrm>
                <a:off x="10365708" y="722403"/>
                <a:ext cx="128160" cy="205200"/>
              </p14:xfrm>
            </p:contentPart>
          </mc:Choice>
          <mc:Fallback xmlns="">
            <p:pic>
              <p:nvPicPr>
                <p:cNvPr id="309" name="Ink 308">
                  <a:extLst>
                    <a:ext uri="{FF2B5EF4-FFF2-40B4-BE49-F238E27FC236}">
                      <a16:creationId xmlns:a16="http://schemas.microsoft.com/office/drawing/2014/main" id="{68FD749B-1310-A99E-5307-6B749B44D69D}"/>
                    </a:ext>
                  </a:extLst>
                </p:cNvPr>
                <p:cNvPicPr/>
                <p:nvPr/>
              </p:nvPicPr>
              <p:blipFill>
                <a:blip r:embed="rId316"/>
                <a:stretch>
                  <a:fillRect/>
                </a:stretch>
              </p:blipFill>
              <p:spPr>
                <a:xfrm>
                  <a:off x="10348068" y="704403"/>
                  <a:ext cx="16380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317">
              <p14:nvContentPartPr>
                <p14:cNvPr id="310" name="Ink 309">
                  <a:extLst>
                    <a:ext uri="{FF2B5EF4-FFF2-40B4-BE49-F238E27FC236}">
                      <a16:creationId xmlns:a16="http://schemas.microsoft.com/office/drawing/2014/main" id="{F3A53F1B-0B87-4FF7-AC8D-160AEA1DB2AF}"/>
                    </a:ext>
                  </a:extLst>
                </p14:cNvPr>
                <p14:cNvContentPartPr/>
                <p14:nvPr/>
              </p14:nvContentPartPr>
              <p14:xfrm>
                <a:off x="10528788" y="859203"/>
                <a:ext cx="6480" cy="99360"/>
              </p14:xfrm>
            </p:contentPart>
          </mc:Choice>
          <mc:Fallback xmlns="">
            <p:pic>
              <p:nvPicPr>
                <p:cNvPr id="310" name="Ink 309">
                  <a:extLst>
                    <a:ext uri="{FF2B5EF4-FFF2-40B4-BE49-F238E27FC236}">
                      <a16:creationId xmlns:a16="http://schemas.microsoft.com/office/drawing/2014/main" id="{F3A53F1B-0B87-4FF7-AC8D-160AEA1DB2AF}"/>
                    </a:ext>
                  </a:extLst>
                </p:cNvPr>
                <p:cNvPicPr/>
                <p:nvPr/>
              </p:nvPicPr>
              <p:blipFill>
                <a:blip r:embed="rId318"/>
                <a:stretch>
                  <a:fillRect/>
                </a:stretch>
              </p:blipFill>
              <p:spPr>
                <a:xfrm>
                  <a:off x="10511148" y="841203"/>
                  <a:ext cx="42120" cy="135000"/>
                </a:xfrm>
                <a:prstGeom prst="rect">
                  <a:avLst/>
                </a:prstGeom>
              </p:spPr>
            </p:pic>
          </mc:Fallback>
        </mc:AlternateContent>
        <mc:AlternateContent xmlns:mc="http://schemas.openxmlformats.org/markup-compatibility/2006" xmlns:p14="http://schemas.microsoft.com/office/powerpoint/2010/main">
          <mc:Choice Requires="p14">
            <p:contentPart p14:bwMode="auto" r:id="rId319">
              <p14:nvContentPartPr>
                <p14:cNvPr id="311" name="Ink 310">
                  <a:extLst>
                    <a:ext uri="{FF2B5EF4-FFF2-40B4-BE49-F238E27FC236}">
                      <a16:creationId xmlns:a16="http://schemas.microsoft.com/office/drawing/2014/main" id="{BEE51293-99FD-C0D3-3D37-FE39BE72EA26}"/>
                    </a:ext>
                  </a:extLst>
                </p14:cNvPr>
                <p14:cNvContentPartPr/>
                <p14:nvPr/>
              </p14:nvContentPartPr>
              <p14:xfrm>
                <a:off x="10541028" y="834723"/>
                <a:ext cx="51840" cy="57600"/>
              </p14:xfrm>
            </p:contentPart>
          </mc:Choice>
          <mc:Fallback xmlns="">
            <p:pic>
              <p:nvPicPr>
                <p:cNvPr id="311" name="Ink 310">
                  <a:extLst>
                    <a:ext uri="{FF2B5EF4-FFF2-40B4-BE49-F238E27FC236}">
                      <a16:creationId xmlns:a16="http://schemas.microsoft.com/office/drawing/2014/main" id="{BEE51293-99FD-C0D3-3D37-FE39BE72EA26}"/>
                    </a:ext>
                  </a:extLst>
                </p:cNvPr>
                <p:cNvPicPr/>
                <p:nvPr/>
              </p:nvPicPr>
              <p:blipFill>
                <a:blip r:embed="rId320"/>
                <a:stretch>
                  <a:fillRect/>
                </a:stretch>
              </p:blipFill>
              <p:spPr>
                <a:xfrm>
                  <a:off x="10523028" y="817083"/>
                  <a:ext cx="87480" cy="93240"/>
                </a:xfrm>
                <a:prstGeom prst="rect">
                  <a:avLst/>
                </a:prstGeom>
              </p:spPr>
            </p:pic>
          </mc:Fallback>
        </mc:AlternateContent>
        <mc:AlternateContent xmlns:mc="http://schemas.openxmlformats.org/markup-compatibility/2006" xmlns:p14="http://schemas.microsoft.com/office/powerpoint/2010/main">
          <mc:Choice Requires="p14">
            <p:contentPart p14:bwMode="auto" r:id="rId321">
              <p14:nvContentPartPr>
                <p14:cNvPr id="312" name="Ink 311">
                  <a:extLst>
                    <a:ext uri="{FF2B5EF4-FFF2-40B4-BE49-F238E27FC236}">
                      <a16:creationId xmlns:a16="http://schemas.microsoft.com/office/drawing/2014/main" id="{D6EE2A7A-E202-4A69-F587-C5822878D12E}"/>
                    </a:ext>
                  </a:extLst>
                </p14:cNvPr>
                <p14:cNvContentPartPr/>
                <p14:nvPr/>
              </p14:nvContentPartPr>
              <p14:xfrm>
                <a:off x="10646148" y="834363"/>
                <a:ext cx="54000" cy="88200"/>
              </p14:xfrm>
            </p:contentPart>
          </mc:Choice>
          <mc:Fallback xmlns="">
            <p:pic>
              <p:nvPicPr>
                <p:cNvPr id="312" name="Ink 311">
                  <a:extLst>
                    <a:ext uri="{FF2B5EF4-FFF2-40B4-BE49-F238E27FC236}">
                      <a16:creationId xmlns:a16="http://schemas.microsoft.com/office/drawing/2014/main" id="{D6EE2A7A-E202-4A69-F587-C5822878D12E}"/>
                    </a:ext>
                  </a:extLst>
                </p:cNvPr>
                <p:cNvPicPr/>
                <p:nvPr/>
              </p:nvPicPr>
              <p:blipFill>
                <a:blip r:embed="rId322"/>
                <a:stretch>
                  <a:fillRect/>
                </a:stretch>
              </p:blipFill>
              <p:spPr>
                <a:xfrm>
                  <a:off x="10628508" y="816723"/>
                  <a:ext cx="89640" cy="123840"/>
                </a:xfrm>
                <a:prstGeom prst="rect">
                  <a:avLst/>
                </a:prstGeom>
              </p:spPr>
            </p:pic>
          </mc:Fallback>
        </mc:AlternateContent>
        <mc:AlternateContent xmlns:mc="http://schemas.openxmlformats.org/markup-compatibility/2006" xmlns:p14="http://schemas.microsoft.com/office/powerpoint/2010/main">
          <mc:Choice Requires="p14">
            <p:contentPart p14:bwMode="auto" r:id="rId323">
              <p14:nvContentPartPr>
                <p14:cNvPr id="314" name="Ink 313">
                  <a:extLst>
                    <a:ext uri="{FF2B5EF4-FFF2-40B4-BE49-F238E27FC236}">
                      <a16:creationId xmlns:a16="http://schemas.microsoft.com/office/drawing/2014/main" id="{D2955AC1-7ACE-357A-7A95-CC377AF9CA1C}"/>
                    </a:ext>
                  </a:extLst>
                </p14:cNvPr>
                <p14:cNvContentPartPr/>
                <p14:nvPr/>
              </p14:nvContentPartPr>
              <p14:xfrm>
                <a:off x="10755228" y="839043"/>
                <a:ext cx="81000" cy="78480"/>
              </p14:xfrm>
            </p:contentPart>
          </mc:Choice>
          <mc:Fallback xmlns="">
            <p:pic>
              <p:nvPicPr>
                <p:cNvPr id="314" name="Ink 313">
                  <a:extLst>
                    <a:ext uri="{FF2B5EF4-FFF2-40B4-BE49-F238E27FC236}">
                      <a16:creationId xmlns:a16="http://schemas.microsoft.com/office/drawing/2014/main" id="{D2955AC1-7ACE-357A-7A95-CC377AF9CA1C}"/>
                    </a:ext>
                  </a:extLst>
                </p:cNvPr>
                <p:cNvPicPr/>
                <p:nvPr/>
              </p:nvPicPr>
              <p:blipFill>
                <a:blip r:embed="rId324"/>
                <a:stretch>
                  <a:fillRect/>
                </a:stretch>
              </p:blipFill>
              <p:spPr>
                <a:xfrm>
                  <a:off x="10737588" y="821403"/>
                  <a:ext cx="116640" cy="114120"/>
                </a:xfrm>
                <a:prstGeom prst="rect">
                  <a:avLst/>
                </a:prstGeom>
              </p:spPr>
            </p:pic>
          </mc:Fallback>
        </mc:AlternateContent>
        <mc:AlternateContent xmlns:mc="http://schemas.openxmlformats.org/markup-compatibility/2006" xmlns:p14="http://schemas.microsoft.com/office/powerpoint/2010/main">
          <mc:Choice Requires="p14">
            <p:contentPart p14:bwMode="auto" r:id="rId325">
              <p14:nvContentPartPr>
                <p14:cNvPr id="315" name="Ink 314">
                  <a:extLst>
                    <a:ext uri="{FF2B5EF4-FFF2-40B4-BE49-F238E27FC236}">
                      <a16:creationId xmlns:a16="http://schemas.microsoft.com/office/drawing/2014/main" id="{80CD285D-7D79-81C1-724B-458ADDCA06B5}"/>
                    </a:ext>
                  </a:extLst>
                </p14:cNvPr>
                <p14:cNvContentPartPr/>
                <p14:nvPr/>
              </p14:nvContentPartPr>
              <p14:xfrm>
                <a:off x="10917948" y="692163"/>
                <a:ext cx="237240" cy="236880"/>
              </p14:xfrm>
            </p:contentPart>
          </mc:Choice>
          <mc:Fallback xmlns="">
            <p:pic>
              <p:nvPicPr>
                <p:cNvPr id="315" name="Ink 314">
                  <a:extLst>
                    <a:ext uri="{FF2B5EF4-FFF2-40B4-BE49-F238E27FC236}">
                      <a16:creationId xmlns:a16="http://schemas.microsoft.com/office/drawing/2014/main" id="{80CD285D-7D79-81C1-724B-458ADDCA06B5}"/>
                    </a:ext>
                  </a:extLst>
                </p:cNvPr>
                <p:cNvPicPr/>
                <p:nvPr/>
              </p:nvPicPr>
              <p:blipFill>
                <a:blip r:embed="rId326"/>
                <a:stretch>
                  <a:fillRect/>
                </a:stretch>
              </p:blipFill>
              <p:spPr>
                <a:xfrm>
                  <a:off x="10899948" y="674163"/>
                  <a:ext cx="272880" cy="272520"/>
                </a:xfrm>
                <a:prstGeom prst="rect">
                  <a:avLst/>
                </a:prstGeom>
              </p:spPr>
            </p:pic>
          </mc:Fallback>
        </mc:AlternateContent>
        <mc:AlternateContent xmlns:mc="http://schemas.openxmlformats.org/markup-compatibility/2006" xmlns:p14="http://schemas.microsoft.com/office/powerpoint/2010/main">
          <mc:Choice Requires="p14">
            <p:contentPart p14:bwMode="auto" r:id="rId327">
              <p14:nvContentPartPr>
                <p14:cNvPr id="316" name="Ink 315">
                  <a:extLst>
                    <a:ext uri="{FF2B5EF4-FFF2-40B4-BE49-F238E27FC236}">
                      <a16:creationId xmlns:a16="http://schemas.microsoft.com/office/drawing/2014/main" id="{5D30681B-0F14-0F5A-8306-E3E5993924EE}"/>
                    </a:ext>
                  </a:extLst>
                </p14:cNvPr>
                <p14:cNvContentPartPr/>
                <p14:nvPr/>
              </p14:nvContentPartPr>
              <p14:xfrm>
                <a:off x="11213508" y="680643"/>
                <a:ext cx="155160" cy="216360"/>
              </p14:xfrm>
            </p:contentPart>
          </mc:Choice>
          <mc:Fallback xmlns="">
            <p:pic>
              <p:nvPicPr>
                <p:cNvPr id="316" name="Ink 315">
                  <a:extLst>
                    <a:ext uri="{FF2B5EF4-FFF2-40B4-BE49-F238E27FC236}">
                      <a16:creationId xmlns:a16="http://schemas.microsoft.com/office/drawing/2014/main" id="{5D30681B-0F14-0F5A-8306-E3E5993924EE}"/>
                    </a:ext>
                  </a:extLst>
                </p:cNvPr>
                <p:cNvPicPr/>
                <p:nvPr/>
              </p:nvPicPr>
              <p:blipFill>
                <a:blip r:embed="rId328"/>
                <a:stretch>
                  <a:fillRect/>
                </a:stretch>
              </p:blipFill>
              <p:spPr>
                <a:xfrm>
                  <a:off x="11195868" y="662643"/>
                  <a:ext cx="190800" cy="252000"/>
                </a:xfrm>
                <a:prstGeom prst="rect">
                  <a:avLst/>
                </a:prstGeom>
              </p:spPr>
            </p:pic>
          </mc:Fallback>
        </mc:AlternateContent>
      </p:grpSp>
      <p:grpSp>
        <p:nvGrpSpPr>
          <p:cNvPr id="35" name="Group 34">
            <a:extLst>
              <a:ext uri="{FF2B5EF4-FFF2-40B4-BE49-F238E27FC236}">
                <a16:creationId xmlns:a16="http://schemas.microsoft.com/office/drawing/2014/main" id="{D301D95A-4687-FBD5-AF7D-0E1690B5D2BA}"/>
              </a:ext>
            </a:extLst>
          </p:cNvPr>
          <p:cNvGrpSpPr/>
          <p:nvPr/>
        </p:nvGrpSpPr>
        <p:grpSpPr>
          <a:xfrm>
            <a:off x="197613" y="4255806"/>
            <a:ext cx="3149640" cy="646200"/>
            <a:chOff x="197613" y="4255806"/>
            <a:chExt cx="3149640" cy="646200"/>
          </a:xfrm>
        </p:grpSpPr>
        <mc:AlternateContent xmlns:mc="http://schemas.openxmlformats.org/markup-compatibility/2006" xmlns:p14="http://schemas.microsoft.com/office/powerpoint/2010/main">
          <mc:Choice Requires="p14">
            <p:contentPart p14:bwMode="auto" r:id="rId329">
              <p14:nvContentPartPr>
                <p14:cNvPr id="2" name="Ink 1">
                  <a:extLst>
                    <a:ext uri="{FF2B5EF4-FFF2-40B4-BE49-F238E27FC236}">
                      <a16:creationId xmlns:a16="http://schemas.microsoft.com/office/drawing/2014/main" id="{46642131-EBAA-EE79-78D2-EC15846D9D2E}"/>
                    </a:ext>
                  </a:extLst>
                </p14:cNvPr>
                <p14:cNvContentPartPr/>
                <p14:nvPr/>
              </p14:nvContentPartPr>
              <p14:xfrm>
                <a:off x="2927493" y="4255806"/>
                <a:ext cx="419760" cy="300960"/>
              </p14:xfrm>
            </p:contentPart>
          </mc:Choice>
          <mc:Fallback xmlns="">
            <p:pic>
              <p:nvPicPr>
                <p:cNvPr id="2" name="Ink 1">
                  <a:extLst>
                    <a:ext uri="{FF2B5EF4-FFF2-40B4-BE49-F238E27FC236}">
                      <a16:creationId xmlns:a16="http://schemas.microsoft.com/office/drawing/2014/main" id="{46642131-EBAA-EE79-78D2-EC15846D9D2E}"/>
                    </a:ext>
                  </a:extLst>
                </p:cNvPr>
                <p:cNvPicPr/>
                <p:nvPr/>
              </p:nvPicPr>
              <p:blipFill>
                <a:blip r:embed="rId330"/>
                <a:stretch>
                  <a:fillRect/>
                </a:stretch>
              </p:blipFill>
              <p:spPr>
                <a:xfrm>
                  <a:off x="2909493" y="4238166"/>
                  <a:ext cx="455400" cy="336600"/>
                </a:xfrm>
                <a:prstGeom prst="rect">
                  <a:avLst/>
                </a:prstGeom>
              </p:spPr>
            </p:pic>
          </mc:Fallback>
        </mc:AlternateContent>
        <mc:AlternateContent xmlns:mc="http://schemas.openxmlformats.org/markup-compatibility/2006" xmlns:p14="http://schemas.microsoft.com/office/powerpoint/2010/main">
          <mc:Choice Requires="p14">
            <p:contentPart p14:bwMode="auto" r:id="rId331">
              <p14:nvContentPartPr>
                <p14:cNvPr id="3" name="Ink 2">
                  <a:extLst>
                    <a:ext uri="{FF2B5EF4-FFF2-40B4-BE49-F238E27FC236}">
                      <a16:creationId xmlns:a16="http://schemas.microsoft.com/office/drawing/2014/main" id="{124F29C8-FF0B-C192-CDF0-8C68B871CD9F}"/>
                    </a:ext>
                  </a:extLst>
                </p14:cNvPr>
                <p14:cNvContentPartPr/>
                <p14:nvPr/>
              </p14:nvContentPartPr>
              <p14:xfrm>
                <a:off x="2810493" y="4590606"/>
                <a:ext cx="360" cy="360"/>
              </p14:xfrm>
            </p:contentPart>
          </mc:Choice>
          <mc:Fallback xmlns="">
            <p:pic>
              <p:nvPicPr>
                <p:cNvPr id="3" name="Ink 2">
                  <a:extLst>
                    <a:ext uri="{FF2B5EF4-FFF2-40B4-BE49-F238E27FC236}">
                      <a16:creationId xmlns:a16="http://schemas.microsoft.com/office/drawing/2014/main" id="{124F29C8-FF0B-C192-CDF0-8C68B871CD9F}"/>
                    </a:ext>
                  </a:extLst>
                </p:cNvPr>
                <p:cNvPicPr/>
                <p:nvPr/>
              </p:nvPicPr>
              <p:blipFill>
                <a:blip r:embed="rId332"/>
                <a:stretch>
                  <a:fillRect/>
                </a:stretch>
              </p:blipFill>
              <p:spPr>
                <a:xfrm>
                  <a:off x="2792493" y="4572966"/>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333">
              <p14:nvContentPartPr>
                <p14:cNvPr id="4" name="Ink 3">
                  <a:extLst>
                    <a:ext uri="{FF2B5EF4-FFF2-40B4-BE49-F238E27FC236}">
                      <a16:creationId xmlns:a16="http://schemas.microsoft.com/office/drawing/2014/main" id="{0463B640-0C2E-95BA-A01A-32B19AF21DFB}"/>
                    </a:ext>
                  </a:extLst>
                </p14:cNvPr>
                <p14:cNvContentPartPr/>
                <p14:nvPr/>
              </p14:nvContentPartPr>
              <p14:xfrm>
                <a:off x="2760813" y="4482606"/>
                <a:ext cx="101160" cy="161640"/>
              </p14:xfrm>
            </p:contentPart>
          </mc:Choice>
          <mc:Fallback xmlns="">
            <p:pic>
              <p:nvPicPr>
                <p:cNvPr id="4" name="Ink 3">
                  <a:extLst>
                    <a:ext uri="{FF2B5EF4-FFF2-40B4-BE49-F238E27FC236}">
                      <a16:creationId xmlns:a16="http://schemas.microsoft.com/office/drawing/2014/main" id="{0463B640-0C2E-95BA-A01A-32B19AF21DFB}"/>
                    </a:ext>
                  </a:extLst>
                </p:cNvPr>
                <p:cNvPicPr/>
                <p:nvPr/>
              </p:nvPicPr>
              <p:blipFill>
                <a:blip r:embed="rId334"/>
                <a:stretch>
                  <a:fillRect/>
                </a:stretch>
              </p:blipFill>
              <p:spPr>
                <a:xfrm>
                  <a:off x="2743173" y="4464966"/>
                  <a:ext cx="13680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335">
              <p14:nvContentPartPr>
                <p14:cNvPr id="6" name="Ink 5">
                  <a:extLst>
                    <a:ext uri="{FF2B5EF4-FFF2-40B4-BE49-F238E27FC236}">
                      <a16:creationId xmlns:a16="http://schemas.microsoft.com/office/drawing/2014/main" id="{2F73B8A6-F292-6C60-B416-DF6A77DAF682}"/>
                    </a:ext>
                  </a:extLst>
                </p14:cNvPr>
                <p14:cNvContentPartPr/>
                <p14:nvPr/>
              </p14:nvContentPartPr>
              <p14:xfrm>
                <a:off x="2520693" y="4506006"/>
                <a:ext cx="17280" cy="240840"/>
              </p14:xfrm>
            </p:contentPart>
          </mc:Choice>
          <mc:Fallback xmlns="">
            <p:pic>
              <p:nvPicPr>
                <p:cNvPr id="6" name="Ink 5">
                  <a:extLst>
                    <a:ext uri="{FF2B5EF4-FFF2-40B4-BE49-F238E27FC236}">
                      <a16:creationId xmlns:a16="http://schemas.microsoft.com/office/drawing/2014/main" id="{2F73B8A6-F292-6C60-B416-DF6A77DAF682}"/>
                    </a:ext>
                  </a:extLst>
                </p:cNvPr>
                <p:cNvPicPr/>
                <p:nvPr/>
              </p:nvPicPr>
              <p:blipFill>
                <a:blip r:embed="rId336"/>
                <a:stretch>
                  <a:fillRect/>
                </a:stretch>
              </p:blipFill>
              <p:spPr>
                <a:xfrm>
                  <a:off x="2503053" y="4488366"/>
                  <a:ext cx="52920" cy="276480"/>
                </a:xfrm>
                <a:prstGeom prst="rect">
                  <a:avLst/>
                </a:prstGeom>
              </p:spPr>
            </p:pic>
          </mc:Fallback>
        </mc:AlternateContent>
        <mc:AlternateContent xmlns:mc="http://schemas.openxmlformats.org/markup-compatibility/2006" xmlns:p14="http://schemas.microsoft.com/office/powerpoint/2010/main">
          <mc:Choice Requires="p14">
            <p:contentPart p14:bwMode="auto" r:id="rId337">
              <p14:nvContentPartPr>
                <p14:cNvPr id="7" name="Ink 6">
                  <a:extLst>
                    <a:ext uri="{FF2B5EF4-FFF2-40B4-BE49-F238E27FC236}">
                      <a16:creationId xmlns:a16="http://schemas.microsoft.com/office/drawing/2014/main" id="{57E2020C-65AB-1BFC-92E1-B9E0E674564D}"/>
                    </a:ext>
                  </a:extLst>
                </p14:cNvPr>
                <p14:cNvContentPartPr/>
                <p14:nvPr/>
              </p14:nvContentPartPr>
              <p14:xfrm>
                <a:off x="2084733" y="4449486"/>
                <a:ext cx="349920" cy="302400"/>
              </p14:xfrm>
            </p:contentPart>
          </mc:Choice>
          <mc:Fallback xmlns="">
            <p:pic>
              <p:nvPicPr>
                <p:cNvPr id="7" name="Ink 6">
                  <a:extLst>
                    <a:ext uri="{FF2B5EF4-FFF2-40B4-BE49-F238E27FC236}">
                      <a16:creationId xmlns:a16="http://schemas.microsoft.com/office/drawing/2014/main" id="{57E2020C-65AB-1BFC-92E1-B9E0E674564D}"/>
                    </a:ext>
                  </a:extLst>
                </p:cNvPr>
                <p:cNvPicPr/>
                <p:nvPr/>
              </p:nvPicPr>
              <p:blipFill>
                <a:blip r:embed="rId338"/>
                <a:stretch>
                  <a:fillRect/>
                </a:stretch>
              </p:blipFill>
              <p:spPr>
                <a:xfrm>
                  <a:off x="2066733" y="4431486"/>
                  <a:ext cx="385560" cy="338040"/>
                </a:xfrm>
                <a:prstGeom prst="rect">
                  <a:avLst/>
                </a:prstGeom>
              </p:spPr>
            </p:pic>
          </mc:Fallback>
        </mc:AlternateContent>
        <mc:AlternateContent xmlns:mc="http://schemas.openxmlformats.org/markup-compatibility/2006" xmlns:p14="http://schemas.microsoft.com/office/powerpoint/2010/main">
          <mc:Choice Requires="p14">
            <p:contentPart p14:bwMode="auto" r:id="rId339">
              <p14:nvContentPartPr>
                <p14:cNvPr id="9" name="Ink 8">
                  <a:extLst>
                    <a:ext uri="{FF2B5EF4-FFF2-40B4-BE49-F238E27FC236}">
                      <a16:creationId xmlns:a16="http://schemas.microsoft.com/office/drawing/2014/main" id="{A58DF896-4793-7BFC-D66D-54CFA9840C5F}"/>
                    </a:ext>
                  </a:extLst>
                </p14:cNvPr>
                <p14:cNvContentPartPr/>
                <p14:nvPr/>
              </p14:nvContentPartPr>
              <p14:xfrm>
                <a:off x="2330613" y="4432206"/>
                <a:ext cx="81360" cy="6840"/>
              </p14:xfrm>
            </p:contentPart>
          </mc:Choice>
          <mc:Fallback xmlns="">
            <p:pic>
              <p:nvPicPr>
                <p:cNvPr id="9" name="Ink 8">
                  <a:extLst>
                    <a:ext uri="{FF2B5EF4-FFF2-40B4-BE49-F238E27FC236}">
                      <a16:creationId xmlns:a16="http://schemas.microsoft.com/office/drawing/2014/main" id="{A58DF896-4793-7BFC-D66D-54CFA9840C5F}"/>
                    </a:ext>
                  </a:extLst>
                </p:cNvPr>
                <p:cNvPicPr/>
                <p:nvPr/>
              </p:nvPicPr>
              <p:blipFill>
                <a:blip r:embed="rId340"/>
                <a:stretch>
                  <a:fillRect/>
                </a:stretch>
              </p:blipFill>
              <p:spPr>
                <a:xfrm>
                  <a:off x="2312973" y="4414566"/>
                  <a:ext cx="11700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341">
              <p14:nvContentPartPr>
                <p14:cNvPr id="10" name="Ink 9">
                  <a:extLst>
                    <a:ext uri="{FF2B5EF4-FFF2-40B4-BE49-F238E27FC236}">
                      <a16:creationId xmlns:a16="http://schemas.microsoft.com/office/drawing/2014/main" id="{CC912EF5-6B7D-5D66-9392-B38A7CBFD299}"/>
                    </a:ext>
                  </a:extLst>
                </p14:cNvPr>
                <p14:cNvContentPartPr/>
                <p14:nvPr/>
              </p14:nvContentPartPr>
              <p14:xfrm>
                <a:off x="1807893" y="4419606"/>
                <a:ext cx="185400" cy="482400"/>
              </p14:xfrm>
            </p:contentPart>
          </mc:Choice>
          <mc:Fallback xmlns="">
            <p:pic>
              <p:nvPicPr>
                <p:cNvPr id="10" name="Ink 9">
                  <a:extLst>
                    <a:ext uri="{FF2B5EF4-FFF2-40B4-BE49-F238E27FC236}">
                      <a16:creationId xmlns:a16="http://schemas.microsoft.com/office/drawing/2014/main" id="{CC912EF5-6B7D-5D66-9392-B38A7CBFD299}"/>
                    </a:ext>
                  </a:extLst>
                </p:cNvPr>
                <p:cNvPicPr/>
                <p:nvPr/>
              </p:nvPicPr>
              <p:blipFill>
                <a:blip r:embed="rId342"/>
                <a:stretch>
                  <a:fillRect/>
                </a:stretch>
              </p:blipFill>
              <p:spPr>
                <a:xfrm>
                  <a:off x="1789893" y="4401966"/>
                  <a:ext cx="221040" cy="518040"/>
                </a:xfrm>
                <a:prstGeom prst="rect">
                  <a:avLst/>
                </a:prstGeom>
              </p:spPr>
            </p:pic>
          </mc:Fallback>
        </mc:AlternateContent>
        <mc:AlternateContent xmlns:mc="http://schemas.openxmlformats.org/markup-compatibility/2006" xmlns:p14="http://schemas.microsoft.com/office/powerpoint/2010/main">
          <mc:Choice Requires="p14">
            <p:contentPart p14:bwMode="auto" r:id="rId343">
              <p14:nvContentPartPr>
                <p14:cNvPr id="11" name="Ink 10">
                  <a:extLst>
                    <a:ext uri="{FF2B5EF4-FFF2-40B4-BE49-F238E27FC236}">
                      <a16:creationId xmlns:a16="http://schemas.microsoft.com/office/drawing/2014/main" id="{07E996C5-CA12-38EE-7CF0-82420443039A}"/>
                    </a:ext>
                  </a:extLst>
                </p14:cNvPr>
                <p14:cNvContentPartPr/>
                <p14:nvPr/>
              </p14:nvContentPartPr>
              <p14:xfrm>
                <a:off x="1405053" y="4639926"/>
                <a:ext cx="241560" cy="106200"/>
              </p14:xfrm>
            </p:contentPart>
          </mc:Choice>
          <mc:Fallback xmlns="">
            <p:pic>
              <p:nvPicPr>
                <p:cNvPr id="11" name="Ink 10">
                  <a:extLst>
                    <a:ext uri="{FF2B5EF4-FFF2-40B4-BE49-F238E27FC236}">
                      <a16:creationId xmlns:a16="http://schemas.microsoft.com/office/drawing/2014/main" id="{07E996C5-CA12-38EE-7CF0-82420443039A}"/>
                    </a:ext>
                  </a:extLst>
                </p:cNvPr>
                <p:cNvPicPr/>
                <p:nvPr/>
              </p:nvPicPr>
              <p:blipFill>
                <a:blip r:embed="rId344"/>
                <a:stretch>
                  <a:fillRect/>
                </a:stretch>
              </p:blipFill>
              <p:spPr>
                <a:xfrm>
                  <a:off x="1387053" y="4622286"/>
                  <a:ext cx="277200" cy="141840"/>
                </a:xfrm>
                <a:prstGeom prst="rect">
                  <a:avLst/>
                </a:prstGeom>
              </p:spPr>
            </p:pic>
          </mc:Fallback>
        </mc:AlternateContent>
        <mc:AlternateContent xmlns:mc="http://schemas.openxmlformats.org/markup-compatibility/2006" xmlns:p14="http://schemas.microsoft.com/office/powerpoint/2010/main">
          <mc:Choice Requires="p14">
            <p:contentPart p14:bwMode="auto" r:id="rId345">
              <p14:nvContentPartPr>
                <p14:cNvPr id="12" name="Ink 11">
                  <a:extLst>
                    <a:ext uri="{FF2B5EF4-FFF2-40B4-BE49-F238E27FC236}">
                      <a16:creationId xmlns:a16="http://schemas.microsoft.com/office/drawing/2014/main" id="{A8383403-231A-EADE-19AB-86A2E53D9EE4}"/>
                    </a:ext>
                  </a:extLst>
                </p14:cNvPr>
                <p14:cNvContentPartPr/>
                <p14:nvPr/>
              </p14:nvContentPartPr>
              <p14:xfrm>
                <a:off x="1299213" y="4409886"/>
                <a:ext cx="9360" cy="287640"/>
              </p14:xfrm>
            </p:contentPart>
          </mc:Choice>
          <mc:Fallback xmlns="">
            <p:pic>
              <p:nvPicPr>
                <p:cNvPr id="12" name="Ink 11">
                  <a:extLst>
                    <a:ext uri="{FF2B5EF4-FFF2-40B4-BE49-F238E27FC236}">
                      <a16:creationId xmlns:a16="http://schemas.microsoft.com/office/drawing/2014/main" id="{A8383403-231A-EADE-19AB-86A2E53D9EE4}"/>
                    </a:ext>
                  </a:extLst>
                </p:cNvPr>
                <p:cNvPicPr/>
                <p:nvPr/>
              </p:nvPicPr>
              <p:blipFill>
                <a:blip r:embed="rId346"/>
                <a:stretch>
                  <a:fillRect/>
                </a:stretch>
              </p:blipFill>
              <p:spPr>
                <a:xfrm>
                  <a:off x="1281213" y="4391886"/>
                  <a:ext cx="45000" cy="323280"/>
                </a:xfrm>
                <a:prstGeom prst="rect">
                  <a:avLst/>
                </a:prstGeom>
              </p:spPr>
            </p:pic>
          </mc:Fallback>
        </mc:AlternateContent>
        <mc:AlternateContent xmlns:mc="http://schemas.openxmlformats.org/markup-compatibility/2006" xmlns:p14="http://schemas.microsoft.com/office/powerpoint/2010/main">
          <mc:Choice Requires="p14">
            <p:contentPart p14:bwMode="auto" r:id="rId347">
              <p14:nvContentPartPr>
                <p14:cNvPr id="13" name="Ink 12">
                  <a:extLst>
                    <a:ext uri="{FF2B5EF4-FFF2-40B4-BE49-F238E27FC236}">
                      <a16:creationId xmlns:a16="http://schemas.microsoft.com/office/drawing/2014/main" id="{5C5F83BC-2336-F331-9AB3-7EAE1057338E}"/>
                    </a:ext>
                  </a:extLst>
                </p14:cNvPr>
                <p14:cNvContentPartPr/>
                <p14:nvPr/>
              </p14:nvContentPartPr>
              <p14:xfrm>
                <a:off x="1143333" y="4604286"/>
                <a:ext cx="96480" cy="167040"/>
              </p14:xfrm>
            </p:contentPart>
          </mc:Choice>
          <mc:Fallback xmlns="">
            <p:pic>
              <p:nvPicPr>
                <p:cNvPr id="13" name="Ink 12">
                  <a:extLst>
                    <a:ext uri="{FF2B5EF4-FFF2-40B4-BE49-F238E27FC236}">
                      <a16:creationId xmlns:a16="http://schemas.microsoft.com/office/drawing/2014/main" id="{5C5F83BC-2336-F331-9AB3-7EAE1057338E}"/>
                    </a:ext>
                  </a:extLst>
                </p:cNvPr>
                <p:cNvPicPr/>
                <p:nvPr/>
              </p:nvPicPr>
              <p:blipFill>
                <a:blip r:embed="rId348"/>
                <a:stretch>
                  <a:fillRect/>
                </a:stretch>
              </p:blipFill>
              <p:spPr>
                <a:xfrm>
                  <a:off x="1125693" y="4586286"/>
                  <a:ext cx="13212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349">
              <p14:nvContentPartPr>
                <p14:cNvPr id="15" name="Ink 14">
                  <a:extLst>
                    <a:ext uri="{FF2B5EF4-FFF2-40B4-BE49-F238E27FC236}">
                      <a16:creationId xmlns:a16="http://schemas.microsoft.com/office/drawing/2014/main" id="{1F4B9DFB-0FA3-CFEA-B5C6-E2346B96D58B}"/>
                    </a:ext>
                  </a:extLst>
                </p14:cNvPr>
                <p14:cNvContentPartPr/>
                <p14:nvPr/>
              </p14:nvContentPartPr>
              <p14:xfrm>
                <a:off x="546813" y="4611486"/>
                <a:ext cx="563760" cy="286560"/>
              </p14:xfrm>
            </p:contentPart>
          </mc:Choice>
          <mc:Fallback xmlns="">
            <p:pic>
              <p:nvPicPr>
                <p:cNvPr id="15" name="Ink 14">
                  <a:extLst>
                    <a:ext uri="{FF2B5EF4-FFF2-40B4-BE49-F238E27FC236}">
                      <a16:creationId xmlns:a16="http://schemas.microsoft.com/office/drawing/2014/main" id="{1F4B9DFB-0FA3-CFEA-B5C6-E2346B96D58B}"/>
                    </a:ext>
                  </a:extLst>
                </p:cNvPr>
                <p:cNvPicPr/>
                <p:nvPr/>
              </p:nvPicPr>
              <p:blipFill>
                <a:blip r:embed="rId350"/>
                <a:stretch>
                  <a:fillRect/>
                </a:stretch>
              </p:blipFill>
              <p:spPr>
                <a:xfrm>
                  <a:off x="528813" y="4593486"/>
                  <a:ext cx="599400" cy="322200"/>
                </a:xfrm>
                <a:prstGeom prst="rect">
                  <a:avLst/>
                </a:prstGeom>
              </p:spPr>
            </p:pic>
          </mc:Fallback>
        </mc:AlternateContent>
        <mc:AlternateContent xmlns:mc="http://schemas.openxmlformats.org/markup-compatibility/2006" xmlns:p14="http://schemas.microsoft.com/office/powerpoint/2010/main">
          <mc:Choice Requires="p14">
            <p:contentPart p14:bwMode="auto" r:id="rId351">
              <p14:nvContentPartPr>
                <p14:cNvPr id="16" name="Ink 15">
                  <a:extLst>
                    <a:ext uri="{FF2B5EF4-FFF2-40B4-BE49-F238E27FC236}">
                      <a16:creationId xmlns:a16="http://schemas.microsoft.com/office/drawing/2014/main" id="{FA425E85-940B-00FE-1543-6DBFBCE8B7BB}"/>
                    </a:ext>
                  </a:extLst>
                </p14:cNvPr>
                <p14:cNvContentPartPr/>
                <p14:nvPr/>
              </p14:nvContentPartPr>
              <p14:xfrm>
                <a:off x="768933" y="4559286"/>
                <a:ext cx="109080" cy="101160"/>
              </p14:xfrm>
            </p:contentPart>
          </mc:Choice>
          <mc:Fallback xmlns="">
            <p:pic>
              <p:nvPicPr>
                <p:cNvPr id="16" name="Ink 15">
                  <a:extLst>
                    <a:ext uri="{FF2B5EF4-FFF2-40B4-BE49-F238E27FC236}">
                      <a16:creationId xmlns:a16="http://schemas.microsoft.com/office/drawing/2014/main" id="{FA425E85-940B-00FE-1543-6DBFBCE8B7BB}"/>
                    </a:ext>
                  </a:extLst>
                </p:cNvPr>
                <p:cNvPicPr/>
                <p:nvPr/>
              </p:nvPicPr>
              <p:blipFill>
                <a:blip r:embed="rId352"/>
                <a:stretch>
                  <a:fillRect/>
                </a:stretch>
              </p:blipFill>
              <p:spPr>
                <a:xfrm>
                  <a:off x="751293" y="4541286"/>
                  <a:ext cx="144720" cy="136800"/>
                </a:xfrm>
                <a:prstGeom prst="rect">
                  <a:avLst/>
                </a:prstGeom>
              </p:spPr>
            </p:pic>
          </mc:Fallback>
        </mc:AlternateContent>
        <mc:AlternateContent xmlns:mc="http://schemas.openxmlformats.org/markup-compatibility/2006" xmlns:p14="http://schemas.microsoft.com/office/powerpoint/2010/main">
          <mc:Choice Requires="p14">
            <p:contentPart p14:bwMode="auto" r:id="rId353">
              <p14:nvContentPartPr>
                <p14:cNvPr id="17" name="Ink 16">
                  <a:extLst>
                    <a:ext uri="{FF2B5EF4-FFF2-40B4-BE49-F238E27FC236}">
                      <a16:creationId xmlns:a16="http://schemas.microsoft.com/office/drawing/2014/main" id="{33AC8CA6-8596-E6BB-FF7B-C5CEB45C41CC}"/>
                    </a:ext>
                  </a:extLst>
                </p14:cNvPr>
                <p14:cNvContentPartPr/>
                <p14:nvPr/>
              </p14:nvContentPartPr>
              <p14:xfrm>
                <a:off x="197613" y="4548486"/>
                <a:ext cx="373680" cy="172800"/>
              </p14:xfrm>
            </p:contentPart>
          </mc:Choice>
          <mc:Fallback xmlns="">
            <p:pic>
              <p:nvPicPr>
                <p:cNvPr id="17" name="Ink 16">
                  <a:extLst>
                    <a:ext uri="{FF2B5EF4-FFF2-40B4-BE49-F238E27FC236}">
                      <a16:creationId xmlns:a16="http://schemas.microsoft.com/office/drawing/2014/main" id="{33AC8CA6-8596-E6BB-FF7B-C5CEB45C41CC}"/>
                    </a:ext>
                  </a:extLst>
                </p:cNvPr>
                <p:cNvPicPr/>
                <p:nvPr/>
              </p:nvPicPr>
              <p:blipFill>
                <a:blip r:embed="rId354"/>
                <a:stretch>
                  <a:fillRect/>
                </a:stretch>
              </p:blipFill>
              <p:spPr>
                <a:xfrm>
                  <a:off x="179973" y="4530486"/>
                  <a:ext cx="409320" cy="208440"/>
                </a:xfrm>
                <a:prstGeom prst="rect">
                  <a:avLst/>
                </a:prstGeom>
              </p:spPr>
            </p:pic>
          </mc:Fallback>
        </mc:AlternateContent>
        <mc:AlternateContent xmlns:mc="http://schemas.openxmlformats.org/markup-compatibility/2006" xmlns:p14="http://schemas.microsoft.com/office/powerpoint/2010/main">
          <mc:Choice Requires="p14">
            <p:contentPart p14:bwMode="auto" r:id="rId355">
              <p14:nvContentPartPr>
                <p14:cNvPr id="18" name="Ink 17">
                  <a:extLst>
                    <a:ext uri="{FF2B5EF4-FFF2-40B4-BE49-F238E27FC236}">
                      <a16:creationId xmlns:a16="http://schemas.microsoft.com/office/drawing/2014/main" id="{EE2F7D3B-C5EA-C0B9-C2E4-9497336699B6}"/>
                    </a:ext>
                  </a:extLst>
                </p14:cNvPr>
                <p14:cNvContentPartPr/>
                <p14:nvPr/>
              </p14:nvContentPartPr>
              <p14:xfrm>
                <a:off x="320733" y="4422486"/>
                <a:ext cx="144360" cy="21240"/>
              </p14:xfrm>
            </p:contentPart>
          </mc:Choice>
          <mc:Fallback xmlns="">
            <p:pic>
              <p:nvPicPr>
                <p:cNvPr id="18" name="Ink 17">
                  <a:extLst>
                    <a:ext uri="{FF2B5EF4-FFF2-40B4-BE49-F238E27FC236}">
                      <a16:creationId xmlns:a16="http://schemas.microsoft.com/office/drawing/2014/main" id="{EE2F7D3B-C5EA-C0B9-C2E4-9497336699B6}"/>
                    </a:ext>
                  </a:extLst>
                </p:cNvPr>
                <p:cNvPicPr/>
                <p:nvPr/>
              </p:nvPicPr>
              <p:blipFill>
                <a:blip r:embed="rId356"/>
                <a:stretch>
                  <a:fillRect/>
                </a:stretch>
              </p:blipFill>
              <p:spPr>
                <a:xfrm>
                  <a:off x="303093" y="4404486"/>
                  <a:ext cx="180000" cy="56880"/>
                </a:xfrm>
                <a:prstGeom prst="rect">
                  <a:avLst/>
                </a:prstGeom>
              </p:spPr>
            </p:pic>
          </mc:Fallback>
        </mc:AlternateContent>
      </p:grpSp>
      <p:grpSp>
        <p:nvGrpSpPr>
          <p:cNvPr id="43" name="Group 42">
            <a:extLst>
              <a:ext uri="{FF2B5EF4-FFF2-40B4-BE49-F238E27FC236}">
                <a16:creationId xmlns:a16="http://schemas.microsoft.com/office/drawing/2014/main" id="{21CEAE16-69AC-68CF-757D-6137D932D88A}"/>
              </a:ext>
            </a:extLst>
          </p:cNvPr>
          <p:cNvGrpSpPr/>
          <p:nvPr/>
        </p:nvGrpSpPr>
        <p:grpSpPr>
          <a:xfrm>
            <a:off x="1732293" y="5218806"/>
            <a:ext cx="806400" cy="327240"/>
            <a:chOff x="1732293" y="5218806"/>
            <a:chExt cx="806400" cy="327240"/>
          </a:xfrm>
        </p:grpSpPr>
        <mc:AlternateContent xmlns:mc="http://schemas.openxmlformats.org/markup-compatibility/2006" xmlns:p14="http://schemas.microsoft.com/office/powerpoint/2010/main">
          <mc:Choice Requires="p14">
            <p:contentPart p14:bwMode="auto" r:id="rId357">
              <p14:nvContentPartPr>
                <p14:cNvPr id="19" name="Ink 18">
                  <a:extLst>
                    <a:ext uri="{FF2B5EF4-FFF2-40B4-BE49-F238E27FC236}">
                      <a16:creationId xmlns:a16="http://schemas.microsoft.com/office/drawing/2014/main" id="{AF835FF6-1C71-1433-B841-E683F0B71C17}"/>
                    </a:ext>
                  </a:extLst>
                </p14:cNvPr>
                <p14:cNvContentPartPr/>
                <p14:nvPr/>
              </p14:nvContentPartPr>
              <p14:xfrm>
                <a:off x="2369493" y="5246886"/>
                <a:ext cx="169200" cy="176040"/>
              </p14:xfrm>
            </p:contentPart>
          </mc:Choice>
          <mc:Fallback xmlns="">
            <p:pic>
              <p:nvPicPr>
                <p:cNvPr id="19" name="Ink 18">
                  <a:extLst>
                    <a:ext uri="{FF2B5EF4-FFF2-40B4-BE49-F238E27FC236}">
                      <a16:creationId xmlns:a16="http://schemas.microsoft.com/office/drawing/2014/main" id="{AF835FF6-1C71-1433-B841-E683F0B71C17}"/>
                    </a:ext>
                  </a:extLst>
                </p:cNvPr>
                <p:cNvPicPr/>
                <p:nvPr/>
              </p:nvPicPr>
              <p:blipFill>
                <a:blip r:embed="rId358"/>
                <a:stretch>
                  <a:fillRect/>
                </a:stretch>
              </p:blipFill>
              <p:spPr>
                <a:xfrm>
                  <a:off x="2351493" y="5228886"/>
                  <a:ext cx="204840" cy="211680"/>
                </a:xfrm>
                <a:prstGeom prst="rect">
                  <a:avLst/>
                </a:prstGeom>
              </p:spPr>
            </p:pic>
          </mc:Fallback>
        </mc:AlternateContent>
        <mc:AlternateContent xmlns:mc="http://schemas.openxmlformats.org/markup-compatibility/2006" xmlns:p14="http://schemas.microsoft.com/office/powerpoint/2010/main">
          <mc:Choice Requires="p14">
            <p:contentPart p14:bwMode="auto" r:id="rId359">
              <p14:nvContentPartPr>
                <p14:cNvPr id="20" name="Ink 19">
                  <a:extLst>
                    <a:ext uri="{FF2B5EF4-FFF2-40B4-BE49-F238E27FC236}">
                      <a16:creationId xmlns:a16="http://schemas.microsoft.com/office/drawing/2014/main" id="{3856A333-BA97-8F8B-2F31-58ABC07B288F}"/>
                    </a:ext>
                  </a:extLst>
                </p14:cNvPr>
                <p14:cNvContentPartPr/>
                <p14:nvPr/>
              </p14:nvContentPartPr>
              <p14:xfrm>
                <a:off x="2429613" y="5487366"/>
                <a:ext cx="360" cy="5760"/>
              </p14:xfrm>
            </p:contentPart>
          </mc:Choice>
          <mc:Fallback xmlns="">
            <p:pic>
              <p:nvPicPr>
                <p:cNvPr id="20" name="Ink 19">
                  <a:extLst>
                    <a:ext uri="{FF2B5EF4-FFF2-40B4-BE49-F238E27FC236}">
                      <a16:creationId xmlns:a16="http://schemas.microsoft.com/office/drawing/2014/main" id="{3856A333-BA97-8F8B-2F31-58ABC07B288F}"/>
                    </a:ext>
                  </a:extLst>
                </p:cNvPr>
                <p:cNvPicPr/>
                <p:nvPr/>
              </p:nvPicPr>
              <p:blipFill>
                <a:blip r:embed="rId360"/>
                <a:stretch>
                  <a:fillRect/>
                </a:stretch>
              </p:blipFill>
              <p:spPr>
                <a:xfrm>
                  <a:off x="2411973" y="5469366"/>
                  <a:ext cx="3600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361">
              <p14:nvContentPartPr>
                <p14:cNvPr id="36" name="Ink 35">
                  <a:extLst>
                    <a:ext uri="{FF2B5EF4-FFF2-40B4-BE49-F238E27FC236}">
                      <a16:creationId xmlns:a16="http://schemas.microsoft.com/office/drawing/2014/main" id="{3DDA40F4-2718-4569-B6AA-239EC831B982}"/>
                    </a:ext>
                  </a:extLst>
                </p14:cNvPr>
                <p14:cNvContentPartPr/>
                <p14:nvPr/>
              </p14:nvContentPartPr>
              <p14:xfrm>
                <a:off x="2038653" y="5298006"/>
                <a:ext cx="226440" cy="215280"/>
              </p14:xfrm>
            </p:contentPart>
          </mc:Choice>
          <mc:Fallback xmlns="">
            <p:pic>
              <p:nvPicPr>
                <p:cNvPr id="36" name="Ink 35">
                  <a:extLst>
                    <a:ext uri="{FF2B5EF4-FFF2-40B4-BE49-F238E27FC236}">
                      <a16:creationId xmlns:a16="http://schemas.microsoft.com/office/drawing/2014/main" id="{3DDA40F4-2718-4569-B6AA-239EC831B982}"/>
                    </a:ext>
                  </a:extLst>
                </p:cNvPr>
                <p:cNvPicPr/>
                <p:nvPr/>
              </p:nvPicPr>
              <p:blipFill>
                <a:blip r:embed="rId362"/>
                <a:stretch>
                  <a:fillRect/>
                </a:stretch>
              </p:blipFill>
              <p:spPr>
                <a:xfrm>
                  <a:off x="2021013" y="5280366"/>
                  <a:ext cx="262080" cy="250920"/>
                </a:xfrm>
                <a:prstGeom prst="rect">
                  <a:avLst/>
                </a:prstGeom>
              </p:spPr>
            </p:pic>
          </mc:Fallback>
        </mc:AlternateContent>
        <mc:AlternateContent xmlns:mc="http://schemas.openxmlformats.org/markup-compatibility/2006" xmlns:p14="http://schemas.microsoft.com/office/powerpoint/2010/main">
          <mc:Choice Requires="p14">
            <p:contentPart p14:bwMode="auto" r:id="rId363">
              <p14:nvContentPartPr>
                <p14:cNvPr id="37" name="Ink 36">
                  <a:extLst>
                    <a:ext uri="{FF2B5EF4-FFF2-40B4-BE49-F238E27FC236}">
                      <a16:creationId xmlns:a16="http://schemas.microsoft.com/office/drawing/2014/main" id="{3A51C9D2-6092-3CFA-82B6-BA82D6E061E0}"/>
                    </a:ext>
                  </a:extLst>
                </p14:cNvPr>
                <p14:cNvContentPartPr/>
                <p14:nvPr/>
              </p14:nvContentPartPr>
              <p14:xfrm>
                <a:off x="2188413" y="5513286"/>
                <a:ext cx="17640" cy="32760"/>
              </p14:xfrm>
            </p:contentPart>
          </mc:Choice>
          <mc:Fallback xmlns="">
            <p:pic>
              <p:nvPicPr>
                <p:cNvPr id="37" name="Ink 36">
                  <a:extLst>
                    <a:ext uri="{FF2B5EF4-FFF2-40B4-BE49-F238E27FC236}">
                      <a16:creationId xmlns:a16="http://schemas.microsoft.com/office/drawing/2014/main" id="{3A51C9D2-6092-3CFA-82B6-BA82D6E061E0}"/>
                    </a:ext>
                  </a:extLst>
                </p:cNvPr>
                <p:cNvPicPr/>
                <p:nvPr/>
              </p:nvPicPr>
              <p:blipFill>
                <a:blip r:embed="rId364"/>
                <a:stretch>
                  <a:fillRect/>
                </a:stretch>
              </p:blipFill>
              <p:spPr>
                <a:xfrm>
                  <a:off x="2170773" y="5495646"/>
                  <a:ext cx="53280" cy="68400"/>
                </a:xfrm>
                <a:prstGeom prst="rect">
                  <a:avLst/>
                </a:prstGeom>
              </p:spPr>
            </p:pic>
          </mc:Fallback>
        </mc:AlternateContent>
        <mc:AlternateContent xmlns:mc="http://schemas.openxmlformats.org/markup-compatibility/2006" xmlns:p14="http://schemas.microsoft.com/office/powerpoint/2010/main">
          <mc:Choice Requires="p14">
            <p:contentPart p14:bwMode="auto" r:id="rId365">
              <p14:nvContentPartPr>
                <p14:cNvPr id="38" name="Ink 37">
                  <a:extLst>
                    <a:ext uri="{FF2B5EF4-FFF2-40B4-BE49-F238E27FC236}">
                      <a16:creationId xmlns:a16="http://schemas.microsoft.com/office/drawing/2014/main" id="{8CE4D37D-88BC-AEEF-B3D5-2E59B0F21A72}"/>
                    </a:ext>
                  </a:extLst>
                </p14:cNvPr>
                <p14:cNvContentPartPr/>
                <p14:nvPr/>
              </p14:nvContentPartPr>
              <p14:xfrm>
                <a:off x="1915893" y="5273886"/>
                <a:ext cx="99360" cy="161640"/>
              </p14:xfrm>
            </p:contentPart>
          </mc:Choice>
          <mc:Fallback xmlns="">
            <p:pic>
              <p:nvPicPr>
                <p:cNvPr id="38" name="Ink 37">
                  <a:extLst>
                    <a:ext uri="{FF2B5EF4-FFF2-40B4-BE49-F238E27FC236}">
                      <a16:creationId xmlns:a16="http://schemas.microsoft.com/office/drawing/2014/main" id="{8CE4D37D-88BC-AEEF-B3D5-2E59B0F21A72}"/>
                    </a:ext>
                  </a:extLst>
                </p:cNvPr>
                <p:cNvPicPr/>
                <p:nvPr/>
              </p:nvPicPr>
              <p:blipFill>
                <a:blip r:embed="rId366"/>
                <a:stretch>
                  <a:fillRect/>
                </a:stretch>
              </p:blipFill>
              <p:spPr>
                <a:xfrm>
                  <a:off x="1897893" y="5255886"/>
                  <a:ext cx="135000" cy="197280"/>
                </a:xfrm>
                <a:prstGeom prst="rect">
                  <a:avLst/>
                </a:prstGeom>
              </p:spPr>
            </p:pic>
          </mc:Fallback>
        </mc:AlternateContent>
        <mc:AlternateContent xmlns:mc="http://schemas.openxmlformats.org/markup-compatibility/2006" xmlns:p14="http://schemas.microsoft.com/office/powerpoint/2010/main">
          <mc:Choice Requires="p14">
            <p:contentPart p14:bwMode="auto" r:id="rId367">
              <p14:nvContentPartPr>
                <p14:cNvPr id="39" name="Ink 38">
                  <a:extLst>
                    <a:ext uri="{FF2B5EF4-FFF2-40B4-BE49-F238E27FC236}">
                      <a16:creationId xmlns:a16="http://schemas.microsoft.com/office/drawing/2014/main" id="{FBEA8E17-661D-1268-74A7-EAF2C6750A1D}"/>
                    </a:ext>
                  </a:extLst>
                </p14:cNvPr>
                <p14:cNvContentPartPr/>
                <p14:nvPr/>
              </p14:nvContentPartPr>
              <p14:xfrm>
                <a:off x="1732293" y="5218806"/>
                <a:ext cx="88560" cy="208440"/>
              </p14:xfrm>
            </p:contentPart>
          </mc:Choice>
          <mc:Fallback xmlns="">
            <p:pic>
              <p:nvPicPr>
                <p:cNvPr id="39" name="Ink 38">
                  <a:extLst>
                    <a:ext uri="{FF2B5EF4-FFF2-40B4-BE49-F238E27FC236}">
                      <a16:creationId xmlns:a16="http://schemas.microsoft.com/office/drawing/2014/main" id="{FBEA8E17-661D-1268-74A7-EAF2C6750A1D}"/>
                    </a:ext>
                  </a:extLst>
                </p:cNvPr>
                <p:cNvPicPr/>
                <p:nvPr/>
              </p:nvPicPr>
              <p:blipFill>
                <a:blip r:embed="rId368"/>
                <a:stretch>
                  <a:fillRect/>
                </a:stretch>
              </p:blipFill>
              <p:spPr>
                <a:xfrm>
                  <a:off x="1714293" y="5201166"/>
                  <a:ext cx="124200" cy="244080"/>
                </a:xfrm>
                <a:prstGeom prst="rect">
                  <a:avLst/>
                </a:prstGeom>
              </p:spPr>
            </p:pic>
          </mc:Fallback>
        </mc:AlternateContent>
      </p:grpSp>
      <p:grpSp>
        <p:nvGrpSpPr>
          <p:cNvPr id="42" name="Group 41">
            <a:extLst>
              <a:ext uri="{FF2B5EF4-FFF2-40B4-BE49-F238E27FC236}">
                <a16:creationId xmlns:a16="http://schemas.microsoft.com/office/drawing/2014/main" id="{6160FBAF-B17B-DA9F-AC8F-DC048462D2A9}"/>
              </a:ext>
            </a:extLst>
          </p:cNvPr>
          <p:cNvGrpSpPr/>
          <p:nvPr/>
        </p:nvGrpSpPr>
        <p:grpSpPr>
          <a:xfrm>
            <a:off x="809253" y="5211606"/>
            <a:ext cx="657720" cy="469080"/>
            <a:chOff x="809253" y="5211606"/>
            <a:chExt cx="657720" cy="469080"/>
          </a:xfrm>
        </p:grpSpPr>
        <mc:AlternateContent xmlns:mc="http://schemas.openxmlformats.org/markup-compatibility/2006" xmlns:p14="http://schemas.microsoft.com/office/powerpoint/2010/main">
          <mc:Choice Requires="p14">
            <p:contentPart p14:bwMode="auto" r:id="rId369">
              <p14:nvContentPartPr>
                <p14:cNvPr id="40" name="Ink 39">
                  <a:extLst>
                    <a:ext uri="{FF2B5EF4-FFF2-40B4-BE49-F238E27FC236}">
                      <a16:creationId xmlns:a16="http://schemas.microsoft.com/office/drawing/2014/main" id="{4FB45D16-F005-AB91-04C5-B383944B9EAE}"/>
                    </a:ext>
                  </a:extLst>
                </p14:cNvPr>
                <p14:cNvContentPartPr/>
                <p14:nvPr/>
              </p14:nvContentPartPr>
              <p14:xfrm>
                <a:off x="1441413" y="5211606"/>
                <a:ext cx="25560" cy="246240"/>
              </p14:xfrm>
            </p:contentPart>
          </mc:Choice>
          <mc:Fallback xmlns="">
            <p:pic>
              <p:nvPicPr>
                <p:cNvPr id="40" name="Ink 39">
                  <a:extLst>
                    <a:ext uri="{FF2B5EF4-FFF2-40B4-BE49-F238E27FC236}">
                      <a16:creationId xmlns:a16="http://schemas.microsoft.com/office/drawing/2014/main" id="{4FB45D16-F005-AB91-04C5-B383944B9EAE}"/>
                    </a:ext>
                  </a:extLst>
                </p:cNvPr>
                <p:cNvPicPr/>
                <p:nvPr/>
              </p:nvPicPr>
              <p:blipFill>
                <a:blip r:embed="rId370"/>
                <a:stretch>
                  <a:fillRect/>
                </a:stretch>
              </p:blipFill>
              <p:spPr>
                <a:xfrm>
                  <a:off x="1423413" y="5193966"/>
                  <a:ext cx="61200" cy="281880"/>
                </a:xfrm>
                <a:prstGeom prst="rect">
                  <a:avLst/>
                </a:prstGeom>
              </p:spPr>
            </p:pic>
          </mc:Fallback>
        </mc:AlternateContent>
        <mc:AlternateContent xmlns:mc="http://schemas.openxmlformats.org/markup-compatibility/2006" xmlns:p14="http://schemas.microsoft.com/office/powerpoint/2010/main">
          <mc:Choice Requires="p14">
            <p:contentPart p14:bwMode="auto" r:id="rId371">
              <p14:nvContentPartPr>
                <p14:cNvPr id="41" name="Ink 40">
                  <a:extLst>
                    <a:ext uri="{FF2B5EF4-FFF2-40B4-BE49-F238E27FC236}">
                      <a16:creationId xmlns:a16="http://schemas.microsoft.com/office/drawing/2014/main" id="{B0BE0149-5F97-AF2D-289C-5C078E75D17C}"/>
                    </a:ext>
                  </a:extLst>
                </p14:cNvPr>
                <p14:cNvContentPartPr/>
                <p14:nvPr/>
              </p14:nvContentPartPr>
              <p14:xfrm>
                <a:off x="809253" y="5221686"/>
                <a:ext cx="529920" cy="459000"/>
              </p14:xfrm>
            </p:contentPart>
          </mc:Choice>
          <mc:Fallback xmlns="">
            <p:pic>
              <p:nvPicPr>
                <p:cNvPr id="41" name="Ink 40">
                  <a:extLst>
                    <a:ext uri="{FF2B5EF4-FFF2-40B4-BE49-F238E27FC236}">
                      <a16:creationId xmlns:a16="http://schemas.microsoft.com/office/drawing/2014/main" id="{B0BE0149-5F97-AF2D-289C-5C078E75D17C}"/>
                    </a:ext>
                  </a:extLst>
                </p:cNvPr>
                <p:cNvPicPr/>
                <p:nvPr/>
              </p:nvPicPr>
              <p:blipFill>
                <a:blip r:embed="rId372"/>
                <a:stretch>
                  <a:fillRect/>
                </a:stretch>
              </p:blipFill>
              <p:spPr>
                <a:xfrm>
                  <a:off x="791253" y="5203686"/>
                  <a:ext cx="565560" cy="494640"/>
                </a:xfrm>
                <a:prstGeom prst="rect">
                  <a:avLst/>
                </a:prstGeom>
              </p:spPr>
            </p:pic>
          </mc:Fallback>
        </mc:AlternateContent>
      </p:grpSp>
    </p:spTree>
    <p:extLst>
      <p:ext uri="{BB962C8B-B14F-4D97-AF65-F5344CB8AC3E}">
        <p14:creationId xmlns:p14="http://schemas.microsoft.com/office/powerpoint/2010/main" val="3508319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716EA7B-7508-2071-ABCF-FD7ED067C9F3}"/>
              </a:ext>
            </a:extLst>
          </p:cNvPr>
          <p:cNvPicPr>
            <a:picLocks noChangeAspect="1"/>
          </p:cNvPicPr>
          <p:nvPr/>
        </p:nvPicPr>
        <p:blipFill>
          <a:blip r:embed="rId2"/>
          <a:stretch>
            <a:fillRect/>
          </a:stretch>
        </p:blipFill>
        <p:spPr>
          <a:xfrm>
            <a:off x="35037" y="0"/>
            <a:ext cx="12121925" cy="6858000"/>
          </a:xfrm>
          <a:prstGeom prst="rect">
            <a:avLst/>
          </a:prstGeom>
        </p:spPr>
      </p:pic>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213985D2-2FCC-5559-AE8B-1E2A30C8E0CB}"/>
                  </a:ext>
                </a:extLst>
              </p14:cNvPr>
              <p14:cNvContentPartPr/>
              <p14:nvPr/>
            </p14:nvContentPartPr>
            <p14:xfrm>
              <a:off x="2214721" y="3594990"/>
              <a:ext cx="2326680" cy="372240"/>
            </p14:xfrm>
          </p:contentPart>
        </mc:Choice>
        <mc:Fallback xmlns="">
          <p:pic>
            <p:nvPicPr>
              <p:cNvPr id="4" name="Ink 3">
                <a:extLst>
                  <a:ext uri="{FF2B5EF4-FFF2-40B4-BE49-F238E27FC236}">
                    <a16:creationId xmlns:a16="http://schemas.microsoft.com/office/drawing/2014/main" id="{213985D2-2FCC-5559-AE8B-1E2A30C8E0CB}"/>
                  </a:ext>
                </a:extLst>
              </p:cNvPr>
              <p:cNvPicPr/>
              <p:nvPr/>
            </p:nvPicPr>
            <p:blipFill>
              <a:blip r:embed="rId4"/>
              <a:stretch>
                <a:fillRect/>
              </a:stretch>
            </p:blipFill>
            <p:spPr>
              <a:xfrm>
                <a:off x="2196721" y="3576990"/>
                <a:ext cx="2362320" cy="407880"/>
              </a:xfrm>
              <a:prstGeom prst="rect">
                <a:avLst/>
              </a:prstGeom>
            </p:spPr>
          </p:pic>
        </mc:Fallback>
      </mc:AlternateContent>
      <p:grpSp>
        <p:nvGrpSpPr>
          <p:cNvPr id="15" name="Group 14">
            <a:extLst>
              <a:ext uri="{FF2B5EF4-FFF2-40B4-BE49-F238E27FC236}">
                <a16:creationId xmlns:a16="http://schemas.microsoft.com/office/drawing/2014/main" id="{B14CE50A-F740-DCD1-432B-C165701656B1}"/>
              </a:ext>
            </a:extLst>
          </p:cNvPr>
          <p:cNvGrpSpPr/>
          <p:nvPr/>
        </p:nvGrpSpPr>
        <p:grpSpPr>
          <a:xfrm>
            <a:off x="515521" y="3186030"/>
            <a:ext cx="1584720" cy="568080"/>
            <a:chOff x="515521" y="3186030"/>
            <a:chExt cx="1584720" cy="568080"/>
          </a:xfrm>
        </p:grpSpPr>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2482C2E6-AC79-E131-D94A-E200567806DE}"/>
                    </a:ext>
                  </a:extLst>
                </p14:cNvPr>
                <p14:cNvContentPartPr/>
                <p14:nvPr/>
              </p14:nvContentPartPr>
              <p14:xfrm>
                <a:off x="1535041" y="3534510"/>
                <a:ext cx="565200" cy="205200"/>
              </p14:xfrm>
            </p:contentPart>
          </mc:Choice>
          <mc:Fallback xmlns="">
            <p:pic>
              <p:nvPicPr>
                <p:cNvPr id="5" name="Ink 4">
                  <a:extLst>
                    <a:ext uri="{FF2B5EF4-FFF2-40B4-BE49-F238E27FC236}">
                      <a16:creationId xmlns:a16="http://schemas.microsoft.com/office/drawing/2014/main" id="{2482C2E6-AC79-E131-D94A-E200567806DE}"/>
                    </a:ext>
                  </a:extLst>
                </p:cNvPr>
                <p:cNvPicPr/>
                <p:nvPr/>
              </p:nvPicPr>
              <p:blipFill>
                <a:blip r:embed="rId6"/>
                <a:stretch>
                  <a:fillRect/>
                </a:stretch>
              </p:blipFill>
              <p:spPr>
                <a:xfrm>
                  <a:off x="1517401" y="3516510"/>
                  <a:ext cx="600840" cy="240840"/>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 name="Ink 5">
                  <a:extLst>
                    <a:ext uri="{FF2B5EF4-FFF2-40B4-BE49-F238E27FC236}">
                      <a16:creationId xmlns:a16="http://schemas.microsoft.com/office/drawing/2014/main" id="{06302C18-6675-BCAE-454C-D5B93DEE0D1C}"/>
                    </a:ext>
                  </a:extLst>
                </p14:cNvPr>
                <p14:cNvContentPartPr/>
                <p14:nvPr/>
              </p14:nvContentPartPr>
              <p14:xfrm>
                <a:off x="1850041" y="3476550"/>
                <a:ext cx="6120" cy="7920"/>
              </p14:xfrm>
            </p:contentPart>
          </mc:Choice>
          <mc:Fallback xmlns="">
            <p:pic>
              <p:nvPicPr>
                <p:cNvPr id="6" name="Ink 5">
                  <a:extLst>
                    <a:ext uri="{FF2B5EF4-FFF2-40B4-BE49-F238E27FC236}">
                      <a16:creationId xmlns:a16="http://schemas.microsoft.com/office/drawing/2014/main" id="{06302C18-6675-BCAE-454C-D5B93DEE0D1C}"/>
                    </a:ext>
                  </a:extLst>
                </p:cNvPr>
                <p:cNvPicPr/>
                <p:nvPr/>
              </p:nvPicPr>
              <p:blipFill>
                <a:blip r:embed="rId8"/>
                <a:stretch>
                  <a:fillRect/>
                </a:stretch>
              </p:blipFill>
              <p:spPr>
                <a:xfrm>
                  <a:off x="1832401" y="3458550"/>
                  <a:ext cx="41760" cy="43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 name="Ink 6">
                  <a:extLst>
                    <a:ext uri="{FF2B5EF4-FFF2-40B4-BE49-F238E27FC236}">
                      <a16:creationId xmlns:a16="http://schemas.microsoft.com/office/drawing/2014/main" id="{1752FAAC-9EE0-433B-3F4C-B4F5D2684E77}"/>
                    </a:ext>
                  </a:extLst>
                </p14:cNvPr>
                <p14:cNvContentPartPr/>
                <p14:nvPr/>
              </p14:nvContentPartPr>
              <p14:xfrm>
                <a:off x="1406881" y="3526590"/>
                <a:ext cx="91080" cy="151920"/>
              </p14:xfrm>
            </p:contentPart>
          </mc:Choice>
          <mc:Fallback xmlns="">
            <p:pic>
              <p:nvPicPr>
                <p:cNvPr id="7" name="Ink 6">
                  <a:extLst>
                    <a:ext uri="{FF2B5EF4-FFF2-40B4-BE49-F238E27FC236}">
                      <a16:creationId xmlns:a16="http://schemas.microsoft.com/office/drawing/2014/main" id="{1752FAAC-9EE0-433B-3F4C-B4F5D2684E77}"/>
                    </a:ext>
                  </a:extLst>
                </p:cNvPr>
                <p:cNvPicPr/>
                <p:nvPr/>
              </p:nvPicPr>
              <p:blipFill>
                <a:blip r:embed="rId10"/>
                <a:stretch>
                  <a:fillRect/>
                </a:stretch>
              </p:blipFill>
              <p:spPr>
                <a:xfrm>
                  <a:off x="1388881" y="3508950"/>
                  <a:ext cx="12672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8" name="Ink 7">
                  <a:extLst>
                    <a:ext uri="{FF2B5EF4-FFF2-40B4-BE49-F238E27FC236}">
                      <a16:creationId xmlns:a16="http://schemas.microsoft.com/office/drawing/2014/main" id="{430EFEDB-1B1A-7EE4-27CB-E63BD22FE3CD}"/>
                    </a:ext>
                  </a:extLst>
                </p14:cNvPr>
                <p14:cNvContentPartPr/>
                <p14:nvPr/>
              </p14:nvContentPartPr>
              <p14:xfrm>
                <a:off x="1198801" y="3456750"/>
                <a:ext cx="177120" cy="200520"/>
              </p14:xfrm>
            </p:contentPart>
          </mc:Choice>
          <mc:Fallback xmlns="">
            <p:pic>
              <p:nvPicPr>
                <p:cNvPr id="8" name="Ink 7">
                  <a:extLst>
                    <a:ext uri="{FF2B5EF4-FFF2-40B4-BE49-F238E27FC236}">
                      <a16:creationId xmlns:a16="http://schemas.microsoft.com/office/drawing/2014/main" id="{430EFEDB-1B1A-7EE4-27CB-E63BD22FE3CD}"/>
                    </a:ext>
                  </a:extLst>
                </p:cNvPr>
                <p:cNvPicPr/>
                <p:nvPr/>
              </p:nvPicPr>
              <p:blipFill>
                <a:blip r:embed="rId12"/>
                <a:stretch>
                  <a:fillRect/>
                </a:stretch>
              </p:blipFill>
              <p:spPr>
                <a:xfrm>
                  <a:off x="1181161" y="3438750"/>
                  <a:ext cx="21276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9" name="Ink 8">
                  <a:extLst>
                    <a:ext uri="{FF2B5EF4-FFF2-40B4-BE49-F238E27FC236}">
                      <a16:creationId xmlns:a16="http://schemas.microsoft.com/office/drawing/2014/main" id="{FCEE2A37-38A8-0244-B6E4-D912FA77094D}"/>
                    </a:ext>
                  </a:extLst>
                </p14:cNvPr>
                <p14:cNvContentPartPr/>
                <p14:nvPr/>
              </p14:nvContentPartPr>
              <p14:xfrm>
                <a:off x="952561" y="3530910"/>
                <a:ext cx="185760" cy="223200"/>
              </p14:xfrm>
            </p:contentPart>
          </mc:Choice>
          <mc:Fallback xmlns="">
            <p:pic>
              <p:nvPicPr>
                <p:cNvPr id="9" name="Ink 8">
                  <a:extLst>
                    <a:ext uri="{FF2B5EF4-FFF2-40B4-BE49-F238E27FC236}">
                      <a16:creationId xmlns:a16="http://schemas.microsoft.com/office/drawing/2014/main" id="{FCEE2A37-38A8-0244-B6E4-D912FA77094D}"/>
                    </a:ext>
                  </a:extLst>
                </p:cNvPr>
                <p:cNvPicPr/>
                <p:nvPr/>
              </p:nvPicPr>
              <p:blipFill>
                <a:blip r:embed="rId14"/>
                <a:stretch>
                  <a:fillRect/>
                </a:stretch>
              </p:blipFill>
              <p:spPr>
                <a:xfrm>
                  <a:off x="934561" y="3512910"/>
                  <a:ext cx="221400" cy="258840"/>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 name="Ink 9">
                  <a:extLst>
                    <a:ext uri="{FF2B5EF4-FFF2-40B4-BE49-F238E27FC236}">
                      <a16:creationId xmlns:a16="http://schemas.microsoft.com/office/drawing/2014/main" id="{2ED664DD-B10F-B922-F570-A03593F444B2}"/>
                    </a:ext>
                  </a:extLst>
                </p14:cNvPr>
                <p14:cNvContentPartPr/>
                <p14:nvPr/>
              </p14:nvContentPartPr>
              <p14:xfrm>
                <a:off x="515521" y="3513990"/>
                <a:ext cx="315720" cy="172080"/>
              </p14:xfrm>
            </p:contentPart>
          </mc:Choice>
          <mc:Fallback xmlns="">
            <p:pic>
              <p:nvPicPr>
                <p:cNvPr id="10" name="Ink 9">
                  <a:extLst>
                    <a:ext uri="{FF2B5EF4-FFF2-40B4-BE49-F238E27FC236}">
                      <a16:creationId xmlns:a16="http://schemas.microsoft.com/office/drawing/2014/main" id="{2ED664DD-B10F-B922-F570-A03593F444B2}"/>
                    </a:ext>
                  </a:extLst>
                </p:cNvPr>
                <p:cNvPicPr/>
                <p:nvPr/>
              </p:nvPicPr>
              <p:blipFill>
                <a:blip r:embed="rId16"/>
                <a:stretch>
                  <a:fillRect/>
                </a:stretch>
              </p:blipFill>
              <p:spPr>
                <a:xfrm>
                  <a:off x="497521" y="3496350"/>
                  <a:ext cx="351360" cy="20772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1" name="Ink 10">
                  <a:extLst>
                    <a:ext uri="{FF2B5EF4-FFF2-40B4-BE49-F238E27FC236}">
                      <a16:creationId xmlns:a16="http://schemas.microsoft.com/office/drawing/2014/main" id="{F49C9128-1E80-4779-055B-D597A67394D5}"/>
                    </a:ext>
                  </a:extLst>
                </p14:cNvPr>
                <p14:cNvContentPartPr/>
                <p14:nvPr/>
              </p14:nvContentPartPr>
              <p14:xfrm>
                <a:off x="658441" y="3466110"/>
                <a:ext cx="14040" cy="7560"/>
              </p14:xfrm>
            </p:contentPart>
          </mc:Choice>
          <mc:Fallback xmlns="">
            <p:pic>
              <p:nvPicPr>
                <p:cNvPr id="11" name="Ink 10">
                  <a:extLst>
                    <a:ext uri="{FF2B5EF4-FFF2-40B4-BE49-F238E27FC236}">
                      <a16:creationId xmlns:a16="http://schemas.microsoft.com/office/drawing/2014/main" id="{F49C9128-1E80-4779-055B-D597A67394D5}"/>
                    </a:ext>
                  </a:extLst>
                </p:cNvPr>
                <p:cNvPicPr/>
                <p:nvPr/>
              </p:nvPicPr>
              <p:blipFill>
                <a:blip r:embed="rId18"/>
                <a:stretch>
                  <a:fillRect/>
                </a:stretch>
              </p:blipFill>
              <p:spPr>
                <a:xfrm>
                  <a:off x="640801" y="3448110"/>
                  <a:ext cx="4968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2" name="Ink 11">
                  <a:extLst>
                    <a:ext uri="{FF2B5EF4-FFF2-40B4-BE49-F238E27FC236}">
                      <a16:creationId xmlns:a16="http://schemas.microsoft.com/office/drawing/2014/main" id="{4F6A48B6-85F9-74FB-B5E1-00A63B0FB67C}"/>
                    </a:ext>
                  </a:extLst>
                </p14:cNvPr>
                <p14:cNvContentPartPr/>
                <p14:nvPr/>
              </p14:nvContentPartPr>
              <p14:xfrm>
                <a:off x="882721" y="3186030"/>
                <a:ext cx="303480" cy="254880"/>
              </p14:xfrm>
            </p:contentPart>
          </mc:Choice>
          <mc:Fallback xmlns="">
            <p:pic>
              <p:nvPicPr>
                <p:cNvPr id="12" name="Ink 11">
                  <a:extLst>
                    <a:ext uri="{FF2B5EF4-FFF2-40B4-BE49-F238E27FC236}">
                      <a16:creationId xmlns:a16="http://schemas.microsoft.com/office/drawing/2014/main" id="{4F6A48B6-85F9-74FB-B5E1-00A63B0FB67C}"/>
                    </a:ext>
                  </a:extLst>
                </p:cNvPr>
                <p:cNvPicPr/>
                <p:nvPr/>
              </p:nvPicPr>
              <p:blipFill>
                <a:blip r:embed="rId20"/>
                <a:stretch>
                  <a:fillRect/>
                </a:stretch>
              </p:blipFill>
              <p:spPr>
                <a:xfrm>
                  <a:off x="865081" y="3168390"/>
                  <a:ext cx="339120" cy="290520"/>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4" name="Ink 13">
                  <a:extLst>
                    <a:ext uri="{FF2B5EF4-FFF2-40B4-BE49-F238E27FC236}">
                      <a16:creationId xmlns:a16="http://schemas.microsoft.com/office/drawing/2014/main" id="{1E0CB414-E22B-4873-57AA-BBF71D741DDB}"/>
                    </a:ext>
                  </a:extLst>
                </p14:cNvPr>
                <p14:cNvContentPartPr/>
                <p14:nvPr/>
              </p14:nvContentPartPr>
              <p14:xfrm>
                <a:off x="822961" y="3393750"/>
                <a:ext cx="113400" cy="92160"/>
              </p14:xfrm>
            </p:contentPart>
          </mc:Choice>
          <mc:Fallback xmlns="">
            <p:pic>
              <p:nvPicPr>
                <p:cNvPr id="14" name="Ink 13">
                  <a:extLst>
                    <a:ext uri="{FF2B5EF4-FFF2-40B4-BE49-F238E27FC236}">
                      <a16:creationId xmlns:a16="http://schemas.microsoft.com/office/drawing/2014/main" id="{1E0CB414-E22B-4873-57AA-BBF71D741DDB}"/>
                    </a:ext>
                  </a:extLst>
                </p:cNvPr>
                <p:cNvPicPr/>
                <p:nvPr/>
              </p:nvPicPr>
              <p:blipFill>
                <a:blip r:embed="rId22"/>
                <a:stretch>
                  <a:fillRect/>
                </a:stretch>
              </p:blipFill>
              <p:spPr>
                <a:xfrm>
                  <a:off x="804961" y="3376110"/>
                  <a:ext cx="149040" cy="1278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23">
            <p14:nvContentPartPr>
              <p14:cNvPr id="16" name="Ink 15">
                <a:extLst>
                  <a:ext uri="{FF2B5EF4-FFF2-40B4-BE49-F238E27FC236}">
                    <a16:creationId xmlns:a16="http://schemas.microsoft.com/office/drawing/2014/main" id="{A089E200-F520-8CD5-4192-F42FB49126FE}"/>
                  </a:ext>
                </a:extLst>
              </p14:cNvPr>
              <p14:cNvContentPartPr/>
              <p14:nvPr/>
            </p14:nvContentPartPr>
            <p14:xfrm>
              <a:off x="2243881" y="4435590"/>
              <a:ext cx="1447200" cy="314280"/>
            </p14:xfrm>
          </p:contentPart>
        </mc:Choice>
        <mc:Fallback xmlns="">
          <p:pic>
            <p:nvPicPr>
              <p:cNvPr id="16" name="Ink 15">
                <a:extLst>
                  <a:ext uri="{FF2B5EF4-FFF2-40B4-BE49-F238E27FC236}">
                    <a16:creationId xmlns:a16="http://schemas.microsoft.com/office/drawing/2014/main" id="{A089E200-F520-8CD5-4192-F42FB49126FE}"/>
                  </a:ext>
                </a:extLst>
              </p:cNvPr>
              <p:cNvPicPr/>
              <p:nvPr/>
            </p:nvPicPr>
            <p:blipFill>
              <a:blip r:embed="rId24"/>
              <a:stretch>
                <a:fillRect/>
              </a:stretch>
            </p:blipFill>
            <p:spPr>
              <a:xfrm>
                <a:off x="2225881" y="4417590"/>
                <a:ext cx="1482840" cy="349920"/>
              </a:xfrm>
              <a:prstGeom prst="rect">
                <a:avLst/>
              </a:prstGeom>
            </p:spPr>
          </p:pic>
        </mc:Fallback>
      </mc:AlternateContent>
      <p:grpSp>
        <p:nvGrpSpPr>
          <p:cNvPr id="24" name="Group 23">
            <a:extLst>
              <a:ext uri="{FF2B5EF4-FFF2-40B4-BE49-F238E27FC236}">
                <a16:creationId xmlns:a16="http://schemas.microsoft.com/office/drawing/2014/main" id="{48602D2C-7260-A2ED-0AE0-48FA231C6CB3}"/>
              </a:ext>
            </a:extLst>
          </p:cNvPr>
          <p:cNvGrpSpPr/>
          <p:nvPr/>
        </p:nvGrpSpPr>
        <p:grpSpPr>
          <a:xfrm>
            <a:off x="723601" y="4460430"/>
            <a:ext cx="718200" cy="447480"/>
            <a:chOff x="723601" y="4460430"/>
            <a:chExt cx="718200" cy="447480"/>
          </a:xfrm>
        </p:grpSpPr>
        <mc:AlternateContent xmlns:mc="http://schemas.openxmlformats.org/markup-compatibility/2006" xmlns:p14="http://schemas.microsoft.com/office/powerpoint/2010/main">
          <mc:Choice Requires="p14">
            <p:contentPart p14:bwMode="auto" r:id="rId25">
              <p14:nvContentPartPr>
                <p14:cNvPr id="17" name="Ink 16">
                  <a:extLst>
                    <a:ext uri="{FF2B5EF4-FFF2-40B4-BE49-F238E27FC236}">
                      <a16:creationId xmlns:a16="http://schemas.microsoft.com/office/drawing/2014/main" id="{D7FB7F81-3270-01C0-8F35-C068DA01738A}"/>
                    </a:ext>
                  </a:extLst>
                </p14:cNvPr>
                <p14:cNvContentPartPr/>
                <p14:nvPr/>
              </p14:nvContentPartPr>
              <p14:xfrm>
                <a:off x="723601" y="4563750"/>
                <a:ext cx="26280" cy="160920"/>
              </p14:xfrm>
            </p:contentPart>
          </mc:Choice>
          <mc:Fallback xmlns="">
            <p:pic>
              <p:nvPicPr>
                <p:cNvPr id="17" name="Ink 16">
                  <a:extLst>
                    <a:ext uri="{FF2B5EF4-FFF2-40B4-BE49-F238E27FC236}">
                      <a16:creationId xmlns:a16="http://schemas.microsoft.com/office/drawing/2014/main" id="{D7FB7F81-3270-01C0-8F35-C068DA01738A}"/>
                    </a:ext>
                  </a:extLst>
                </p:cNvPr>
                <p:cNvPicPr/>
                <p:nvPr/>
              </p:nvPicPr>
              <p:blipFill>
                <a:blip r:embed="rId26"/>
                <a:stretch>
                  <a:fillRect/>
                </a:stretch>
              </p:blipFill>
              <p:spPr>
                <a:xfrm>
                  <a:off x="705601" y="4546110"/>
                  <a:ext cx="6192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8" name="Ink 17">
                  <a:extLst>
                    <a:ext uri="{FF2B5EF4-FFF2-40B4-BE49-F238E27FC236}">
                      <a16:creationId xmlns:a16="http://schemas.microsoft.com/office/drawing/2014/main" id="{99A6CC8A-EDA4-0CE4-6D0F-705CF2160DFA}"/>
                    </a:ext>
                  </a:extLst>
                </p14:cNvPr>
                <p14:cNvContentPartPr/>
                <p14:nvPr/>
              </p14:nvContentPartPr>
              <p14:xfrm>
                <a:off x="766801" y="4550790"/>
                <a:ext cx="140400" cy="128160"/>
              </p14:xfrm>
            </p:contentPart>
          </mc:Choice>
          <mc:Fallback xmlns="">
            <p:pic>
              <p:nvPicPr>
                <p:cNvPr id="18" name="Ink 17">
                  <a:extLst>
                    <a:ext uri="{FF2B5EF4-FFF2-40B4-BE49-F238E27FC236}">
                      <a16:creationId xmlns:a16="http://schemas.microsoft.com/office/drawing/2014/main" id="{99A6CC8A-EDA4-0CE4-6D0F-705CF2160DFA}"/>
                    </a:ext>
                  </a:extLst>
                </p:cNvPr>
                <p:cNvPicPr/>
                <p:nvPr/>
              </p:nvPicPr>
              <p:blipFill>
                <a:blip r:embed="rId28"/>
                <a:stretch>
                  <a:fillRect/>
                </a:stretch>
              </p:blipFill>
              <p:spPr>
                <a:xfrm>
                  <a:off x="749161" y="4532790"/>
                  <a:ext cx="17604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9" name="Ink 18">
                  <a:extLst>
                    <a:ext uri="{FF2B5EF4-FFF2-40B4-BE49-F238E27FC236}">
                      <a16:creationId xmlns:a16="http://schemas.microsoft.com/office/drawing/2014/main" id="{606A04EA-1C8C-2AEE-4415-6A03F053C64C}"/>
                    </a:ext>
                  </a:extLst>
                </p14:cNvPr>
                <p14:cNvContentPartPr/>
                <p14:nvPr/>
              </p14:nvContentPartPr>
              <p14:xfrm>
                <a:off x="978481" y="4563750"/>
                <a:ext cx="6120" cy="107640"/>
              </p14:xfrm>
            </p:contentPart>
          </mc:Choice>
          <mc:Fallback xmlns="">
            <p:pic>
              <p:nvPicPr>
                <p:cNvPr id="19" name="Ink 18">
                  <a:extLst>
                    <a:ext uri="{FF2B5EF4-FFF2-40B4-BE49-F238E27FC236}">
                      <a16:creationId xmlns:a16="http://schemas.microsoft.com/office/drawing/2014/main" id="{606A04EA-1C8C-2AEE-4415-6A03F053C64C}"/>
                    </a:ext>
                  </a:extLst>
                </p:cNvPr>
                <p:cNvPicPr/>
                <p:nvPr/>
              </p:nvPicPr>
              <p:blipFill>
                <a:blip r:embed="rId30"/>
                <a:stretch>
                  <a:fillRect/>
                </a:stretch>
              </p:blipFill>
              <p:spPr>
                <a:xfrm>
                  <a:off x="960841" y="4546110"/>
                  <a:ext cx="41760" cy="14328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20" name="Ink 19">
                  <a:extLst>
                    <a:ext uri="{FF2B5EF4-FFF2-40B4-BE49-F238E27FC236}">
                      <a16:creationId xmlns:a16="http://schemas.microsoft.com/office/drawing/2014/main" id="{5BC7092E-5E73-A6DD-35AC-BCB38353EE11}"/>
                    </a:ext>
                  </a:extLst>
                </p14:cNvPr>
                <p14:cNvContentPartPr/>
                <p14:nvPr/>
              </p14:nvContentPartPr>
              <p14:xfrm>
                <a:off x="954721" y="4460430"/>
                <a:ext cx="82800" cy="66960"/>
              </p14:xfrm>
            </p:contentPart>
          </mc:Choice>
          <mc:Fallback xmlns="">
            <p:pic>
              <p:nvPicPr>
                <p:cNvPr id="20" name="Ink 19">
                  <a:extLst>
                    <a:ext uri="{FF2B5EF4-FFF2-40B4-BE49-F238E27FC236}">
                      <a16:creationId xmlns:a16="http://schemas.microsoft.com/office/drawing/2014/main" id="{5BC7092E-5E73-A6DD-35AC-BCB38353EE11}"/>
                    </a:ext>
                  </a:extLst>
                </p:cNvPr>
                <p:cNvPicPr/>
                <p:nvPr/>
              </p:nvPicPr>
              <p:blipFill>
                <a:blip r:embed="rId32"/>
                <a:stretch>
                  <a:fillRect/>
                </a:stretch>
              </p:blipFill>
              <p:spPr>
                <a:xfrm>
                  <a:off x="936721" y="4442790"/>
                  <a:ext cx="118440" cy="102600"/>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21" name="Ink 20">
                  <a:extLst>
                    <a:ext uri="{FF2B5EF4-FFF2-40B4-BE49-F238E27FC236}">
                      <a16:creationId xmlns:a16="http://schemas.microsoft.com/office/drawing/2014/main" id="{36B08AED-687C-7CC2-CBBA-8DBC8E7C09AD}"/>
                    </a:ext>
                  </a:extLst>
                </p14:cNvPr>
                <p14:cNvContentPartPr/>
                <p14:nvPr/>
              </p14:nvContentPartPr>
              <p14:xfrm>
                <a:off x="1057321" y="4557630"/>
                <a:ext cx="144000" cy="134640"/>
              </p14:xfrm>
            </p:contentPart>
          </mc:Choice>
          <mc:Fallback xmlns="">
            <p:pic>
              <p:nvPicPr>
                <p:cNvPr id="21" name="Ink 20">
                  <a:extLst>
                    <a:ext uri="{FF2B5EF4-FFF2-40B4-BE49-F238E27FC236}">
                      <a16:creationId xmlns:a16="http://schemas.microsoft.com/office/drawing/2014/main" id="{36B08AED-687C-7CC2-CBBA-8DBC8E7C09AD}"/>
                    </a:ext>
                  </a:extLst>
                </p:cNvPr>
                <p:cNvPicPr/>
                <p:nvPr/>
              </p:nvPicPr>
              <p:blipFill>
                <a:blip r:embed="rId34"/>
                <a:stretch>
                  <a:fillRect/>
                </a:stretch>
              </p:blipFill>
              <p:spPr>
                <a:xfrm>
                  <a:off x="1039681" y="4539990"/>
                  <a:ext cx="17964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22" name="Ink 21">
                  <a:extLst>
                    <a:ext uri="{FF2B5EF4-FFF2-40B4-BE49-F238E27FC236}">
                      <a16:creationId xmlns:a16="http://schemas.microsoft.com/office/drawing/2014/main" id="{D1465B0A-4D93-774F-7EDF-E75251ABE457}"/>
                    </a:ext>
                  </a:extLst>
                </p14:cNvPr>
                <p14:cNvContentPartPr/>
                <p14:nvPr/>
              </p14:nvContentPartPr>
              <p14:xfrm>
                <a:off x="1085041" y="4536030"/>
                <a:ext cx="140760" cy="159840"/>
              </p14:xfrm>
            </p:contentPart>
          </mc:Choice>
          <mc:Fallback xmlns="">
            <p:pic>
              <p:nvPicPr>
                <p:cNvPr id="22" name="Ink 21">
                  <a:extLst>
                    <a:ext uri="{FF2B5EF4-FFF2-40B4-BE49-F238E27FC236}">
                      <a16:creationId xmlns:a16="http://schemas.microsoft.com/office/drawing/2014/main" id="{D1465B0A-4D93-774F-7EDF-E75251ABE457}"/>
                    </a:ext>
                  </a:extLst>
                </p:cNvPr>
                <p:cNvPicPr/>
                <p:nvPr/>
              </p:nvPicPr>
              <p:blipFill>
                <a:blip r:embed="rId36"/>
                <a:stretch>
                  <a:fillRect/>
                </a:stretch>
              </p:blipFill>
              <p:spPr>
                <a:xfrm>
                  <a:off x="1067041" y="4518390"/>
                  <a:ext cx="176400" cy="195480"/>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23" name="Ink 22">
                  <a:extLst>
                    <a:ext uri="{FF2B5EF4-FFF2-40B4-BE49-F238E27FC236}">
                      <a16:creationId xmlns:a16="http://schemas.microsoft.com/office/drawing/2014/main" id="{5B273718-C36E-9B44-BE5B-6BF66A357126}"/>
                    </a:ext>
                  </a:extLst>
                </p14:cNvPr>
                <p14:cNvContentPartPr/>
                <p14:nvPr/>
              </p14:nvContentPartPr>
              <p14:xfrm>
                <a:off x="1240921" y="4544310"/>
                <a:ext cx="200880" cy="363600"/>
              </p14:xfrm>
            </p:contentPart>
          </mc:Choice>
          <mc:Fallback xmlns="">
            <p:pic>
              <p:nvPicPr>
                <p:cNvPr id="23" name="Ink 22">
                  <a:extLst>
                    <a:ext uri="{FF2B5EF4-FFF2-40B4-BE49-F238E27FC236}">
                      <a16:creationId xmlns:a16="http://schemas.microsoft.com/office/drawing/2014/main" id="{5B273718-C36E-9B44-BE5B-6BF66A357126}"/>
                    </a:ext>
                  </a:extLst>
                </p:cNvPr>
                <p:cNvPicPr/>
                <p:nvPr/>
              </p:nvPicPr>
              <p:blipFill>
                <a:blip r:embed="rId38"/>
                <a:stretch>
                  <a:fillRect/>
                </a:stretch>
              </p:blipFill>
              <p:spPr>
                <a:xfrm>
                  <a:off x="1223281" y="4526670"/>
                  <a:ext cx="236520" cy="3992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9">
            <p14:nvContentPartPr>
              <p14:cNvPr id="25" name="Ink 24">
                <a:extLst>
                  <a:ext uri="{FF2B5EF4-FFF2-40B4-BE49-F238E27FC236}">
                    <a16:creationId xmlns:a16="http://schemas.microsoft.com/office/drawing/2014/main" id="{526A72B9-661E-D9AB-7462-B186E1E8679E}"/>
                  </a:ext>
                </a:extLst>
              </p14:cNvPr>
              <p14:cNvContentPartPr/>
              <p14:nvPr/>
            </p14:nvContentPartPr>
            <p14:xfrm>
              <a:off x="3792145" y="5092401"/>
              <a:ext cx="556200" cy="776880"/>
            </p14:xfrm>
          </p:contentPart>
        </mc:Choice>
        <mc:Fallback xmlns="">
          <p:pic>
            <p:nvPicPr>
              <p:cNvPr id="25" name="Ink 24">
                <a:extLst>
                  <a:ext uri="{FF2B5EF4-FFF2-40B4-BE49-F238E27FC236}">
                    <a16:creationId xmlns:a16="http://schemas.microsoft.com/office/drawing/2014/main" id="{526A72B9-661E-D9AB-7462-B186E1E8679E}"/>
                  </a:ext>
                </a:extLst>
              </p:cNvPr>
              <p:cNvPicPr/>
              <p:nvPr/>
            </p:nvPicPr>
            <p:blipFill>
              <a:blip r:embed="rId40"/>
              <a:stretch>
                <a:fillRect/>
              </a:stretch>
            </p:blipFill>
            <p:spPr>
              <a:xfrm>
                <a:off x="3774505" y="5074401"/>
                <a:ext cx="591840" cy="812520"/>
              </a:xfrm>
              <a:prstGeom prst="rect">
                <a:avLst/>
              </a:prstGeom>
            </p:spPr>
          </p:pic>
        </mc:Fallback>
      </mc:AlternateContent>
      <p:grpSp>
        <p:nvGrpSpPr>
          <p:cNvPr id="39" name="Group 38">
            <a:extLst>
              <a:ext uri="{FF2B5EF4-FFF2-40B4-BE49-F238E27FC236}">
                <a16:creationId xmlns:a16="http://schemas.microsoft.com/office/drawing/2014/main" id="{7613652A-56AB-E3BC-2C7D-CEFBFB8C16CB}"/>
              </a:ext>
            </a:extLst>
          </p:cNvPr>
          <p:cNvGrpSpPr/>
          <p:nvPr/>
        </p:nvGrpSpPr>
        <p:grpSpPr>
          <a:xfrm>
            <a:off x="2307505" y="5549241"/>
            <a:ext cx="1455480" cy="371160"/>
            <a:chOff x="2307505" y="5549241"/>
            <a:chExt cx="1455480" cy="371160"/>
          </a:xfrm>
        </p:grpSpPr>
        <mc:AlternateContent xmlns:mc="http://schemas.openxmlformats.org/markup-compatibility/2006" xmlns:p14="http://schemas.microsoft.com/office/powerpoint/2010/main">
          <mc:Choice Requires="p14">
            <p:contentPart p14:bwMode="auto" r:id="rId41">
              <p14:nvContentPartPr>
                <p14:cNvPr id="26" name="Ink 25">
                  <a:extLst>
                    <a:ext uri="{FF2B5EF4-FFF2-40B4-BE49-F238E27FC236}">
                      <a16:creationId xmlns:a16="http://schemas.microsoft.com/office/drawing/2014/main" id="{42A3C957-85BA-4489-077B-08E003F4C169}"/>
                    </a:ext>
                  </a:extLst>
                </p14:cNvPr>
                <p14:cNvContentPartPr/>
                <p14:nvPr/>
              </p14:nvContentPartPr>
              <p14:xfrm>
                <a:off x="3555985" y="5805921"/>
                <a:ext cx="66960" cy="114480"/>
              </p14:xfrm>
            </p:contentPart>
          </mc:Choice>
          <mc:Fallback xmlns="">
            <p:pic>
              <p:nvPicPr>
                <p:cNvPr id="26" name="Ink 25">
                  <a:extLst>
                    <a:ext uri="{FF2B5EF4-FFF2-40B4-BE49-F238E27FC236}">
                      <a16:creationId xmlns:a16="http://schemas.microsoft.com/office/drawing/2014/main" id="{42A3C957-85BA-4489-077B-08E003F4C169}"/>
                    </a:ext>
                  </a:extLst>
                </p:cNvPr>
                <p:cNvPicPr/>
                <p:nvPr/>
              </p:nvPicPr>
              <p:blipFill>
                <a:blip r:embed="rId42"/>
                <a:stretch>
                  <a:fillRect/>
                </a:stretch>
              </p:blipFill>
              <p:spPr>
                <a:xfrm>
                  <a:off x="3538345" y="5787921"/>
                  <a:ext cx="10260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27" name="Ink 26">
                  <a:extLst>
                    <a:ext uri="{FF2B5EF4-FFF2-40B4-BE49-F238E27FC236}">
                      <a16:creationId xmlns:a16="http://schemas.microsoft.com/office/drawing/2014/main" id="{D8D56919-C803-B821-C159-E9235F46F7DF}"/>
                    </a:ext>
                  </a:extLst>
                </p14:cNvPr>
                <p14:cNvContentPartPr/>
                <p14:nvPr/>
              </p14:nvContentPartPr>
              <p14:xfrm>
                <a:off x="3397585" y="5706201"/>
                <a:ext cx="131040" cy="200520"/>
              </p14:xfrm>
            </p:contentPart>
          </mc:Choice>
          <mc:Fallback xmlns="">
            <p:pic>
              <p:nvPicPr>
                <p:cNvPr id="27" name="Ink 26">
                  <a:extLst>
                    <a:ext uri="{FF2B5EF4-FFF2-40B4-BE49-F238E27FC236}">
                      <a16:creationId xmlns:a16="http://schemas.microsoft.com/office/drawing/2014/main" id="{D8D56919-C803-B821-C159-E9235F46F7DF}"/>
                    </a:ext>
                  </a:extLst>
                </p:cNvPr>
                <p:cNvPicPr/>
                <p:nvPr/>
              </p:nvPicPr>
              <p:blipFill>
                <a:blip r:embed="rId44"/>
                <a:stretch>
                  <a:fillRect/>
                </a:stretch>
              </p:blipFill>
              <p:spPr>
                <a:xfrm>
                  <a:off x="3379585" y="5688201"/>
                  <a:ext cx="166680" cy="236160"/>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28" name="Ink 27">
                  <a:extLst>
                    <a:ext uri="{FF2B5EF4-FFF2-40B4-BE49-F238E27FC236}">
                      <a16:creationId xmlns:a16="http://schemas.microsoft.com/office/drawing/2014/main" id="{DB51199F-2CB2-1320-60A4-7DAEF0431C2C}"/>
                    </a:ext>
                  </a:extLst>
                </p14:cNvPr>
                <p14:cNvContentPartPr/>
                <p14:nvPr/>
              </p14:nvContentPartPr>
              <p14:xfrm>
                <a:off x="3557065" y="5549241"/>
                <a:ext cx="205920" cy="140760"/>
              </p14:xfrm>
            </p:contentPart>
          </mc:Choice>
          <mc:Fallback xmlns="">
            <p:pic>
              <p:nvPicPr>
                <p:cNvPr id="28" name="Ink 27">
                  <a:extLst>
                    <a:ext uri="{FF2B5EF4-FFF2-40B4-BE49-F238E27FC236}">
                      <a16:creationId xmlns:a16="http://schemas.microsoft.com/office/drawing/2014/main" id="{DB51199F-2CB2-1320-60A4-7DAEF0431C2C}"/>
                    </a:ext>
                  </a:extLst>
                </p:cNvPr>
                <p:cNvPicPr/>
                <p:nvPr/>
              </p:nvPicPr>
              <p:blipFill>
                <a:blip r:embed="rId46"/>
                <a:stretch>
                  <a:fillRect/>
                </a:stretch>
              </p:blipFill>
              <p:spPr>
                <a:xfrm>
                  <a:off x="3539065" y="5531601"/>
                  <a:ext cx="24156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29" name="Ink 28">
                  <a:extLst>
                    <a:ext uri="{FF2B5EF4-FFF2-40B4-BE49-F238E27FC236}">
                      <a16:creationId xmlns:a16="http://schemas.microsoft.com/office/drawing/2014/main" id="{56C6C147-A95D-0C65-8913-582C88C5B346}"/>
                    </a:ext>
                  </a:extLst>
                </p14:cNvPr>
                <p14:cNvContentPartPr/>
                <p14:nvPr/>
              </p14:nvContentPartPr>
              <p14:xfrm>
                <a:off x="3552025" y="5588121"/>
                <a:ext cx="69480" cy="55440"/>
              </p14:xfrm>
            </p:contentPart>
          </mc:Choice>
          <mc:Fallback xmlns="">
            <p:pic>
              <p:nvPicPr>
                <p:cNvPr id="29" name="Ink 28">
                  <a:extLst>
                    <a:ext uri="{FF2B5EF4-FFF2-40B4-BE49-F238E27FC236}">
                      <a16:creationId xmlns:a16="http://schemas.microsoft.com/office/drawing/2014/main" id="{56C6C147-A95D-0C65-8913-582C88C5B346}"/>
                    </a:ext>
                  </a:extLst>
                </p:cNvPr>
                <p:cNvPicPr/>
                <p:nvPr/>
              </p:nvPicPr>
              <p:blipFill>
                <a:blip r:embed="rId48"/>
                <a:stretch>
                  <a:fillRect/>
                </a:stretch>
              </p:blipFill>
              <p:spPr>
                <a:xfrm>
                  <a:off x="3534385" y="5570481"/>
                  <a:ext cx="105120" cy="9108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30" name="Ink 29">
                  <a:extLst>
                    <a:ext uri="{FF2B5EF4-FFF2-40B4-BE49-F238E27FC236}">
                      <a16:creationId xmlns:a16="http://schemas.microsoft.com/office/drawing/2014/main" id="{4474FF3D-F3CA-B932-30A5-D1ABBBDEEE1B}"/>
                    </a:ext>
                  </a:extLst>
                </p14:cNvPr>
                <p14:cNvContentPartPr/>
                <p14:nvPr/>
              </p14:nvContentPartPr>
              <p14:xfrm>
                <a:off x="3280225" y="5696841"/>
                <a:ext cx="63000" cy="145800"/>
              </p14:xfrm>
            </p:contentPart>
          </mc:Choice>
          <mc:Fallback xmlns="">
            <p:pic>
              <p:nvPicPr>
                <p:cNvPr id="30" name="Ink 29">
                  <a:extLst>
                    <a:ext uri="{FF2B5EF4-FFF2-40B4-BE49-F238E27FC236}">
                      <a16:creationId xmlns:a16="http://schemas.microsoft.com/office/drawing/2014/main" id="{4474FF3D-F3CA-B932-30A5-D1ABBBDEEE1B}"/>
                    </a:ext>
                  </a:extLst>
                </p:cNvPr>
                <p:cNvPicPr/>
                <p:nvPr/>
              </p:nvPicPr>
              <p:blipFill>
                <a:blip r:embed="rId50"/>
                <a:stretch>
                  <a:fillRect/>
                </a:stretch>
              </p:blipFill>
              <p:spPr>
                <a:xfrm>
                  <a:off x="3262585" y="5678841"/>
                  <a:ext cx="98640" cy="181440"/>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31" name="Ink 30">
                  <a:extLst>
                    <a:ext uri="{FF2B5EF4-FFF2-40B4-BE49-F238E27FC236}">
                      <a16:creationId xmlns:a16="http://schemas.microsoft.com/office/drawing/2014/main" id="{D69D148A-7F1A-7B99-9853-CB6D78EE16F7}"/>
                    </a:ext>
                  </a:extLst>
                </p14:cNvPr>
                <p14:cNvContentPartPr/>
                <p14:nvPr/>
              </p14:nvContentPartPr>
              <p14:xfrm>
                <a:off x="3042985" y="5776041"/>
                <a:ext cx="184320" cy="126000"/>
              </p14:xfrm>
            </p:contentPart>
          </mc:Choice>
          <mc:Fallback xmlns="">
            <p:pic>
              <p:nvPicPr>
                <p:cNvPr id="31" name="Ink 30">
                  <a:extLst>
                    <a:ext uri="{FF2B5EF4-FFF2-40B4-BE49-F238E27FC236}">
                      <a16:creationId xmlns:a16="http://schemas.microsoft.com/office/drawing/2014/main" id="{D69D148A-7F1A-7B99-9853-CB6D78EE16F7}"/>
                    </a:ext>
                  </a:extLst>
                </p:cNvPr>
                <p:cNvPicPr/>
                <p:nvPr/>
              </p:nvPicPr>
              <p:blipFill>
                <a:blip r:embed="rId52"/>
                <a:stretch>
                  <a:fillRect/>
                </a:stretch>
              </p:blipFill>
              <p:spPr>
                <a:xfrm>
                  <a:off x="3025345" y="5758041"/>
                  <a:ext cx="21996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32" name="Ink 31">
                  <a:extLst>
                    <a:ext uri="{FF2B5EF4-FFF2-40B4-BE49-F238E27FC236}">
                      <a16:creationId xmlns:a16="http://schemas.microsoft.com/office/drawing/2014/main" id="{E8C3DBCE-220F-0EA1-E6F7-FDB4FFB5E3E4}"/>
                    </a:ext>
                  </a:extLst>
                </p14:cNvPr>
                <p14:cNvContentPartPr/>
                <p14:nvPr/>
              </p14:nvContentPartPr>
              <p14:xfrm>
                <a:off x="3184105" y="5691801"/>
                <a:ext cx="33840" cy="4320"/>
              </p14:xfrm>
            </p:contentPart>
          </mc:Choice>
          <mc:Fallback xmlns="">
            <p:pic>
              <p:nvPicPr>
                <p:cNvPr id="32" name="Ink 31">
                  <a:extLst>
                    <a:ext uri="{FF2B5EF4-FFF2-40B4-BE49-F238E27FC236}">
                      <a16:creationId xmlns:a16="http://schemas.microsoft.com/office/drawing/2014/main" id="{E8C3DBCE-220F-0EA1-E6F7-FDB4FFB5E3E4}"/>
                    </a:ext>
                  </a:extLst>
                </p:cNvPr>
                <p:cNvPicPr/>
                <p:nvPr/>
              </p:nvPicPr>
              <p:blipFill>
                <a:blip r:embed="rId54"/>
                <a:stretch>
                  <a:fillRect/>
                </a:stretch>
              </p:blipFill>
              <p:spPr>
                <a:xfrm>
                  <a:off x="3166465" y="5673801"/>
                  <a:ext cx="6948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33" name="Ink 32">
                  <a:extLst>
                    <a:ext uri="{FF2B5EF4-FFF2-40B4-BE49-F238E27FC236}">
                      <a16:creationId xmlns:a16="http://schemas.microsoft.com/office/drawing/2014/main" id="{EB27D41E-3881-502E-B2AE-DAF25D8F69B2}"/>
                    </a:ext>
                  </a:extLst>
                </p14:cNvPr>
                <p14:cNvContentPartPr/>
                <p14:nvPr/>
              </p14:nvContentPartPr>
              <p14:xfrm>
                <a:off x="3033985" y="5755161"/>
                <a:ext cx="63360" cy="98280"/>
              </p14:xfrm>
            </p:contentPart>
          </mc:Choice>
          <mc:Fallback xmlns="">
            <p:pic>
              <p:nvPicPr>
                <p:cNvPr id="33" name="Ink 32">
                  <a:extLst>
                    <a:ext uri="{FF2B5EF4-FFF2-40B4-BE49-F238E27FC236}">
                      <a16:creationId xmlns:a16="http://schemas.microsoft.com/office/drawing/2014/main" id="{EB27D41E-3881-502E-B2AE-DAF25D8F69B2}"/>
                    </a:ext>
                  </a:extLst>
                </p:cNvPr>
                <p:cNvPicPr/>
                <p:nvPr/>
              </p:nvPicPr>
              <p:blipFill>
                <a:blip r:embed="rId56"/>
                <a:stretch>
                  <a:fillRect/>
                </a:stretch>
              </p:blipFill>
              <p:spPr>
                <a:xfrm>
                  <a:off x="3016345" y="5737521"/>
                  <a:ext cx="99000" cy="133920"/>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35" name="Ink 34">
                  <a:extLst>
                    <a:ext uri="{FF2B5EF4-FFF2-40B4-BE49-F238E27FC236}">
                      <a16:creationId xmlns:a16="http://schemas.microsoft.com/office/drawing/2014/main" id="{9901E362-069D-9BEE-2DDF-1E2A944AB021}"/>
                    </a:ext>
                  </a:extLst>
                </p14:cNvPr>
                <p14:cNvContentPartPr/>
                <p14:nvPr/>
              </p14:nvContentPartPr>
              <p14:xfrm>
                <a:off x="2307505" y="5679561"/>
                <a:ext cx="114840" cy="176760"/>
              </p14:xfrm>
            </p:contentPart>
          </mc:Choice>
          <mc:Fallback xmlns="">
            <p:pic>
              <p:nvPicPr>
                <p:cNvPr id="35" name="Ink 34">
                  <a:extLst>
                    <a:ext uri="{FF2B5EF4-FFF2-40B4-BE49-F238E27FC236}">
                      <a16:creationId xmlns:a16="http://schemas.microsoft.com/office/drawing/2014/main" id="{9901E362-069D-9BEE-2DDF-1E2A944AB021}"/>
                    </a:ext>
                  </a:extLst>
                </p:cNvPr>
                <p:cNvPicPr/>
                <p:nvPr/>
              </p:nvPicPr>
              <p:blipFill>
                <a:blip r:embed="rId58"/>
                <a:stretch>
                  <a:fillRect/>
                </a:stretch>
              </p:blipFill>
              <p:spPr>
                <a:xfrm>
                  <a:off x="2289865" y="5661921"/>
                  <a:ext cx="15048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36" name="Ink 35">
                  <a:extLst>
                    <a:ext uri="{FF2B5EF4-FFF2-40B4-BE49-F238E27FC236}">
                      <a16:creationId xmlns:a16="http://schemas.microsoft.com/office/drawing/2014/main" id="{E2D42646-CD1E-4463-DCEB-D60B5454F04B}"/>
                    </a:ext>
                  </a:extLst>
                </p14:cNvPr>
                <p14:cNvContentPartPr/>
                <p14:nvPr/>
              </p14:nvContentPartPr>
              <p14:xfrm>
                <a:off x="2537545" y="5830761"/>
                <a:ext cx="21960" cy="18720"/>
              </p14:xfrm>
            </p:contentPart>
          </mc:Choice>
          <mc:Fallback xmlns="">
            <p:pic>
              <p:nvPicPr>
                <p:cNvPr id="36" name="Ink 35">
                  <a:extLst>
                    <a:ext uri="{FF2B5EF4-FFF2-40B4-BE49-F238E27FC236}">
                      <a16:creationId xmlns:a16="http://schemas.microsoft.com/office/drawing/2014/main" id="{E2D42646-CD1E-4463-DCEB-D60B5454F04B}"/>
                    </a:ext>
                  </a:extLst>
                </p:cNvPr>
                <p:cNvPicPr/>
                <p:nvPr/>
              </p:nvPicPr>
              <p:blipFill>
                <a:blip r:embed="rId60"/>
                <a:stretch>
                  <a:fillRect/>
                </a:stretch>
              </p:blipFill>
              <p:spPr>
                <a:xfrm>
                  <a:off x="2519905" y="5812761"/>
                  <a:ext cx="57600" cy="54360"/>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37" name="Ink 36">
                  <a:extLst>
                    <a:ext uri="{FF2B5EF4-FFF2-40B4-BE49-F238E27FC236}">
                      <a16:creationId xmlns:a16="http://schemas.microsoft.com/office/drawing/2014/main" id="{67EE0C22-14A0-62E5-3002-6F9AC96BA856}"/>
                    </a:ext>
                  </a:extLst>
                </p14:cNvPr>
                <p14:cNvContentPartPr/>
                <p14:nvPr/>
              </p14:nvContentPartPr>
              <p14:xfrm>
                <a:off x="2617465" y="5680281"/>
                <a:ext cx="102600" cy="181080"/>
              </p14:xfrm>
            </p:contentPart>
          </mc:Choice>
          <mc:Fallback xmlns="">
            <p:pic>
              <p:nvPicPr>
                <p:cNvPr id="37" name="Ink 36">
                  <a:extLst>
                    <a:ext uri="{FF2B5EF4-FFF2-40B4-BE49-F238E27FC236}">
                      <a16:creationId xmlns:a16="http://schemas.microsoft.com/office/drawing/2014/main" id="{67EE0C22-14A0-62E5-3002-6F9AC96BA856}"/>
                    </a:ext>
                  </a:extLst>
                </p:cNvPr>
                <p:cNvPicPr/>
                <p:nvPr/>
              </p:nvPicPr>
              <p:blipFill>
                <a:blip r:embed="rId62"/>
                <a:stretch>
                  <a:fillRect/>
                </a:stretch>
              </p:blipFill>
              <p:spPr>
                <a:xfrm>
                  <a:off x="2599465" y="5662281"/>
                  <a:ext cx="138240" cy="216720"/>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38" name="Ink 37">
                  <a:extLst>
                    <a:ext uri="{FF2B5EF4-FFF2-40B4-BE49-F238E27FC236}">
                      <a16:creationId xmlns:a16="http://schemas.microsoft.com/office/drawing/2014/main" id="{5DD6B847-DD7D-7E83-E5A5-D43F386B73CB}"/>
                    </a:ext>
                  </a:extLst>
                </p14:cNvPr>
                <p14:cNvContentPartPr/>
                <p14:nvPr/>
              </p14:nvContentPartPr>
              <p14:xfrm>
                <a:off x="2797465" y="5772081"/>
                <a:ext cx="104400" cy="95040"/>
              </p14:xfrm>
            </p:contentPart>
          </mc:Choice>
          <mc:Fallback xmlns="">
            <p:pic>
              <p:nvPicPr>
                <p:cNvPr id="38" name="Ink 37">
                  <a:extLst>
                    <a:ext uri="{FF2B5EF4-FFF2-40B4-BE49-F238E27FC236}">
                      <a16:creationId xmlns:a16="http://schemas.microsoft.com/office/drawing/2014/main" id="{5DD6B847-DD7D-7E83-E5A5-D43F386B73CB}"/>
                    </a:ext>
                  </a:extLst>
                </p:cNvPr>
                <p:cNvPicPr/>
                <p:nvPr/>
              </p:nvPicPr>
              <p:blipFill>
                <a:blip r:embed="rId64"/>
                <a:stretch>
                  <a:fillRect/>
                </a:stretch>
              </p:blipFill>
              <p:spPr>
                <a:xfrm>
                  <a:off x="2779465" y="5754441"/>
                  <a:ext cx="140040" cy="130680"/>
                </a:xfrm>
                <a:prstGeom prst="rect">
                  <a:avLst/>
                </a:prstGeom>
              </p:spPr>
            </p:pic>
          </mc:Fallback>
        </mc:AlternateContent>
      </p:grpSp>
      <p:grpSp>
        <p:nvGrpSpPr>
          <p:cNvPr id="53" name="Group 52">
            <a:extLst>
              <a:ext uri="{FF2B5EF4-FFF2-40B4-BE49-F238E27FC236}">
                <a16:creationId xmlns:a16="http://schemas.microsoft.com/office/drawing/2014/main" id="{8D6F14C0-6F12-8BD7-7906-5C32B9064DD9}"/>
              </a:ext>
            </a:extLst>
          </p:cNvPr>
          <p:cNvGrpSpPr/>
          <p:nvPr/>
        </p:nvGrpSpPr>
        <p:grpSpPr>
          <a:xfrm>
            <a:off x="1645174" y="4311457"/>
            <a:ext cx="610560" cy="465480"/>
            <a:chOff x="1645174" y="4311457"/>
            <a:chExt cx="610560" cy="465480"/>
          </a:xfrm>
        </p:grpSpPr>
        <mc:AlternateContent xmlns:mc="http://schemas.openxmlformats.org/markup-compatibility/2006" xmlns:p14="http://schemas.microsoft.com/office/powerpoint/2010/main">
          <mc:Choice Requires="p14">
            <p:contentPart p14:bwMode="auto" r:id="rId65">
              <p14:nvContentPartPr>
                <p14:cNvPr id="45" name="Ink 44">
                  <a:extLst>
                    <a:ext uri="{FF2B5EF4-FFF2-40B4-BE49-F238E27FC236}">
                      <a16:creationId xmlns:a16="http://schemas.microsoft.com/office/drawing/2014/main" id="{14D22BCC-662C-4724-2F65-D5676A3AA09B}"/>
                    </a:ext>
                  </a:extLst>
                </p14:cNvPr>
                <p14:cNvContentPartPr/>
                <p14:nvPr/>
              </p14:nvContentPartPr>
              <p14:xfrm>
                <a:off x="2030734" y="4545097"/>
                <a:ext cx="58680" cy="167040"/>
              </p14:xfrm>
            </p:contentPart>
          </mc:Choice>
          <mc:Fallback xmlns="">
            <p:pic>
              <p:nvPicPr>
                <p:cNvPr id="45" name="Ink 44">
                  <a:extLst>
                    <a:ext uri="{FF2B5EF4-FFF2-40B4-BE49-F238E27FC236}">
                      <a16:creationId xmlns:a16="http://schemas.microsoft.com/office/drawing/2014/main" id="{14D22BCC-662C-4724-2F65-D5676A3AA09B}"/>
                    </a:ext>
                  </a:extLst>
                </p:cNvPr>
                <p:cNvPicPr/>
                <p:nvPr/>
              </p:nvPicPr>
              <p:blipFill>
                <a:blip r:embed="rId66"/>
                <a:stretch>
                  <a:fillRect/>
                </a:stretch>
              </p:blipFill>
              <p:spPr>
                <a:xfrm>
                  <a:off x="2012734" y="4527457"/>
                  <a:ext cx="9432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46" name="Ink 45">
                  <a:extLst>
                    <a:ext uri="{FF2B5EF4-FFF2-40B4-BE49-F238E27FC236}">
                      <a16:creationId xmlns:a16="http://schemas.microsoft.com/office/drawing/2014/main" id="{94A7718C-240F-437D-3C9D-7E5EC738D592}"/>
                    </a:ext>
                  </a:extLst>
                </p14:cNvPr>
                <p14:cNvContentPartPr/>
                <p14:nvPr/>
              </p14:nvContentPartPr>
              <p14:xfrm>
                <a:off x="2068534" y="4427017"/>
                <a:ext cx="187200" cy="203040"/>
              </p14:xfrm>
            </p:contentPart>
          </mc:Choice>
          <mc:Fallback xmlns="">
            <p:pic>
              <p:nvPicPr>
                <p:cNvPr id="46" name="Ink 45">
                  <a:extLst>
                    <a:ext uri="{FF2B5EF4-FFF2-40B4-BE49-F238E27FC236}">
                      <a16:creationId xmlns:a16="http://schemas.microsoft.com/office/drawing/2014/main" id="{94A7718C-240F-437D-3C9D-7E5EC738D592}"/>
                    </a:ext>
                  </a:extLst>
                </p:cNvPr>
                <p:cNvPicPr/>
                <p:nvPr/>
              </p:nvPicPr>
              <p:blipFill>
                <a:blip r:embed="rId68"/>
                <a:stretch>
                  <a:fillRect/>
                </a:stretch>
              </p:blipFill>
              <p:spPr>
                <a:xfrm>
                  <a:off x="2050894" y="4409377"/>
                  <a:ext cx="222840" cy="23868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47" name="Ink 46">
                  <a:extLst>
                    <a:ext uri="{FF2B5EF4-FFF2-40B4-BE49-F238E27FC236}">
                      <a16:creationId xmlns:a16="http://schemas.microsoft.com/office/drawing/2014/main" id="{8A9914EF-4185-D80D-9E55-B2F49D32A0CB}"/>
                    </a:ext>
                  </a:extLst>
                </p14:cNvPr>
                <p14:cNvContentPartPr/>
                <p14:nvPr/>
              </p14:nvContentPartPr>
              <p14:xfrm>
                <a:off x="1707094" y="4543657"/>
                <a:ext cx="267840" cy="233280"/>
              </p14:xfrm>
            </p:contentPart>
          </mc:Choice>
          <mc:Fallback xmlns="">
            <p:pic>
              <p:nvPicPr>
                <p:cNvPr id="47" name="Ink 46">
                  <a:extLst>
                    <a:ext uri="{FF2B5EF4-FFF2-40B4-BE49-F238E27FC236}">
                      <a16:creationId xmlns:a16="http://schemas.microsoft.com/office/drawing/2014/main" id="{8A9914EF-4185-D80D-9E55-B2F49D32A0CB}"/>
                    </a:ext>
                  </a:extLst>
                </p:cNvPr>
                <p:cNvPicPr/>
                <p:nvPr/>
              </p:nvPicPr>
              <p:blipFill>
                <a:blip r:embed="rId70"/>
                <a:stretch>
                  <a:fillRect/>
                </a:stretch>
              </p:blipFill>
              <p:spPr>
                <a:xfrm>
                  <a:off x="1689454" y="4526017"/>
                  <a:ext cx="303480" cy="2689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48" name="Ink 47">
                  <a:extLst>
                    <a:ext uri="{FF2B5EF4-FFF2-40B4-BE49-F238E27FC236}">
                      <a16:creationId xmlns:a16="http://schemas.microsoft.com/office/drawing/2014/main" id="{EBE7F9FF-C712-CBD2-BC49-EABD7B59C6E4}"/>
                    </a:ext>
                  </a:extLst>
                </p14:cNvPr>
                <p14:cNvContentPartPr/>
                <p14:nvPr/>
              </p14:nvContentPartPr>
              <p14:xfrm>
                <a:off x="1758574" y="4590097"/>
                <a:ext cx="41760" cy="7560"/>
              </p14:xfrm>
            </p:contentPart>
          </mc:Choice>
          <mc:Fallback xmlns="">
            <p:pic>
              <p:nvPicPr>
                <p:cNvPr id="48" name="Ink 47">
                  <a:extLst>
                    <a:ext uri="{FF2B5EF4-FFF2-40B4-BE49-F238E27FC236}">
                      <a16:creationId xmlns:a16="http://schemas.microsoft.com/office/drawing/2014/main" id="{EBE7F9FF-C712-CBD2-BC49-EABD7B59C6E4}"/>
                    </a:ext>
                  </a:extLst>
                </p:cNvPr>
                <p:cNvPicPr/>
                <p:nvPr/>
              </p:nvPicPr>
              <p:blipFill>
                <a:blip r:embed="rId72"/>
                <a:stretch>
                  <a:fillRect/>
                </a:stretch>
              </p:blipFill>
              <p:spPr>
                <a:xfrm>
                  <a:off x="1740574" y="4572457"/>
                  <a:ext cx="77400" cy="4320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49" name="Ink 48">
                  <a:extLst>
                    <a:ext uri="{FF2B5EF4-FFF2-40B4-BE49-F238E27FC236}">
                      <a16:creationId xmlns:a16="http://schemas.microsoft.com/office/drawing/2014/main" id="{08993E32-A0A4-687E-590A-AF36747D88F0}"/>
                    </a:ext>
                  </a:extLst>
                </p14:cNvPr>
                <p14:cNvContentPartPr/>
                <p14:nvPr/>
              </p14:nvContentPartPr>
              <p14:xfrm>
                <a:off x="1961974" y="4533217"/>
                <a:ext cx="12600" cy="4680"/>
              </p14:xfrm>
            </p:contentPart>
          </mc:Choice>
          <mc:Fallback xmlns="">
            <p:pic>
              <p:nvPicPr>
                <p:cNvPr id="49" name="Ink 48">
                  <a:extLst>
                    <a:ext uri="{FF2B5EF4-FFF2-40B4-BE49-F238E27FC236}">
                      <a16:creationId xmlns:a16="http://schemas.microsoft.com/office/drawing/2014/main" id="{08993E32-A0A4-687E-590A-AF36747D88F0}"/>
                    </a:ext>
                  </a:extLst>
                </p:cNvPr>
                <p:cNvPicPr/>
                <p:nvPr/>
              </p:nvPicPr>
              <p:blipFill>
                <a:blip r:embed="rId74"/>
                <a:stretch>
                  <a:fillRect/>
                </a:stretch>
              </p:blipFill>
              <p:spPr>
                <a:xfrm>
                  <a:off x="1943974" y="4515577"/>
                  <a:ext cx="48240" cy="4032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50" name="Ink 49">
                  <a:extLst>
                    <a:ext uri="{FF2B5EF4-FFF2-40B4-BE49-F238E27FC236}">
                      <a16:creationId xmlns:a16="http://schemas.microsoft.com/office/drawing/2014/main" id="{9CDC6C55-39C0-FBCE-EA5C-8215382AB6E0}"/>
                    </a:ext>
                  </a:extLst>
                </p14:cNvPr>
                <p14:cNvContentPartPr/>
                <p14:nvPr/>
              </p14:nvContentPartPr>
              <p14:xfrm>
                <a:off x="1851094" y="4311457"/>
                <a:ext cx="289440" cy="216360"/>
              </p14:xfrm>
            </p:contentPart>
          </mc:Choice>
          <mc:Fallback xmlns="">
            <p:pic>
              <p:nvPicPr>
                <p:cNvPr id="50" name="Ink 49">
                  <a:extLst>
                    <a:ext uri="{FF2B5EF4-FFF2-40B4-BE49-F238E27FC236}">
                      <a16:creationId xmlns:a16="http://schemas.microsoft.com/office/drawing/2014/main" id="{9CDC6C55-39C0-FBCE-EA5C-8215382AB6E0}"/>
                    </a:ext>
                  </a:extLst>
                </p:cNvPr>
                <p:cNvPicPr/>
                <p:nvPr/>
              </p:nvPicPr>
              <p:blipFill>
                <a:blip r:embed="rId76"/>
                <a:stretch>
                  <a:fillRect/>
                </a:stretch>
              </p:blipFill>
              <p:spPr>
                <a:xfrm>
                  <a:off x="1833094" y="4293817"/>
                  <a:ext cx="325080" cy="25200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2" name="Ink 51">
                  <a:extLst>
                    <a:ext uri="{FF2B5EF4-FFF2-40B4-BE49-F238E27FC236}">
                      <a16:creationId xmlns:a16="http://schemas.microsoft.com/office/drawing/2014/main" id="{25F196A0-D251-9D4F-F276-4013DAF44096}"/>
                    </a:ext>
                  </a:extLst>
                </p14:cNvPr>
                <p14:cNvContentPartPr/>
                <p14:nvPr/>
              </p14:nvContentPartPr>
              <p14:xfrm>
                <a:off x="1645174" y="4618897"/>
                <a:ext cx="43560" cy="102240"/>
              </p14:xfrm>
            </p:contentPart>
          </mc:Choice>
          <mc:Fallback xmlns="">
            <p:pic>
              <p:nvPicPr>
                <p:cNvPr id="52" name="Ink 51">
                  <a:extLst>
                    <a:ext uri="{FF2B5EF4-FFF2-40B4-BE49-F238E27FC236}">
                      <a16:creationId xmlns:a16="http://schemas.microsoft.com/office/drawing/2014/main" id="{25F196A0-D251-9D4F-F276-4013DAF44096}"/>
                    </a:ext>
                  </a:extLst>
                </p:cNvPr>
                <p:cNvPicPr/>
                <p:nvPr/>
              </p:nvPicPr>
              <p:blipFill>
                <a:blip r:embed="rId78"/>
                <a:stretch>
                  <a:fillRect/>
                </a:stretch>
              </p:blipFill>
              <p:spPr>
                <a:xfrm>
                  <a:off x="1627534" y="4600897"/>
                  <a:ext cx="79200" cy="137880"/>
                </a:xfrm>
                <a:prstGeom prst="rect">
                  <a:avLst/>
                </a:prstGeom>
              </p:spPr>
            </p:pic>
          </mc:Fallback>
        </mc:AlternateContent>
      </p:grpSp>
    </p:spTree>
    <p:extLst>
      <p:ext uri="{BB962C8B-B14F-4D97-AF65-F5344CB8AC3E}">
        <p14:creationId xmlns:p14="http://schemas.microsoft.com/office/powerpoint/2010/main" val="7876430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3BA8127-ECEE-7D45-7721-B4B955CE57BF}"/>
              </a:ext>
            </a:extLst>
          </p:cNvPr>
          <p:cNvSpPr txBox="1">
            <a:spLocks/>
          </p:cNvSpPr>
          <p:nvPr/>
        </p:nvSpPr>
        <p:spPr>
          <a:xfrm>
            <a:off x="919119" y="296928"/>
            <a:ext cx="10353762" cy="812800"/>
          </a:xfrm>
          <a:prstGeom prst="rect">
            <a:avLst/>
          </a:prstGeom>
        </p:spPr>
        <p:txBody>
          <a:bodyPr>
            <a:norm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fa-IR" sz="3600" dirty="0">
                <a:latin typeface="IRANSans" panose="02040503050201020203" pitchFamily="18" charset="-78"/>
                <a:cs typeface="B Titr" panose="00000700000000000000" pitchFamily="2" charset="-78"/>
              </a:rPr>
              <a:t>مدار شوت</a:t>
            </a:r>
            <a:endParaRPr lang="en-US" sz="3600" dirty="0">
              <a:latin typeface="IRANSans" panose="02040503050201020203" pitchFamily="18" charset="-78"/>
              <a:cs typeface="B Titr" panose="00000700000000000000" pitchFamily="2" charset="-78"/>
            </a:endParaRPr>
          </a:p>
        </p:txBody>
      </p:sp>
      <p:pic>
        <p:nvPicPr>
          <p:cNvPr id="6" name="Picture 5">
            <a:extLst>
              <a:ext uri="{FF2B5EF4-FFF2-40B4-BE49-F238E27FC236}">
                <a16:creationId xmlns:a16="http://schemas.microsoft.com/office/drawing/2014/main" id="{E4411330-3487-46E9-EDF6-AFE7A7A96439}"/>
              </a:ext>
            </a:extLst>
          </p:cNvPr>
          <p:cNvPicPr>
            <a:picLocks noChangeAspect="1"/>
          </p:cNvPicPr>
          <p:nvPr/>
        </p:nvPicPr>
        <p:blipFill>
          <a:blip r:embed="rId3"/>
          <a:stretch>
            <a:fillRect/>
          </a:stretch>
        </p:blipFill>
        <p:spPr>
          <a:xfrm>
            <a:off x="2697141" y="1156618"/>
            <a:ext cx="6797718" cy="5574381"/>
          </a:xfrm>
          <a:prstGeom prst="rect">
            <a:avLst/>
          </a:prstGeom>
        </p:spPr>
      </p:pic>
      <p:grpSp>
        <p:nvGrpSpPr>
          <p:cNvPr id="32" name="Group 31">
            <a:extLst>
              <a:ext uri="{FF2B5EF4-FFF2-40B4-BE49-F238E27FC236}">
                <a16:creationId xmlns:a16="http://schemas.microsoft.com/office/drawing/2014/main" id="{EE260AA9-B44F-6E9C-5210-C9C26B7A1799}"/>
              </a:ext>
            </a:extLst>
          </p:cNvPr>
          <p:cNvGrpSpPr/>
          <p:nvPr/>
        </p:nvGrpSpPr>
        <p:grpSpPr>
          <a:xfrm>
            <a:off x="253922" y="3725381"/>
            <a:ext cx="2140560" cy="293040"/>
            <a:chOff x="253922" y="3725381"/>
            <a:chExt cx="2140560" cy="293040"/>
          </a:xfrm>
        </p:grpSpPr>
        <mc:AlternateContent xmlns:mc="http://schemas.openxmlformats.org/markup-compatibility/2006" xmlns:p14="http://schemas.microsoft.com/office/powerpoint/2010/main">
          <mc:Choice Requires="p14">
            <p:contentPart p14:bwMode="auto" r:id="rId4">
              <p14:nvContentPartPr>
                <p14:cNvPr id="14" name="Ink 13">
                  <a:extLst>
                    <a:ext uri="{FF2B5EF4-FFF2-40B4-BE49-F238E27FC236}">
                      <a16:creationId xmlns:a16="http://schemas.microsoft.com/office/drawing/2014/main" id="{2C0EF85A-548F-957F-AE2F-C9217BDED115}"/>
                    </a:ext>
                  </a:extLst>
                </p14:cNvPr>
                <p14:cNvContentPartPr/>
                <p14:nvPr/>
              </p14:nvContentPartPr>
              <p14:xfrm>
                <a:off x="2265962" y="3794861"/>
                <a:ext cx="128520" cy="156240"/>
              </p14:xfrm>
            </p:contentPart>
          </mc:Choice>
          <mc:Fallback xmlns="">
            <p:pic>
              <p:nvPicPr>
                <p:cNvPr id="14" name="Ink 13">
                  <a:extLst>
                    <a:ext uri="{FF2B5EF4-FFF2-40B4-BE49-F238E27FC236}">
                      <a16:creationId xmlns:a16="http://schemas.microsoft.com/office/drawing/2014/main" id="{2C0EF85A-548F-957F-AE2F-C9217BDED115}"/>
                    </a:ext>
                  </a:extLst>
                </p:cNvPr>
                <p:cNvPicPr/>
                <p:nvPr/>
              </p:nvPicPr>
              <p:blipFill>
                <a:blip r:embed="rId5"/>
                <a:stretch>
                  <a:fillRect/>
                </a:stretch>
              </p:blipFill>
              <p:spPr>
                <a:xfrm>
                  <a:off x="2248322" y="3776861"/>
                  <a:ext cx="164160" cy="1918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5" name="Ink 14">
                  <a:extLst>
                    <a:ext uri="{FF2B5EF4-FFF2-40B4-BE49-F238E27FC236}">
                      <a16:creationId xmlns:a16="http://schemas.microsoft.com/office/drawing/2014/main" id="{103A2F8A-DA0B-1167-84A7-3B6F3EEC73B3}"/>
                    </a:ext>
                  </a:extLst>
                </p14:cNvPr>
                <p14:cNvContentPartPr/>
                <p14:nvPr/>
              </p14:nvContentPartPr>
              <p14:xfrm>
                <a:off x="1489802" y="3857501"/>
                <a:ext cx="697320" cy="160920"/>
              </p14:xfrm>
            </p:contentPart>
          </mc:Choice>
          <mc:Fallback xmlns="">
            <p:pic>
              <p:nvPicPr>
                <p:cNvPr id="15" name="Ink 14">
                  <a:extLst>
                    <a:ext uri="{FF2B5EF4-FFF2-40B4-BE49-F238E27FC236}">
                      <a16:creationId xmlns:a16="http://schemas.microsoft.com/office/drawing/2014/main" id="{103A2F8A-DA0B-1167-84A7-3B6F3EEC73B3}"/>
                    </a:ext>
                  </a:extLst>
                </p:cNvPr>
                <p:cNvPicPr/>
                <p:nvPr/>
              </p:nvPicPr>
              <p:blipFill>
                <a:blip r:embed="rId7"/>
                <a:stretch>
                  <a:fillRect/>
                </a:stretch>
              </p:blipFill>
              <p:spPr>
                <a:xfrm>
                  <a:off x="1471802" y="3839501"/>
                  <a:ext cx="73296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 name="Ink 15">
                  <a:extLst>
                    <a:ext uri="{FF2B5EF4-FFF2-40B4-BE49-F238E27FC236}">
                      <a16:creationId xmlns:a16="http://schemas.microsoft.com/office/drawing/2014/main" id="{181ED07C-EA46-4B83-2AC1-EC11F81596D7}"/>
                    </a:ext>
                  </a:extLst>
                </p14:cNvPr>
                <p14:cNvContentPartPr/>
                <p14:nvPr/>
              </p14:nvContentPartPr>
              <p14:xfrm>
                <a:off x="1722362" y="3784781"/>
                <a:ext cx="132120" cy="18360"/>
              </p14:xfrm>
            </p:contentPart>
          </mc:Choice>
          <mc:Fallback xmlns="">
            <p:pic>
              <p:nvPicPr>
                <p:cNvPr id="16" name="Ink 15">
                  <a:extLst>
                    <a:ext uri="{FF2B5EF4-FFF2-40B4-BE49-F238E27FC236}">
                      <a16:creationId xmlns:a16="http://schemas.microsoft.com/office/drawing/2014/main" id="{181ED07C-EA46-4B83-2AC1-EC11F81596D7}"/>
                    </a:ext>
                  </a:extLst>
                </p:cNvPr>
                <p:cNvPicPr/>
                <p:nvPr/>
              </p:nvPicPr>
              <p:blipFill>
                <a:blip r:embed="rId9"/>
                <a:stretch>
                  <a:fillRect/>
                </a:stretch>
              </p:blipFill>
              <p:spPr>
                <a:xfrm>
                  <a:off x="1704362" y="3767141"/>
                  <a:ext cx="16776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7" name="Ink 16">
                  <a:extLst>
                    <a:ext uri="{FF2B5EF4-FFF2-40B4-BE49-F238E27FC236}">
                      <a16:creationId xmlns:a16="http://schemas.microsoft.com/office/drawing/2014/main" id="{F72DFD17-EC40-7846-5F30-CFBEB3B339AB}"/>
                    </a:ext>
                  </a:extLst>
                </p14:cNvPr>
                <p14:cNvContentPartPr/>
                <p14:nvPr/>
              </p14:nvContentPartPr>
              <p14:xfrm>
                <a:off x="1966442" y="3757421"/>
                <a:ext cx="360" cy="360"/>
              </p14:xfrm>
            </p:contentPart>
          </mc:Choice>
          <mc:Fallback xmlns="">
            <p:pic>
              <p:nvPicPr>
                <p:cNvPr id="17" name="Ink 16">
                  <a:extLst>
                    <a:ext uri="{FF2B5EF4-FFF2-40B4-BE49-F238E27FC236}">
                      <a16:creationId xmlns:a16="http://schemas.microsoft.com/office/drawing/2014/main" id="{F72DFD17-EC40-7846-5F30-CFBEB3B339AB}"/>
                    </a:ext>
                  </a:extLst>
                </p:cNvPr>
                <p:cNvPicPr/>
                <p:nvPr/>
              </p:nvPicPr>
              <p:blipFill>
                <a:blip r:embed="rId11"/>
                <a:stretch>
                  <a:fillRect/>
                </a:stretch>
              </p:blipFill>
              <p:spPr>
                <a:xfrm>
                  <a:off x="1948802" y="3739421"/>
                  <a:ext cx="3600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9" name="Ink 18">
                  <a:extLst>
                    <a:ext uri="{FF2B5EF4-FFF2-40B4-BE49-F238E27FC236}">
                      <a16:creationId xmlns:a16="http://schemas.microsoft.com/office/drawing/2014/main" id="{4F931702-F30F-E27F-45CD-35646069D02E}"/>
                    </a:ext>
                  </a:extLst>
                </p14:cNvPr>
                <p14:cNvContentPartPr/>
                <p14:nvPr/>
              </p14:nvContentPartPr>
              <p14:xfrm>
                <a:off x="338162" y="3773261"/>
                <a:ext cx="16200" cy="151920"/>
              </p14:xfrm>
            </p:contentPart>
          </mc:Choice>
          <mc:Fallback xmlns="">
            <p:pic>
              <p:nvPicPr>
                <p:cNvPr id="19" name="Ink 18">
                  <a:extLst>
                    <a:ext uri="{FF2B5EF4-FFF2-40B4-BE49-F238E27FC236}">
                      <a16:creationId xmlns:a16="http://schemas.microsoft.com/office/drawing/2014/main" id="{4F931702-F30F-E27F-45CD-35646069D02E}"/>
                    </a:ext>
                  </a:extLst>
                </p:cNvPr>
                <p:cNvPicPr/>
                <p:nvPr/>
              </p:nvPicPr>
              <p:blipFill>
                <a:blip r:embed="rId13"/>
                <a:stretch>
                  <a:fillRect/>
                </a:stretch>
              </p:blipFill>
              <p:spPr>
                <a:xfrm>
                  <a:off x="320162" y="3755621"/>
                  <a:ext cx="51840" cy="1875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0" name="Ink 19">
                  <a:extLst>
                    <a:ext uri="{FF2B5EF4-FFF2-40B4-BE49-F238E27FC236}">
                      <a16:creationId xmlns:a16="http://schemas.microsoft.com/office/drawing/2014/main" id="{07F08C90-1382-E981-7CB1-229BC48D42CC}"/>
                    </a:ext>
                  </a:extLst>
                </p14:cNvPr>
                <p14:cNvContentPartPr/>
                <p14:nvPr/>
              </p14:nvContentPartPr>
              <p14:xfrm>
                <a:off x="253922" y="3728261"/>
                <a:ext cx="162000" cy="29880"/>
              </p14:xfrm>
            </p:contentPart>
          </mc:Choice>
          <mc:Fallback xmlns="">
            <p:pic>
              <p:nvPicPr>
                <p:cNvPr id="20" name="Ink 19">
                  <a:extLst>
                    <a:ext uri="{FF2B5EF4-FFF2-40B4-BE49-F238E27FC236}">
                      <a16:creationId xmlns:a16="http://schemas.microsoft.com/office/drawing/2014/main" id="{07F08C90-1382-E981-7CB1-229BC48D42CC}"/>
                    </a:ext>
                  </a:extLst>
                </p:cNvPr>
                <p:cNvPicPr/>
                <p:nvPr/>
              </p:nvPicPr>
              <p:blipFill>
                <a:blip r:embed="rId15"/>
                <a:stretch>
                  <a:fillRect/>
                </a:stretch>
              </p:blipFill>
              <p:spPr>
                <a:xfrm>
                  <a:off x="236282" y="3710261"/>
                  <a:ext cx="197640" cy="655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1" name="Ink 20">
                  <a:extLst>
                    <a:ext uri="{FF2B5EF4-FFF2-40B4-BE49-F238E27FC236}">
                      <a16:creationId xmlns:a16="http://schemas.microsoft.com/office/drawing/2014/main" id="{A7A918EA-0B07-3E24-0A42-C6B62471379B}"/>
                    </a:ext>
                  </a:extLst>
                </p14:cNvPr>
                <p14:cNvContentPartPr/>
                <p14:nvPr/>
              </p14:nvContentPartPr>
              <p14:xfrm>
                <a:off x="267602" y="3933461"/>
                <a:ext cx="120960" cy="7200"/>
              </p14:xfrm>
            </p:contentPart>
          </mc:Choice>
          <mc:Fallback xmlns="">
            <p:pic>
              <p:nvPicPr>
                <p:cNvPr id="21" name="Ink 20">
                  <a:extLst>
                    <a:ext uri="{FF2B5EF4-FFF2-40B4-BE49-F238E27FC236}">
                      <a16:creationId xmlns:a16="http://schemas.microsoft.com/office/drawing/2014/main" id="{A7A918EA-0B07-3E24-0A42-C6B62471379B}"/>
                    </a:ext>
                  </a:extLst>
                </p:cNvPr>
                <p:cNvPicPr/>
                <p:nvPr/>
              </p:nvPicPr>
              <p:blipFill>
                <a:blip r:embed="rId17"/>
                <a:stretch>
                  <a:fillRect/>
                </a:stretch>
              </p:blipFill>
              <p:spPr>
                <a:xfrm>
                  <a:off x="249962" y="3915821"/>
                  <a:ext cx="15660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2" name="Ink 21">
                  <a:extLst>
                    <a:ext uri="{FF2B5EF4-FFF2-40B4-BE49-F238E27FC236}">
                      <a16:creationId xmlns:a16="http://schemas.microsoft.com/office/drawing/2014/main" id="{6094A7B9-FCED-0F3E-117C-021ED7B87862}"/>
                    </a:ext>
                  </a:extLst>
                </p14:cNvPr>
                <p14:cNvContentPartPr/>
                <p14:nvPr/>
              </p14:nvContentPartPr>
              <p14:xfrm>
                <a:off x="513482" y="3759221"/>
                <a:ext cx="16920" cy="201600"/>
              </p14:xfrm>
            </p:contentPart>
          </mc:Choice>
          <mc:Fallback xmlns="">
            <p:pic>
              <p:nvPicPr>
                <p:cNvPr id="22" name="Ink 21">
                  <a:extLst>
                    <a:ext uri="{FF2B5EF4-FFF2-40B4-BE49-F238E27FC236}">
                      <a16:creationId xmlns:a16="http://schemas.microsoft.com/office/drawing/2014/main" id="{6094A7B9-FCED-0F3E-117C-021ED7B87862}"/>
                    </a:ext>
                  </a:extLst>
                </p:cNvPr>
                <p:cNvPicPr/>
                <p:nvPr/>
              </p:nvPicPr>
              <p:blipFill>
                <a:blip r:embed="rId19"/>
                <a:stretch>
                  <a:fillRect/>
                </a:stretch>
              </p:blipFill>
              <p:spPr>
                <a:xfrm>
                  <a:off x="495482" y="3741221"/>
                  <a:ext cx="52560" cy="23724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3" name="Ink 22">
                  <a:extLst>
                    <a:ext uri="{FF2B5EF4-FFF2-40B4-BE49-F238E27FC236}">
                      <a16:creationId xmlns:a16="http://schemas.microsoft.com/office/drawing/2014/main" id="{F309747A-5E06-988E-876D-DA02C9B3B83B}"/>
                    </a:ext>
                  </a:extLst>
                </p14:cNvPr>
                <p14:cNvContentPartPr/>
                <p14:nvPr/>
              </p14:nvContentPartPr>
              <p14:xfrm>
                <a:off x="508082" y="3725381"/>
                <a:ext cx="136080" cy="241200"/>
              </p14:xfrm>
            </p:contentPart>
          </mc:Choice>
          <mc:Fallback xmlns="">
            <p:pic>
              <p:nvPicPr>
                <p:cNvPr id="23" name="Ink 22">
                  <a:extLst>
                    <a:ext uri="{FF2B5EF4-FFF2-40B4-BE49-F238E27FC236}">
                      <a16:creationId xmlns:a16="http://schemas.microsoft.com/office/drawing/2014/main" id="{F309747A-5E06-988E-876D-DA02C9B3B83B}"/>
                    </a:ext>
                  </a:extLst>
                </p:cNvPr>
                <p:cNvPicPr/>
                <p:nvPr/>
              </p:nvPicPr>
              <p:blipFill>
                <a:blip r:embed="rId21"/>
                <a:stretch>
                  <a:fillRect/>
                </a:stretch>
              </p:blipFill>
              <p:spPr>
                <a:xfrm>
                  <a:off x="490442" y="3707741"/>
                  <a:ext cx="171720" cy="27684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4" name="Ink 23">
                  <a:extLst>
                    <a:ext uri="{FF2B5EF4-FFF2-40B4-BE49-F238E27FC236}">
                      <a16:creationId xmlns:a16="http://schemas.microsoft.com/office/drawing/2014/main" id="{9037C069-E07A-94BC-20ED-EFCC84DBDBFC}"/>
                    </a:ext>
                  </a:extLst>
                </p14:cNvPr>
                <p14:cNvContentPartPr/>
                <p14:nvPr/>
              </p14:nvContentPartPr>
              <p14:xfrm>
                <a:off x="756482" y="3736541"/>
                <a:ext cx="147960" cy="222840"/>
              </p14:xfrm>
            </p:contentPart>
          </mc:Choice>
          <mc:Fallback xmlns="">
            <p:pic>
              <p:nvPicPr>
                <p:cNvPr id="24" name="Ink 23">
                  <a:extLst>
                    <a:ext uri="{FF2B5EF4-FFF2-40B4-BE49-F238E27FC236}">
                      <a16:creationId xmlns:a16="http://schemas.microsoft.com/office/drawing/2014/main" id="{9037C069-E07A-94BC-20ED-EFCC84DBDBFC}"/>
                    </a:ext>
                  </a:extLst>
                </p:cNvPr>
                <p:cNvPicPr/>
                <p:nvPr/>
              </p:nvPicPr>
              <p:blipFill>
                <a:blip r:embed="rId23"/>
                <a:stretch>
                  <a:fillRect/>
                </a:stretch>
              </p:blipFill>
              <p:spPr>
                <a:xfrm>
                  <a:off x="738482" y="3718541"/>
                  <a:ext cx="18360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5" name="Ink 24">
                  <a:extLst>
                    <a:ext uri="{FF2B5EF4-FFF2-40B4-BE49-F238E27FC236}">
                      <a16:creationId xmlns:a16="http://schemas.microsoft.com/office/drawing/2014/main" id="{D2BABBF6-8784-474D-6257-53F134637EF6}"/>
                    </a:ext>
                  </a:extLst>
                </p14:cNvPr>
                <p14:cNvContentPartPr/>
                <p14:nvPr/>
              </p14:nvContentPartPr>
              <p14:xfrm>
                <a:off x="801842" y="3811061"/>
                <a:ext cx="110520" cy="23760"/>
              </p14:xfrm>
            </p:contentPart>
          </mc:Choice>
          <mc:Fallback xmlns="">
            <p:pic>
              <p:nvPicPr>
                <p:cNvPr id="25" name="Ink 24">
                  <a:extLst>
                    <a:ext uri="{FF2B5EF4-FFF2-40B4-BE49-F238E27FC236}">
                      <a16:creationId xmlns:a16="http://schemas.microsoft.com/office/drawing/2014/main" id="{D2BABBF6-8784-474D-6257-53F134637EF6}"/>
                    </a:ext>
                  </a:extLst>
                </p:cNvPr>
                <p:cNvPicPr/>
                <p:nvPr/>
              </p:nvPicPr>
              <p:blipFill>
                <a:blip r:embed="rId25"/>
                <a:stretch>
                  <a:fillRect/>
                </a:stretch>
              </p:blipFill>
              <p:spPr>
                <a:xfrm>
                  <a:off x="784202" y="3793061"/>
                  <a:ext cx="146160" cy="5940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7" name="Ink 26">
                  <a:extLst>
                    <a:ext uri="{FF2B5EF4-FFF2-40B4-BE49-F238E27FC236}">
                      <a16:creationId xmlns:a16="http://schemas.microsoft.com/office/drawing/2014/main" id="{8AC05091-36FD-EDAC-9229-971BF3DE388E}"/>
                    </a:ext>
                  </a:extLst>
                </p14:cNvPr>
                <p14:cNvContentPartPr/>
                <p14:nvPr/>
              </p14:nvContentPartPr>
              <p14:xfrm>
                <a:off x="989402" y="3727901"/>
                <a:ext cx="110520" cy="204480"/>
              </p14:xfrm>
            </p:contentPart>
          </mc:Choice>
          <mc:Fallback xmlns="">
            <p:pic>
              <p:nvPicPr>
                <p:cNvPr id="27" name="Ink 26">
                  <a:extLst>
                    <a:ext uri="{FF2B5EF4-FFF2-40B4-BE49-F238E27FC236}">
                      <a16:creationId xmlns:a16="http://schemas.microsoft.com/office/drawing/2014/main" id="{8AC05091-36FD-EDAC-9229-971BF3DE388E}"/>
                    </a:ext>
                  </a:extLst>
                </p:cNvPr>
                <p:cNvPicPr/>
                <p:nvPr/>
              </p:nvPicPr>
              <p:blipFill>
                <a:blip r:embed="rId27"/>
                <a:stretch>
                  <a:fillRect/>
                </a:stretch>
              </p:blipFill>
              <p:spPr>
                <a:xfrm>
                  <a:off x="971402" y="3709901"/>
                  <a:ext cx="146160" cy="2401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8" name="Ink 27">
                  <a:extLst>
                    <a:ext uri="{FF2B5EF4-FFF2-40B4-BE49-F238E27FC236}">
                      <a16:creationId xmlns:a16="http://schemas.microsoft.com/office/drawing/2014/main" id="{49BFF794-D4E7-28A0-E99D-3874DCAEAA85}"/>
                    </a:ext>
                  </a:extLst>
                </p14:cNvPr>
                <p14:cNvContentPartPr/>
                <p14:nvPr/>
              </p14:nvContentPartPr>
              <p14:xfrm>
                <a:off x="1194602" y="3755981"/>
                <a:ext cx="87480" cy="137520"/>
              </p14:xfrm>
            </p:contentPart>
          </mc:Choice>
          <mc:Fallback xmlns="">
            <p:pic>
              <p:nvPicPr>
                <p:cNvPr id="28" name="Ink 27">
                  <a:extLst>
                    <a:ext uri="{FF2B5EF4-FFF2-40B4-BE49-F238E27FC236}">
                      <a16:creationId xmlns:a16="http://schemas.microsoft.com/office/drawing/2014/main" id="{49BFF794-D4E7-28A0-E99D-3874DCAEAA85}"/>
                    </a:ext>
                  </a:extLst>
                </p:cNvPr>
                <p:cNvPicPr/>
                <p:nvPr/>
              </p:nvPicPr>
              <p:blipFill>
                <a:blip r:embed="rId29"/>
                <a:stretch>
                  <a:fillRect/>
                </a:stretch>
              </p:blipFill>
              <p:spPr>
                <a:xfrm>
                  <a:off x="1176962" y="3737981"/>
                  <a:ext cx="12312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9" name="Ink 28">
                  <a:extLst>
                    <a:ext uri="{FF2B5EF4-FFF2-40B4-BE49-F238E27FC236}">
                      <a16:creationId xmlns:a16="http://schemas.microsoft.com/office/drawing/2014/main" id="{93A36A53-4EFA-8F7E-3B11-8805D881884A}"/>
                    </a:ext>
                  </a:extLst>
                </p14:cNvPr>
                <p14:cNvContentPartPr/>
                <p14:nvPr/>
              </p14:nvContentPartPr>
              <p14:xfrm>
                <a:off x="1234202" y="3789461"/>
                <a:ext cx="48600" cy="141840"/>
              </p14:xfrm>
            </p:contentPart>
          </mc:Choice>
          <mc:Fallback xmlns="">
            <p:pic>
              <p:nvPicPr>
                <p:cNvPr id="29" name="Ink 28">
                  <a:extLst>
                    <a:ext uri="{FF2B5EF4-FFF2-40B4-BE49-F238E27FC236}">
                      <a16:creationId xmlns:a16="http://schemas.microsoft.com/office/drawing/2014/main" id="{93A36A53-4EFA-8F7E-3B11-8805D881884A}"/>
                    </a:ext>
                  </a:extLst>
                </p:cNvPr>
                <p:cNvPicPr/>
                <p:nvPr/>
              </p:nvPicPr>
              <p:blipFill>
                <a:blip r:embed="rId31"/>
                <a:stretch>
                  <a:fillRect/>
                </a:stretch>
              </p:blipFill>
              <p:spPr>
                <a:xfrm>
                  <a:off x="1216202" y="3771821"/>
                  <a:ext cx="8424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30" name="Ink 29">
                  <a:extLst>
                    <a:ext uri="{FF2B5EF4-FFF2-40B4-BE49-F238E27FC236}">
                      <a16:creationId xmlns:a16="http://schemas.microsoft.com/office/drawing/2014/main" id="{FBC84AC5-E023-4688-49A0-F5C72B2F14A6}"/>
                    </a:ext>
                  </a:extLst>
                </p14:cNvPr>
                <p14:cNvContentPartPr/>
                <p14:nvPr/>
              </p14:nvContentPartPr>
              <p14:xfrm>
                <a:off x="1330682" y="3753821"/>
                <a:ext cx="108360" cy="158760"/>
              </p14:xfrm>
            </p:contentPart>
          </mc:Choice>
          <mc:Fallback xmlns="">
            <p:pic>
              <p:nvPicPr>
                <p:cNvPr id="30" name="Ink 29">
                  <a:extLst>
                    <a:ext uri="{FF2B5EF4-FFF2-40B4-BE49-F238E27FC236}">
                      <a16:creationId xmlns:a16="http://schemas.microsoft.com/office/drawing/2014/main" id="{FBC84AC5-E023-4688-49A0-F5C72B2F14A6}"/>
                    </a:ext>
                  </a:extLst>
                </p:cNvPr>
                <p:cNvPicPr/>
                <p:nvPr/>
              </p:nvPicPr>
              <p:blipFill>
                <a:blip r:embed="rId33"/>
                <a:stretch>
                  <a:fillRect/>
                </a:stretch>
              </p:blipFill>
              <p:spPr>
                <a:xfrm>
                  <a:off x="1312682" y="3735821"/>
                  <a:ext cx="14400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31" name="Ink 30">
                  <a:extLst>
                    <a:ext uri="{FF2B5EF4-FFF2-40B4-BE49-F238E27FC236}">
                      <a16:creationId xmlns:a16="http://schemas.microsoft.com/office/drawing/2014/main" id="{9DC54EE2-3EF5-6550-7B35-CE90FBE9F62C}"/>
                    </a:ext>
                  </a:extLst>
                </p14:cNvPr>
                <p14:cNvContentPartPr/>
                <p14:nvPr/>
              </p14:nvContentPartPr>
              <p14:xfrm>
                <a:off x="1397642" y="3762821"/>
                <a:ext cx="47520" cy="140400"/>
              </p14:xfrm>
            </p:contentPart>
          </mc:Choice>
          <mc:Fallback xmlns="">
            <p:pic>
              <p:nvPicPr>
                <p:cNvPr id="31" name="Ink 30">
                  <a:extLst>
                    <a:ext uri="{FF2B5EF4-FFF2-40B4-BE49-F238E27FC236}">
                      <a16:creationId xmlns:a16="http://schemas.microsoft.com/office/drawing/2014/main" id="{9DC54EE2-3EF5-6550-7B35-CE90FBE9F62C}"/>
                    </a:ext>
                  </a:extLst>
                </p:cNvPr>
                <p:cNvPicPr/>
                <p:nvPr/>
              </p:nvPicPr>
              <p:blipFill>
                <a:blip r:embed="rId35"/>
                <a:stretch>
                  <a:fillRect/>
                </a:stretch>
              </p:blipFill>
              <p:spPr>
                <a:xfrm>
                  <a:off x="1380002" y="3745181"/>
                  <a:ext cx="83160" cy="176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6">
            <p14:nvContentPartPr>
              <p14:cNvPr id="33" name="Ink 32">
                <a:extLst>
                  <a:ext uri="{FF2B5EF4-FFF2-40B4-BE49-F238E27FC236}">
                    <a16:creationId xmlns:a16="http://schemas.microsoft.com/office/drawing/2014/main" id="{F2AA3165-F7B6-6BB9-479B-D474033CCD9E}"/>
                  </a:ext>
                </a:extLst>
              </p14:cNvPr>
              <p14:cNvContentPartPr/>
              <p14:nvPr/>
            </p14:nvContentPartPr>
            <p14:xfrm>
              <a:off x="2476922" y="6236021"/>
              <a:ext cx="1398960" cy="47520"/>
            </p14:xfrm>
          </p:contentPart>
        </mc:Choice>
        <mc:Fallback xmlns="">
          <p:pic>
            <p:nvPicPr>
              <p:cNvPr id="33" name="Ink 32">
                <a:extLst>
                  <a:ext uri="{FF2B5EF4-FFF2-40B4-BE49-F238E27FC236}">
                    <a16:creationId xmlns:a16="http://schemas.microsoft.com/office/drawing/2014/main" id="{F2AA3165-F7B6-6BB9-479B-D474033CCD9E}"/>
                  </a:ext>
                </a:extLst>
              </p:cNvPr>
              <p:cNvPicPr/>
              <p:nvPr/>
            </p:nvPicPr>
            <p:blipFill>
              <a:blip r:embed="rId37"/>
              <a:stretch>
                <a:fillRect/>
              </a:stretch>
            </p:blipFill>
            <p:spPr>
              <a:xfrm>
                <a:off x="2459282" y="6218381"/>
                <a:ext cx="1434600" cy="8316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4" name="Ink 33">
                <a:extLst>
                  <a:ext uri="{FF2B5EF4-FFF2-40B4-BE49-F238E27FC236}">
                    <a16:creationId xmlns:a16="http://schemas.microsoft.com/office/drawing/2014/main" id="{99EDF500-8272-F639-51AD-7262310EDB27}"/>
                  </a:ext>
                </a:extLst>
              </p14:cNvPr>
              <p14:cNvContentPartPr/>
              <p14:nvPr/>
            </p14:nvContentPartPr>
            <p14:xfrm>
              <a:off x="2448482" y="5440781"/>
              <a:ext cx="1551240" cy="20160"/>
            </p14:xfrm>
          </p:contentPart>
        </mc:Choice>
        <mc:Fallback xmlns="">
          <p:pic>
            <p:nvPicPr>
              <p:cNvPr id="34" name="Ink 33">
                <a:extLst>
                  <a:ext uri="{FF2B5EF4-FFF2-40B4-BE49-F238E27FC236}">
                    <a16:creationId xmlns:a16="http://schemas.microsoft.com/office/drawing/2014/main" id="{99EDF500-8272-F639-51AD-7262310EDB27}"/>
                  </a:ext>
                </a:extLst>
              </p:cNvPr>
              <p:cNvPicPr/>
              <p:nvPr/>
            </p:nvPicPr>
            <p:blipFill>
              <a:blip r:embed="rId39"/>
              <a:stretch>
                <a:fillRect/>
              </a:stretch>
            </p:blipFill>
            <p:spPr>
              <a:xfrm>
                <a:off x="2430482" y="5423141"/>
                <a:ext cx="1586880" cy="55800"/>
              </a:xfrm>
              <a:prstGeom prst="rect">
                <a:avLst/>
              </a:prstGeom>
            </p:spPr>
          </p:pic>
        </mc:Fallback>
      </mc:AlternateContent>
      <p:grpSp>
        <p:nvGrpSpPr>
          <p:cNvPr id="37" name="Group 36">
            <a:extLst>
              <a:ext uri="{FF2B5EF4-FFF2-40B4-BE49-F238E27FC236}">
                <a16:creationId xmlns:a16="http://schemas.microsoft.com/office/drawing/2014/main" id="{9D48D008-1ECA-4232-443B-85858C5AC6D1}"/>
              </a:ext>
            </a:extLst>
          </p:cNvPr>
          <p:cNvGrpSpPr/>
          <p:nvPr/>
        </p:nvGrpSpPr>
        <p:grpSpPr>
          <a:xfrm>
            <a:off x="2384042" y="2350901"/>
            <a:ext cx="2137320" cy="1081080"/>
            <a:chOff x="2384042" y="2350901"/>
            <a:chExt cx="2137320" cy="1081080"/>
          </a:xfrm>
        </p:grpSpPr>
        <mc:AlternateContent xmlns:mc="http://schemas.openxmlformats.org/markup-compatibility/2006" xmlns:p14="http://schemas.microsoft.com/office/powerpoint/2010/main">
          <mc:Choice Requires="p14">
            <p:contentPart p14:bwMode="auto" r:id="rId40">
              <p14:nvContentPartPr>
                <p14:cNvPr id="35" name="Ink 34">
                  <a:extLst>
                    <a:ext uri="{FF2B5EF4-FFF2-40B4-BE49-F238E27FC236}">
                      <a16:creationId xmlns:a16="http://schemas.microsoft.com/office/drawing/2014/main" id="{B456A6A3-E077-D7FA-59BF-2B12D77D3A3F}"/>
                    </a:ext>
                  </a:extLst>
                </p14:cNvPr>
                <p14:cNvContentPartPr/>
                <p14:nvPr/>
              </p14:nvContentPartPr>
              <p14:xfrm>
                <a:off x="2384042" y="2350901"/>
                <a:ext cx="2137320" cy="1081080"/>
              </p14:xfrm>
            </p:contentPart>
          </mc:Choice>
          <mc:Fallback xmlns="">
            <p:pic>
              <p:nvPicPr>
                <p:cNvPr id="35" name="Ink 34">
                  <a:extLst>
                    <a:ext uri="{FF2B5EF4-FFF2-40B4-BE49-F238E27FC236}">
                      <a16:creationId xmlns:a16="http://schemas.microsoft.com/office/drawing/2014/main" id="{B456A6A3-E077-D7FA-59BF-2B12D77D3A3F}"/>
                    </a:ext>
                  </a:extLst>
                </p:cNvPr>
                <p:cNvPicPr/>
                <p:nvPr/>
              </p:nvPicPr>
              <p:blipFill>
                <a:blip r:embed="rId41"/>
                <a:stretch>
                  <a:fillRect/>
                </a:stretch>
              </p:blipFill>
              <p:spPr>
                <a:xfrm>
                  <a:off x="2366042" y="2332901"/>
                  <a:ext cx="2172960" cy="111672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36" name="Ink 35">
                  <a:extLst>
                    <a:ext uri="{FF2B5EF4-FFF2-40B4-BE49-F238E27FC236}">
                      <a16:creationId xmlns:a16="http://schemas.microsoft.com/office/drawing/2014/main" id="{5485E91D-A4F7-9606-64EB-E14E88BD39A1}"/>
                    </a:ext>
                  </a:extLst>
                </p14:cNvPr>
                <p14:cNvContentPartPr/>
                <p14:nvPr/>
              </p14:nvContentPartPr>
              <p14:xfrm>
                <a:off x="2442722" y="3208061"/>
                <a:ext cx="852840" cy="8280"/>
              </p14:xfrm>
            </p:contentPart>
          </mc:Choice>
          <mc:Fallback xmlns="">
            <p:pic>
              <p:nvPicPr>
                <p:cNvPr id="36" name="Ink 35">
                  <a:extLst>
                    <a:ext uri="{FF2B5EF4-FFF2-40B4-BE49-F238E27FC236}">
                      <a16:creationId xmlns:a16="http://schemas.microsoft.com/office/drawing/2014/main" id="{5485E91D-A4F7-9606-64EB-E14E88BD39A1}"/>
                    </a:ext>
                  </a:extLst>
                </p:cNvPr>
                <p:cNvPicPr/>
                <p:nvPr/>
              </p:nvPicPr>
              <p:blipFill>
                <a:blip r:embed="rId43"/>
                <a:stretch>
                  <a:fillRect/>
                </a:stretch>
              </p:blipFill>
              <p:spPr>
                <a:xfrm>
                  <a:off x="2425082" y="3190061"/>
                  <a:ext cx="888480" cy="4392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4">
            <p14:nvContentPartPr>
              <p14:cNvPr id="38" name="Ink 37">
                <a:extLst>
                  <a:ext uri="{FF2B5EF4-FFF2-40B4-BE49-F238E27FC236}">
                    <a16:creationId xmlns:a16="http://schemas.microsoft.com/office/drawing/2014/main" id="{2875533C-55CD-FC19-510F-FDB7DD2513FE}"/>
                  </a:ext>
                </a:extLst>
              </p14:cNvPr>
              <p14:cNvContentPartPr/>
              <p14:nvPr/>
            </p14:nvContentPartPr>
            <p14:xfrm>
              <a:off x="2515442" y="3952901"/>
              <a:ext cx="564120" cy="25560"/>
            </p14:xfrm>
          </p:contentPart>
        </mc:Choice>
        <mc:Fallback xmlns="">
          <p:pic>
            <p:nvPicPr>
              <p:cNvPr id="38" name="Ink 37">
                <a:extLst>
                  <a:ext uri="{FF2B5EF4-FFF2-40B4-BE49-F238E27FC236}">
                    <a16:creationId xmlns:a16="http://schemas.microsoft.com/office/drawing/2014/main" id="{2875533C-55CD-FC19-510F-FDB7DD2513FE}"/>
                  </a:ext>
                </a:extLst>
              </p:cNvPr>
              <p:cNvPicPr/>
              <p:nvPr/>
            </p:nvPicPr>
            <p:blipFill>
              <a:blip r:embed="rId45"/>
              <a:stretch>
                <a:fillRect/>
              </a:stretch>
            </p:blipFill>
            <p:spPr>
              <a:xfrm>
                <a:off x="2497442" y="3934901"/>
                <a:ext cx="599760" cy="61200"/>
              </a:xfrm>
              <a:prstGeom prst="rect">
                <a:avLst/>
              </a:prstGeom>
            </p:spPr>
          </p:pic>
        </mc:Fallback>
      </mc:AlternateContent>
      <p:grpSp>
        <p:nvGrpSpPr>
          <p:cNvPr id="49" name="Group 48">
            <a:extLst>
              <a:ext uri="{FF2B5EF4-FFF2-40B4-BE49-F238E27FC236}">
                <a16:creationId xmlns:a16="http://schemas.microsoft.com/office/drawing/2014/main" id="{676E1738-1322-985E-C975-CE468F601A79}"/>
              </a:ext>
            </a:extLst>
          </p:cNvPr>
          <p:cNvGrpSpPr/>
          <p:nvPr/>
        </p:nvGrpSpPr>
        <p:grpSpPr>
          <a:xfrm>
            <a:off x="711122" y="5112101"/>
            <a:ext cx="1581840" cy="377640"/>
            <a:chOff x="711122" y="5112101"/>
            <a:chExt cx="1581840" cy="377640"/>
          </a:xfrm>
        </p:grpSpPr>
        <mc:AlternateContent xmlns:mc="http://schemas.openxmlformats.org/markup-compatibility/2006" xmlns:p14="http://schemas.microsoft.com/office/powerpoint/2010/main">
          <mc:Choice Requires="p14">
            <p:contentPart p14:bwMode="auto" r:id="rId46">
              <p14:nvContentPartPr>
                <p14:cNvPr id="39" name="Ink 38">
                  <a:extLst>
                    <a:ext uri="{FF2B5EF4-FFF2-40B4-BE49-F238E27FC236}">
                      <a16:creationId xmlns:a16="http://schemas.microsoft.com/office/drawing/2014/main" id="{77419583-289E-AF50-2005-EA219CF2C8DC}"/>
                    </a:ext>
                  </a:extLst>
                </p14:cNvPr>
                <p14:cNvContentPartPr/>
                <p14:nvPr/>
              </p14:nvContentPartPr>
              <p14:xfrm>
                <a:off x="2231762" y="5316581"/>
                <a:ext cx="61200" cy="105480"/>
              </p14:xfrm>
            </p:contentPart>
          </mc:Choice>
          <mc:Fallback xmlns="">
            <p:pic>
              <p:nvPicPr>
                <p:cNvPr id="39" name="Ink 38">
                  <a:extLst>
                    <a:ext uri="{FF2B5EF4-FFF2-40B4-BE49-F238E27FC236}">
                      <a16:creationId xmlns:a16="http://schemas.microsoft.com/office/drawing/2014/main" id="{77419583-289E-AF50-2005-EA219CF2C8DC}"/>
                    </a:ext>
                  </a:extLst>
                </p:cNvPr>
                <p:cNvPicPr/>
                <p:nvPr/>
              </p:nvPicPr>
              <p:blipFill>
                <a:blip r:embed="rId47"/>
                <a:stretch>
                  <a:fillRect/>
                </a:stretch>
              </p:blipFill>
              <p:spPr>
                <a:xfrm>
                  <a:off x="2213762" y="5298941"/>
                  <a:ext cx="96840" cy="141120"/>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40" name="Ink 39">
                  <a:extLst>
                    <a:ext uri="{FF2B5EF4-FFF2-40B4-BE49-F238E27FC236}">
                      <a16:creationId xmlns:a16="http://schemas.microsoft.com/office/drawing/2014/main" id="{92F41A14-10B0-836F-1108-64D3531E31F5}"/>
                    </a:ext>
                  </a:extLst>
                </p14:cNvPr>
                <p14:cNvContentPartPr/>
                <p14:nvPr/>
              </p14:nvContentPartPr>
              <p14:xfrm>
                <a:off x="2123402" y="5349701"/>
                <a:ext cx="88920" cy="73800"/>
              </p14:xfrm>
            </p:contentPart>
          </mc:Choice>
          <mc:Fallback xmlns="">
            <p:pic>
              <p:nvPicPr>
                <p:cNvPr id="40" name="Ink 39">
                  <a:extLst>
                    <a:ext uri="{FF2B5EF4-FFF2-40B4-BE49-F238E27FC236}">
                      <a16:creationId xmlns:a16="http://schemas.microsoft.com/office/drawing/2014/main" id="{92F41A14-10B0-836F-1108-64D3531E31F5}"/>
                    </a:ext>
                  </a:extLst>
                </p:cNvPr>
                <p:cNvPicPr/>
                <p:nvPr/>
              </p:nvPicPr>
              <p:blipFill>
                <a:blip r:embed="rId49"/>
                <a:stretch>
                  <a:fillRect/>
                </a:stretch>
              </p:blipFill>
              <p:spPr>
                <a:xfrm>
                  <a:off x="2105762" y="5332061"/>
                  <a:ext cx="124560" cy="10944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41" name="Ink 40">
                  <a:extLst>
                    <a:ext uri="{FF2B5EF4-FFF2-40B4-BE49-F238E27FC236}">
                      <a16:creationId xmlns:a16="http://schemas.microsoft.com/office/drawing/2014/main" id="{180688CA-171C-031A-1033-BBA6C065EAB9}"/>
                    </a:ext>
                  </a:extLst>
                </p14:cNvPr>
                <p14:cNvContentPartPr/>
                <p14:nvPr/>
              </p14:nvContentPartPr>
              <p14:xfrm>
                <a:off x="2096402" y="5204621"/>
                <a:ext cx="14040" cy="194760"/>
              </p14:xfrm>
            </p:contentPart>
          </mc:Choice>
          <mc:Fallback xmlns="">
            <p:pic>
              <p:nvPicPr>
                <p:cNvPr id="41" name="Ink 40">
                  <a:extLst>
                    <a:ext uri="{FF2B5EF4-FFF2-40B4-BE49-F238E27FC236}">
                      <a16:creationId xmlns:a16="http://schemas.microsoft.com/office/drawing/2014/main" id="{180688CA-171C-031A-1033-BBA6C065EAB9}"/>
                    </a:ext>
                  </a:extLst>
                </p:cNvPr>
                <p:cNvPicPr/>
                <p:nvPr/>
              </p:nvPicPr>
              <p:blipFill>
                <a:blip r:embed="rId51"/>
                <a:stretch>
                  <a:fillRect/>
                </a:stretch>
              </p:blipFill>
              <p:spPr>
                <a:xfrm>
                  <a:off x="2078762" y="5186981"/>
                  <a:ext cx="49680" cy="23040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42" name="Ink 41">
                  <a:extLst>
                    <a:ext uri="{FF2B5EF4-FFF2-40B4-BE49-F238E27FC236}">
                      <a16:creationId xmlns:a16="http://schemas.microsoft.com/office/drawing/2014/main" id="{4690FAFD-E400-6A96-3F7B-D6A32ADE08BD}"/>
                    </a:ext>
                  </a:extLst>
                </p14:cNvPr>
                <p14:cNvContentPartPr/>
                <p14:nvPr/>
              </p14:nvContentPartPr>
              <p14:xfrm>
                <a:off x="1870682" y="5315861"/>
                <a:ext cx="156960" cy="128880"/>
              </p14:xfrm>
            </p:contentPart>
          </mc:Choice>
          <mc:Fallback xmlns="">
            <p:pic>
              <p:nvPicPr>
                <p:cNvPr id="42" name="Ink 41">
                  <a:extLst>
                    <a:ext uri="{FF2B5EF4-FFF2-40B4-BE49-F238E27FC236}">
                      <a16:creationId xmlns:a16="http://schemas.microsoft.com/office/drawing/2014/main" id="{4690FAFD-E400-6A96-3F7B-D6A32ADE08BD}"/>
                    </a:ext>
                  </a:extLst>
                </p:cNvPr>
                <p:cNvPicPr/>
                <p:nvPr/>
              </p:nvPicPr>
              <p:blipFill>
                <a:blip r:embed="rId53"/>
                <a:stretch>
                  <a:fillRect/>
                </a:stretch>
              </p:blipFill>
              <p:spPr>
                <a:xfrm>
                  <a:off x="1853042" y="5297861"/>
                  <a:ext cx="192600" cy="1645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43" name="Ink 42">
                  <a:extLst>
                    <a:ext uri="{FF2B5EF4-FFF2-40B4-BE49-F238E27FC236}">
                      <a16:creationId xmlns:a16="http://schemas.microsoft.com/office/drawing/2014/main" id="{A041BE59-F3BD-E817-36BE-DC1F79A458F5}"/>
                    </a:ext>
                  </a:extLst>
                </p14:cNvPr>
                <p14:cNvContentPartPr/>
                <p14:nvPr/>
              </p14:nvContentPartPr>
              <p14:xfrm>
                <a:off x="1963202" y="5480021"/>
                <a:ext cx="61560" cy="9720"/>
              </p14:xfrm>
            </p:contentPart>
          </mc:Choice>
          <mc:Fallback xmlns="">
            <p:pic>
              <p:nvPicPr>
                <p:cNvPr id="43" name="Ink 42">
                  <a:extLst>
                    <a:ext uri="{FF2B5EF4-FFF2-40B4-BE49-F238E27FC236}">
                      <a16:creationId xmlns:a16="http://schemas.microsoft.com/office/drawing/2014/main" id="{A041BE59-F3BD-E817-36BE-DC1F79A458F5}"/>
                    </a:ext>
                  </a:extLst>
                </p:cNvPr>
                <p:cNvPicPr/>
                <p:nvPr/>
              </p:nvPicPr>
              <p:blipFill>
                <a:blip r:embed="rId55"/>
                <a:stretch>
                  <a:fillRect/>
                </a:stretch>
              </p:blipFill>
              <p:spPr>
                <a:xfrm>
                  <a:off x="1945562" y="5462021"/>
                  <a:ext cx="9720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44" name="Ink 43">
                  <a:extLst>
                    <a:ext uri="{FF2B5EF4-FFF2-40B4-BE49-F238E27FC236}">
                      <a16:creationId xmlns:a16="http://schemas.microsoft.com/office/drawing/2014/main" id="{E4D2C8DA-4957-4CFE-52CE-96835F592CF4}"/>
                    </a:ext>
                  </a:extLst>
                </p14:cNvPr>
                <p14:cNvContentPartPr/>
                <p14:nvPr/>
              </p14:nvContentPartPr>
              <p14:xfrm>
                <a:off x="1795802" y="5304701"/>
                <a:ext cx="51480" cy="100080"/>
              </p14:xfrm>
            </p:contentPart>
          </mc:Choice>
          <mc:Fallback xmlns="">
            <p:pic>
              <p:nvPicPr>
                <p:cNvPr id="44" name="Ink 43">
                  <a:extLst>
                    <a:ext uri="{FF2B5EF4-FFF2-40B4-BE49-F238E27FC236}">
                      <a16:creationId xmlns:a16="http://schemas.microsoft.com/office/drawing/2014/main" id="{E4D2C8DA-4957-4CFE-52CE-96835F592CF4}"/>
                    </a:ext>
                  </a:extLst>
                </p:cNvPr>
                <p:cNvPicPr/>
                <p:nvPr/>
              </p:nvPicPr>
              <p:blipFill>
                <a:blip r:embed="rId57"/>
                <a:stretch>
                  <a:fillRect/>
                </a:stretch>
              </p:blipFill>
              <p:spPr>
                <a:xfrm>
                  <a:off x="1777802" y="5287061"/>
                  <a:ext cx="87120" cy="13572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5" name="Ink 44">
                  <a:extLst>
                    <a:ext uri="{FF2B5EF4-FFF2-40B4-BE49-F238E27FC236}">
                      <a16:creationId xmlns:a16="http://schemas.microsoft.com/office/drawing/2014/main" id="{A78E74D7-817C-7365-0D5D-1C2FC1FECBA6}"/>
                    </a:ext>
                  </a:extLst>
                </p14:cNvPr>
                <p14:cNvContentPartPr/>
                <p14:nvPr/>
              </p14:nvContentPartPr>
              <p14:xfrm>
                <a:off x="1514642" y="5199581"/>
                <a:ext cx="144720" cy="154080"/>
              </p14:xfrm>
            </p:contentPart>
          </mc:Choice>
          <mc:Fallback xmlns="">
            <p:pic>
              <p:nvPicPr>
                <p:cNvPr id="45" name="Ink 44">
                  <a:extLst>
                    <a:ext uri="{FF2B5EF4-FFF2-40B4-BE49-F238E27FC236}">
                      <a16:creationId xmlns:a16="http://schemas.microsoft.com/office/drawing/2014/main" id="{A78E74D7-817C-7365-0D5D-1C2FC1FECBA6}"/>
                    </a:ext>
                  </a:extLst>
                </p:cNvPr>
                <p:cNvPicPr/>
                <p:nvPr/>
              </p:nvPicPr>
              <p:blipFill>
                <a:blip r:embed="rId59"/>
                <a:stretch>
                  <a:fillRect/>
                </a:stretch>
              </p:blipFill>
              <p:spPr>
                <a:xfrm>
                  <a:off x="1497002" y="5181581"/>
                  <a:ext cx="180360" cy="1897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6" name="Ink 45">
                  <a:extLst>
                    <a:ext uri="{FF2B5EF4-FFF2-40B4-BE49-F238E27FC236}">
                      <a16:creationId xmlns:a16="http://schemas.microsoft.com/office/drawing/2014/main" id="{2031F246-994D-1986-7B8A-2C300C08E23D}"/>
                    </a:ext>
                  </a:extLst>
                </p14:cNvPr>
                <p14:cNvContentPartPr/>
                <p14:nvPr/>
              </p14:nvContentPartPr>
              <p14:xfrm>
                <a:off x="711122" y="5220461"/>
                <a:ext cx="743760" cy="137520"/>
              </p14:xfrm>
            </p:contentPart>
          </mc:Choice>
          <mc:Fallback xmlns="">
            <p:pic>
              <p:nvPicPr>
                <p:cNvPr id="46" name="Ink 45">
                  <a:extLst>
                    <a:ext uri="{FF2B5EF4-FFF2-40B4-BE49-F238E27FC236}">
                      <a16:creationId xmlns:a16="http://schemas.microsoft.com/office/drawing/2014/main" id="{2031F246-994D-1986-7B8A-2C300C08E23D}"/>
                    </a:ext>
                  </a:extLst>
                </p:cNvPr>
                <p:cNvPicPr/>
                <p:nvPr/>
              </p:nvPicPr>
              <p:blipFill>
                <a:blip r:embed="rId61"/>
                <a:stretch>
                  <a:fillRect/>
                </a:stretch>
              </p:blipFill>
              <p:spPr>
                <a:xfrm>
                  <a:off x="693482" y="5202461"/>
                  <a:ext cx="77940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7" name="Ink 46">
                  <a:extLst>
                    <a:ext uri="{FF2B5EF4-FFF2-40B4-BE49-F238E27FC236}">
                      <a16:creationId xmlns:a16="http://schemas.microsoft.com/office/drawing/2014/main" id="{1F1D0E31-572C-064E-967B-97A4E76C7FF1}"/>
                    </a:ext>
                  </a:extLst>
                </p14:cNvPr>
                <p14:cNvContentPartPr/>
                <p14:nvPr/>
              </p14:nvContentPartPr>
              <p14:xfrm>
                <a:off x="824162" y="5196341"/>
                <a:ext cx="75240" cy="5400"/>
              </p14:xfrm>
            </p:contentPart>
          </mc:Choice>
          <mc:Fallback xmlns="">
            <p:pic>
              <p:nvPicPr>
                <p:cNvPr id="47" name="Ink 46">
                  <a:extLst>
                    <a:ext uri="{FF2B5EF4-FFF2-40B4-BE49-F238E27FC236}">
                      <a16:creationId xmlns:a16="http://schemas.microsoft.com/office/drawing/2014/main" id="{1F1D0E31-572C-064E-967B-97A4E76C7FF1}"/>
                    </a:ext>
                  </a:extLst>
                </p:cNvPr>
                <p:cNvPicPr/>
                <p:nvPr/>
              </p:nvPicPr>
              <p:blipFill>
                <a:blip r:embed="rId63"/>
                <a:stretch>
                  <a:fillRect/>
                </a:stretch>
              </p:blipFill>
              <p:spPr>
                <a:xfrm>
                  <a:off x="806522" y="5178341"/>
                  <a:ext cx="110880" cy="410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8" name="Ink 47">
                  <a:extLst>
                    <a:ext uri="{FF2B5EF4-FFF2-40B4-BE49-F238E27FC236}">
                      <a16:creationId xmlns:a16="http://schemas.microsoft.com/office/drawing/2014/main" id="{DB4EBD9E-1205-9AF8-4183-E46AEE5EC18B}"/>
                    </a:ext>
                  </a:extLst>
                </p14:cNvPr>
                <p14:cNvContentPartPr/>
                <p14:nvPr/>
              </p14:nvContentPartPr>
              <p14:xfrm>
                <a:off x="1122962" y="5112101"/>
                <a:ext cx="360" cy="360"/>
              </p14:xfrm>
            </p:contentPart>
          </mc:Choice>
          <mc:Fallback xmlns="">
            <p:pic>
              <p:nvPicPr>
                <p:cNvPr id="48" name="Ink 47">
                  <a:extLst>
                    <a:ext uri="{FF2B5EF4-FFF2-40B4-BE49-F238E27FC236}">
                      <a16:creationId xmlns:a16="http://schemas.microsoft.com/office/drawing/2014/main" id="{DB4EBD9E-1205-9AF8-4183-E46AEE5EC18B}"/>
                    </a:ext>
                  </a:extLst>
                </p:cNvPr>
                <p:cNvPicPr/>
                <p:nvPr/>
              </p:nvPicPr>
              <p:blipFill>
                <a:blip r:embed="rId11"/>
                <a:stretch>
                  <a:fillRect/>
                </a:stretch>
              </p:blipFill>
              <p:spPr>
                <a:xfrm>
                  <a:off x="1105322" y="5094461"/>
                  <a:ext cx="36000" cy="36000"/>
                </a:xfrm>
                <a:prstGeom prst="rect">
                  <a:avLst/>
                </a:prstGeom>
              </p:spPr>
            </p:pic>
          </mc:Fallback>
        </mc:AlternateContent>
      </p:grpSp>
      <p:grpSp>
        <p:nvGrpSpPr>
          <p:cNvPr id="64" name="Group 63">
            <a:extLst>
              <a:ext uri="{FF2B5EF4-FFF2-40B4-BE49-F238E27FC236}">
                <a16:creationId xmlns:a16="http://schemas.microsoft.com/office/drawing/2014/main" id="{5DD969AA-5927-BF91-D3E6-00F52DEF9DEA}"/>
              </a:ext>
            </a:extLst>
          </p:cNvPr>
          <p:cNvGrpSpPr/>
          <p:nvPr/>
        </p:nvGrpSpPr>
        <p:grpSpPr>
          <a:xfrm>
            <a:off x="1574042" y="5947661"/>
            <a:ext cx="817560" cy="401400"/>
            <a:chOff x="1574042" y="5947661"/>
            <a:chExt cx="817560" cy="401400"/>
          </a:xfrm>
        </p:grpSpPr>
        <mc:AlternateContent xmlns:mc="http://schemas.openxmlformats.org/markup-compatibility/2006" xmlns:p14="http://schemas.microsoft.com/office/powerpoint/2010/main">
          <mc:Choice Requires="p14">
            <p:contentPart p14:bwMode="auto" r:id="rId65">
              <p14:nvContentPartPr>
                <p14:cNvPr id="50" name="Ink 49">
                  <a:extLst>
                    <a:ext uri="{FF2B5EF4-FFF2-40B4-BE49-F238E27FC236}">
                      <a16:creationId xmlns:a16="http://schemas.microsoft.com/office/drawing/2014/main" id="{CC75D800-504A-F5A2-5C26-0B6CD515B1BF}"/>
                    </a:ext>
                  </a:extLst>
                </p14:cNvPr>
                <p14:cNvContentPartPr/>
                <p14:nvPr/>
              </p14:nvContentPartPr>
              <p14:xfrm>
                <a:off x="2236442" y="6200021"/>
                <a:ext cx="58320" cy="101520"/>
              </p14:xfrm>
            </p:contentPart>
          </mc:Choice>
          <mc:Fallback xmlns="">
            <p:pic>
              <p:nvPicPr>
                <p:cNvPr id="50" name="Ink 49">
                  <a:extLst>
                    <a:ext uri="{FF2B5EF4-FFF2-40B4-BE49-F238E27FC236}">
                      <a16:creationId xmlns:a16="http://schemas.microsoft.com/office/drawing/2014/main" id="{CC75D800-504A-F5A2-5C26-0B6CD515B1BF}"/>
                    </a:ext>
                  </a:extLst>
                </p:cNvPr>
                <p:cNvPicPr/>
                <p:nvPr/>
              </p:nvPicPr>
              <p:blipFill>
                <a:blip r:embed="rId66"/>
                <a:stretch>
                  <a:fillRect/>
                </a:stretch>
              </p:blipFill>
              <p:spPr>
                <a:xfrm>
                  <a:off x="2218802" y="6182021"/>
                  <a:ext cx="93960" cy="137160"/>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51" name="Ink 50">
                  <a:extLst>
                    <a:ext uri="{FF2B5EF4-FFF2-40B4-BE49-F238E27FC236}">
                      <a16:creationId xmlns:a16="http://schemas.microsoft.com/office/drawing/2014/main" id="{E1B63335-1976-2B28-CC42-DAABFD2CB70F}"/>
                    </a:ext>
                  </a:extLst>
                </p14:cNvPr>
                <p14:cNvContentPartPr/>
                <p14:nvPr/>
              </p14:nvContentPartPr>
              <p14:xfrm>
                <a:off x="2006042" y="6110381"/>
                <a:ext cx="167400" cy="238680"/>
              </p14:xfrm>
            </p:contentPart>
          </mc:Choice>
          <mc:Fallback xmlns="">
            <p:pic>
              <p:nvPicPr>
                <p:cNvPr id="51" name="Ink 50">
                  <a:extLst>
                    <a:ext uri="{FF2B5EF4-FFF2-40B4-BE49-F238E27FC236}">
                      <a16:creationId xmlns:a16="http://schemas.microsoft.com/office/drawing/2014/main" id="{E1B63335-1976-2B28-CC42-DAABFD2CB70F}"/>
                    </a:ext>
                  </a:extLst>
                </p:cNvPr>
                <p:cNvPicPr/>
                <p:nvPr/>
              </p:nvPicPr>
              <p:blipFill>
                <a:blip r:embed="rId68"/>
                <a:stretch>
                  <a:fillRect/>
                </a:stretch>
              </p:blipFill>
              <p:spPr>
                <a:xfrm>
                  <a:off x="1988402" y="6092381"/>
                  <a:ext cx="203040" cy="274320"/>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52" name="Ink 51">
                  <a:extLst>
                    <a:ext uri="{FF2B5EF4-FFF2-40B4-BE49-F238E27FC236}">
                      <a16:creationId xmlns:a16="http://schemas.microsoft.com/office/drawing/2014/main" id="{1C57B860-230C-22F1-6AFF-049AB49F894E}"/>
                    </a:ext>
                  </a:extLst>
                </p14:cNvPr>
                <p14:cNvContentPartPr/>
                <p14:nvPr/>
              </p14:nvContentPartPr>
              <p14:xfrm>
                <a:off x="2159402" y="5947661"/>
                <a:ext cx="232200" cy="154800"/>
              </p14:xfrm>
            </p:contentPart>
          </mc:Choice>
          <mc:Fallback xmlns="">
            <p:pic>
              <p:nvPicPr>
                <p:cNvPr id="52" name="Ink 51">
                  <a:extLst>
                    <a:ext uri="{FF2B5EF4-FFF2-40B4-BE49-F238E27FC236}">
                      <a16:creationId xmlns:a16="http://schemas.microsoft.com/office/drawing/2014/main" id="{1C57B860-230C-22F1-6AFF-049AB49F894E}"/>
                    </a:ext>
                  </a:extLst>
                </p:cNvPr>
                <p:cNvPicPr/>
                <p:nvPr/>
              </p:nvPicPr>
              <p:blipFill>
                <a:blip r:embed="rId70"/>
                <a:stretch>
                  <a:fillRect/>
                </a:stretch>
              </p:blipFill>
              <p:spPr>
                <a:xfrm>
                  <a:off x="2141402" y="5929661"/>
                  <a:ext cx="26784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53" name="Ink 52">
                  <a:extLst>
                    <a:ext uri="{FF2B5EF4-FFF2-40B4-BE49-F238E27FC236}">
                      <a16:creationId xmlns:a16="http://schemas.microsoft.com/office/drawing/2014/main" id="{7E846F49-607C-4252-480B-66AFCD4F11D7}"/>
                    </a:ext>
                  </a:extLst>
                </p14:cNvPr>
                <p14:cNvContentPartPr/>
                <p14:nvPr/>
              </p14:nvContentPartPr>
              <p14:xfrm>
                <a:off x="2169842" y="5980421"/>
                <a:ext cx="76680" cy="48600"/>
              </p14:xfrm>
            </p:contentPart>
          </mc:Choice>
          <mc:Fallback xmlns="">
            <p:pic>
              <p:nvPicPr>
                <p:cNvPr id="53" name="Ink 52">
                  <a:extLst>
                    <a:ext uri="{FF2B5EF4-FFF2-40B4-BE49-F238E27FC236}">
                      <a16:creationId xmlns:a16="http://schemas.microsoft.com/office/drawing/2014/main" id="{7E846F49-607C-4252-480B-66AFCD4F11D7}"/>
                    </a:ext>
                  </a:extLst>
                </p:cNvPr>
                <p:cNvPicPr/>
                <p:nvPr/>
              </p:nvPicPr>
              <p:blipFill>
                <a:blip r:embed="rId72"/>
                <a:stretch>
                  <a:fillRect/>
                </a:stretch>
              </p:blipFill>
              <p:spPr>
                <a:xfrm>
                  <a:off x="2151842" y="5962421"/>
                  <a:ext cx="11232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54" name="Ink 53">
                  <a:extLst>
                    <a:ext uri="{FF2B5EF4-FFF2-40B4-BE49-F238E27FC236}">
                      <a16:creationId xmlns:a16="http://schemas.microsoft.com/office/drawing/2014/main" id="{213A0B78-62AE-6F72-61F5-E5BF3959EF8D}"/>
                    </a:ext>
                  </a:extLst>
                </p14:cNvPr>
                <p14:cNvContentPartPr/>
                <p14:nvPr/>
              </p14:nvContentPartPr>
              <p14:xfrm>
                <a:off x="1885442" y="6102821"/>
                <a:ext cx="75240" cy="171720"/>
              </p14:xfrm>
            </p:contentPart>
          </mc:Choice>
          <mc:Fallback xmlns="">
            <p:pic>
              <p:nvPicPr>
                <p:cNvPr id="54" name="Ink 53">
                  <a:extLst>
                    <a:ext uri="{FF2B5EF4-FFF2-40B4-BE49-F238E27FC236}">
                      <a16:creationId xmlns:a16="http://schemas.microsoft.com/office/drawing/2014/main" id="{213A0B78-62AE-6F72-61F5-E5BF3959EF8D}"/>
                    </a:ext>
                  </a:extLst>
                </p:cNvPr>
                <p:cNvPicPr/>
                <p:nvPr/>
              </p:nvPicPr>
              <p:blipFill>
                <a:blip r:embed="rId74"/>
                <a:stretch>
                  <a:fillRect/>
                </a:stretch>
              </p:blipFill>
              <p:spPr>
                <a:xfrm>
                  <a:off x="1867442" y="6084821"/>
                  <a:ext cx="110880" cy="20736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55" name="Ink 54">
                  <a:extLst>
                    <a:ext uri="{FF2B5EF4-FFF2-40B4-BE49-F238E27FC236}">
                      <a16:creationId xmlns:a16="http://schemas.microsoft.com/office/drawing/2014/main" id="{B4B00EF3-A768-9601-C441-2FFCD1864062}"/>
                    </a:ext>
                  </a:extLst>
                </p14:cNvPr>
                <p14:cNvContentPartPr/>
                <p14:nvPr/>
              </p14:nvContentPartPr>
              <p14:xfrm>
                <a:off x="1677722" y="6186701"/>
                <a:ext cx="175680" cy="160920"/>
              </p14:xfrm>
            </p:contentPart>
          </mc:Choice>
          <mc:Fallback xmlns="">
            <p:pic>
              <p:nvPicPr>
                <p:cNvPr id="55" name="Ink 54">
                  <a:extLst>
                    <a:ext uri="{FF2B5EF4-FFF2-40B4-BE49-F238E27FC236}">
                      <a16:creationId xmlns:a16="http://schemas.microsoft.com/office/drawing/2014/main" id="{B4B00EF3-A768-9601-C441-2FFCD1864062}"/>
                    </a:ext>
                  </a:extLst>
                </p:cNvPr>
                <p:cNvPicPr/>
                <p:nvPr/>
              </p:nvPicPr>
              <p:blipFill>
                <a:blip r:embed="rId76"/>
                <a:stretch>
                  <a:fillRect/>
                </a:stretch>
              </p:blipFill>
              <p:spPr>
                <a:xfrm>
                  <a:off x="1660082" y="6169061"/>
                  <a:ext cx="211320" cy="19656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56" name="Ink 55">
                  <a:extLst>
                    <a:ext uri="{FF2B5EF4-FFF2-40B4-BE49-F238E27FC236}">
                      <a16:creationId xmlns:a16="http://schemas.microsoft.com/office/drawing/2014/main" id="{BFB3B40B-817E-3198-83AE-BFC8A5AB0CC1}"/>
                    </a:ext>
                  </a:extLst>
                </p14:cNvPr>
                <p14:cNvContentPartPr/>
                <p14:nvPr/>
              </p14:nvContentPartPr>
              <p14:xfrm>
                <a:off x="1746842" y="6142781"/>
                <a:ext cx="87480" cy="4320"/>
              </p14:xfrm>
            </p:contentPart>
          </mc:Choice>
          <mc:Fallback xmlns="">
            <p:pic>
              <p:nvPicPr>
                <p:cNvPr id="56" name="Ink 55">
                  <a:extLst>
                    <a:ext uri="{FF2B5EF4-FFF2-40B4-BE49-F238E27FC236}">
                      <a16:creationId xmlns:a16="http://schemas.microsoft.com/office/drawing/2014/main" id="{BFB3B40B-817E-3198-83AE-BFC8A5AB0CC1}"/>
                    </a:ext>
                  </a:extLst>
                </p:cNvPr>
                <p:cNvPicPr/>
                <p:nvPr/>
              </p:nvPicPr>
              <p:blipFill>
                <a:blip r:embed="rId78"/>
                <a:stretch>
                  <a:fillRect/>
                </a:stretch>
              </p:blipFill>
              <p:spPr>
                <a:xfrm>
                  <a:off x="1729202" y="6124781"/>
                  <a:ext cx="123120" cy="3996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57" name="Ink 56">
                  <a:extLst>
                    <a:ext uri="{FF2B5EF4-FFF2-40B4-BE49-F238E27FC236}">
                      <a16:creationId xmlns:a16="http://schemas.microsoft.com/office/drawing/2014/main" id="{FFEAF778-43EB-A02C-1B1D-9697025557FF}"/>
                    </a:ext>
                  </a:extLst>
                </p14:cNvPr>
                <p14:cNvContentPartPr/>
                <p14:nvPr/>
              </p14:nvContentPartPr>
              <p14:xfrm>
                <a:off x="1574042" y="6157181"/>
                <a:ext cx="76680" cy="122760"/>
              </p14:xfrm>
            </p:contentPart>
          </mc:Choice>
          <mc:Fallback xmlns="">
            <p:pic>
              <p:nvPicPr>
                <p:cNvPr id="57" name="Ink 56">
                  <a:extLst>
                    <a:ext uri="{FF2B5EF4-FFF2-40B4-BE49-F238E27FC236}">
                      <a16:creationId xmlns:a16="http://schemas.microsoft.com/office/drawing/2014/main" id="{FFEAF778-43EB-A02C-1B1D-9697025557FF}"/>
                    </a:ext>
                  </a:extLst>
                </p:cNvPr>
                <p:cNvPicPr/>
                <p:nvPr/>
              </p:nvPicPr>
              <p:blipFill>
                <a:blip r:embed="rId80"/>
                <a:stretch>
                  <a:fillRect/>
                </a:stretch>
              </p:blipFill>
              <p:spPr>
                <a:xfrm>
                  <a:off x="1556402" y="6139541"/>
                  <a:ext cx="112320" cy="158400"/>
                </a:xfrm>
                <a:prstGeom prst="rect">
                  <a:avLst/>
                </a:prstGeom>
              </p:spPr>
            </p:pic>
          </mc:Fallback>
        </mc:AlternateContent>
      </p:grpSp>
      <p:grpSp>
        <p:nvGrpSpPr>
          <p:cNvPr id="63" name="Group 62">
            <a:extLst>
              <a:ext uri="{FF2B5EF4-FFF2-40B4-BE49-F238E27FC236}">
                <a16:creationId xmlns:a16="http://schemas.microsoft.com/office/drawing/2014/main" id="{4FFA5038-E951-9EC1-8D31-9A36D1D73536}"/>
              </a:ext>
            </a:extLst>
          </p:cNvPr>
          <p:cNvGrpSpPr/>
          <p:nvPr/>
        </p:nvGrpSpPr>
        <p:grpSpPr>
          <a:xfrm>
            <a:off x="255002" y="6078341"/>
            <a:ext cx="787320" cy="239400"/>
            <a:chOff x="255002" y="6078341"/>
            <a:chExt cx="787320" cy="239400"/>
          </a:xfrm>
        </p:grpSpPr>
        <mc:AlternateContent xmlns:mc="http://schemas.openxmlformats.org/markup-compatibility/2006" xmlns:p14="http://schemas.microsoft.com/office/powerpoint/2010/main">
          <mc:Choice Requires="p14">
            <p:contentPart p14:bwMode="auto" r:id="rId81">
              <p14:nvContentPartPr>
                <p14:cNvPr id="58" name="Ink 57">
                  <a:extLst>
                    <a:ext uri="{FF2B5EF4-FFF2-40B4-BE49-F238E27FC236}">
                      <a16:creationId xmlns:a16="http://schemas.microsoft.com/office/drawing/2014/main" id="{8CCD5FBD-4CC7-6A8D-6A87-FCBC88FDCE09}"/>
                    </a:ext>
                  </a:extLst>
                </p14:cNvPr>
                <p14:cNvContentPartPr/>
                <p14:nvPr/>
              </p14:nvContentPartPr>
              <p14:xfrm>
                <a:off x="255002" y="6078341"/>
                <a:ext cx="142560" cy="221400"/>
              </p14:xfrm>
            </p:contentPart>
          </mc:Choice>
          <mc:Fallback xmlns="">
            <p:pic>
              <p:nvPicPr>
                <p:cNvPr id="58" name="Ink 57">
                  <a:extLst>
                    <a:ext uri="{FF2B5EF4-FFF2-40B4-BE49-F238E27FC236}">
                      <a16:creationId xmlns:a16="http://schemas.microsoft.com/office/drawing/2014/main" id="{8CCD5FBD-4CC7-6A8D-6A87-FCBC88FDCE09}"/>
                    </a:ext>
                  </a:extLst>
                </p:cNvPr>
                <p:cNvPicPr/>
                <p:nvPr/>
              </p:nvPicPr>
              <p:blipFill>
                <a:blip r:embed="rId82"/>
                <a:stretch>
                  <a:fillRect/>
                </a:stretch>
              </p:blipFill>
              <p:spPr>
                <a:xfrm>
                  <a:off x="237002" y="6060341"/>
                  <a:ext cx="178200" cy="257040"/>
                </a:xfrm>
                <a:prstGeom prst="rect">
                  <a:avLst/>
                </a:prstGeom>
              </p:spPr>
            </p:pic>
          </mc:Fallback>
        </mc:AlternateContent>
        <mc:AlternateContent xmlns:mc="http://schemas.openxmlformats.org/markup-compatibility/2006" xmlns:p14="http://schemas.microsoft.com/office/powerpoint/2010/main">
          <mc:Choice Requires="p14">
            <p:contentPart p14:bwMode="auto" r:id="rId83">
              <p14:nvContentPartPr>
                <p14:cNvPr id="59" name="Ink 58">
                  <a:extLst>
                    <a:ext uri="{FF2B5EF4-FFF2-40B4-BE49-F238E27FC236}">
                      <a16:creationId xmlns:a16="http://schemas.microsoft.com/office/drawing/2014/main" id="{154CE5D6-AE23-2E31-E0F9-CBCCF0DB288D}"/>
                    </a:ext>
                  </a:extLst>
                </p14:cNvPr>
                <p14:cNvContentPartPr/>
                <p14:nvPr/>
              </p14:nvContentPartPr>
              <p14:xfrm>
                <a:off x="271922" y="6209021"/>
                <a:ext cx="133560" cy="6840"/>
              </p14:xfrm>
            </p:contentPart>
          </mc:Choice>
          <mc:Fallback xmlns="">
            <p:pic>
              <p:nvPicPr>
                <p:cNvPr id="59" name="Ink 58">
                  <a:extLst>
                    <a:ext uri="{FF2B5EF4-FFF2-40B4-BE49-F238E27FC236}">
                      <a16:creationId xmlns:a16="http://schemas.microsoft.com/office/drawing/2014/main" id="{154CE5D6-AE23-2E31-E0F9-CBCCF0DB288D}"/>
                    </a:ext>
                  </a:extLst>
                </p:cNvPr>
                <p:cNvPicPr/>
                <p:nvPr/>
              </p:nvPicPr>
              <p:blipFill>
                <a:blip r:embed="rId84"/>
                <a:stretch>
                  <a:fillRect/>
                </a:stretch>
              </p:blipFill>
              <p:spPr>
                <a:xfrm>
                  <a:off x="254282" y="6191021"/>
                  <a:ext cx="16920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85">
              <p14:nvContentPartPr>
                <p14:cNvPr id="60" name="Ink 59">
                  <a:extLst>
                    <a:ext uri="{FF2B5EF4-FFF2-40B4-BE49-F238E27FC236}">
                      <a16:creationId xmlns:a16="http://schemas.microsoft.com/office/drawing/2014/main" id="{84594DD4-E767-4F4F-CDA4-E930245CBD3E}"/>
                    </a:ext>
                  </a:extLst>
                </p14:cNvPr>
                <p14:cNvContentPartPr/>
                <p14:nvPr/>
              </p14:nvContentPartPr>
              <p14:xfrm>
                <a:off x="484682" y="6082301"/>
                <a:ext cx="132480" cy="178920"/>
              </p14:xfrm>
            </p:contentPart>
          </mc:Choice>
          <mc:Fallback xmlns="">
            <p:pic>
              <p:nvPicPr>
                <p:cNvPr id="60" name="Ink 59">
                  <a:extLst>
                    <a:ext uri="{FF2B5EF4-FFF2-40B4-BE49-F238E27FC236}">
                      <a16:creationId xmlns:a16="http://schemas.microsoft.com/office/drawing/2014/main" id="{84594DD4-E767-4F4F-CDA4-E930245CBD3E}"/>
                    </a:ext>
                  </a:extLst>
                </p:cNvPr>
                <p:cNvPicPr/>
                <p:nvPr/>
              </p:nvPicPr>
              <p:blipFill>
                <a:blip r:embed="rId86"/>
                <a:stretch>
                  <a:fillRect/>
                </a:stretch>
              </p:blipFill>
              <p:spPr>
                <a:xfrm>
                  <a:off x="466682" y="6064661"/>
                  <a:ext cx="168120" cy="21456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61" name="Ink 60">
                  <a:extLst>
                    <a:ext uri="{FF2B5EF4-FFF2-40B4-BE49-F238E27FC236}">
                      <a16:creationId xmlns:a16="http://schemas.microsoft.com/office/drawing/2014/main" id="{E5763350-5984-7C72-9389-DC6A61F5E73E}"/>
                    </a:ext>
                  </a:extLst>
                </p14:cNvPr>
                <p14:cNvContentPartPr/>
                <p14:nvPr/>
              </p14:nvContentPartPr>
              <p14:xfrm>
                <a:off x="697802" y="6104621"/>
                <a:ext cx="86400" cy="195840"/>
              </p14:xfrm>
            </p:contentPart>
          </mc:Choice>
          <mc:Fallback xmlns="">
            <p:pic>
              <p:nvPicPr>
                <p:cNvPr id="61" name="Ink 60">
                  <a:extLst>
                    <a:ext uri="{FF2B5EF4-FFF2-40B4-BE49-F238E27FC236}">
                      <a16:creationId xmlns:a16="http://schemas.microsoft.com/office/drawing/2014/main" id="{E5763350-5984-7C72-9389-DC6A61F5E73E}"/>
                    </a:ext>
                  </a:extLst>
                </p:cNvPr>
                <p:cNvPicPr/>
                <p:nvPr/>
              </p:nvPicPr>
              <p:blipFill>
                <a:blip r:embed="rId88"/>
                <a:stretch>
                  <a:fillRect/>
                </a:stretch>
              </p:blipFill>
              <p:spPr>
                <a:xfrm>
                  <a:off x="679802" y="6086621"/>
                  <a:ext cx="122040" cy="23148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62" name="Ink 61">
                  <a:extLst>
                    <a:ext uri="{FF2B5EF4-FFF2-40B4-BE49-F238E27FC236}">
                      <a16:creationId xmlns:a16="http://schemas.microsoft.com/office/drawing/2014/main" id="{1DFA00FF-646E-B1BD-5682-7816F6E5B94C}"/>
                    </a:ext>
                  </a:extLst>
                </p14:cNvPr>
                <p14:cNvContentPartPr/>
                <p14:nvPr/>
              </p14:nvContentPartPr>
              <p14:xfrm>
                <a:off x="894362" y="6095981"/>
                <a:ext cx="147960" cy="221760"/>
              </p14:xfrm>
            </p:contentPart>
          </mc:Choice>
          <mc:Fallback xmlns="">
            <p:pic>
              <p:nvPicPr>
                <p:cNvPr id="62" name="Ink 61">
                  <a:extLst>
                    <a:ext uri="{FF2B5EF4-FFF2-40B4-BE49-F238E27FC236}">
                      <a16:creationId xmlns:a16="http://schemas.microsoft.com/office/drawing/2014/main" id="{1DFA00FF-646E-B1BD-5682-7816F6E5B94C}"/>
                    </a:ext>
                  </a:extLst>
                </p:cNvPr>
                <p:cNvPicPr/>
                <p:nvPr/>
              </p:nvPicPr>
              <p:blipFill>
                <a:blip r:embed="rId90"/>
                <a:stretch>
                  <a:fillRect/>
                </a:stretch>
              </p:blipFill>
              <p:spPr>
                <a:xfrm>
                  <a:off x="876722" y="6078341"/>
                  <a:ext cx="183600" cy="257400"/>
                </a:xfrm>
                <a:prstGeom prst="rect">
                  <a:avLst/>
                </a:prstGeom>
              </p:spPr>
            </p:pic>
          </mc:Fallback>
        </mc:AlternateContent>
      </p:grpSp>
      <p:grpSp>
        <p:nvGrpSpPr>
          <p:cNvPr id="69" name="Group 68">
            <a:extLst>
              <a:ext uri="{FF2B5EF4-FFF2-40B4-BE49-F238E27FC236}">
                <a16:creationId xmlns:a16="http://schemas.microsoft.com/office/drawing/2014/main" id="{E9DB9358-6EE6-8400-78B3-25E7F40E6B0F}"/>
              </a:ext>
            </a:extLst>
          </p:cNvPr>
          <p:cNvGrpSpPr/>
          <p:nvPr/>
        </p:nvGrpSpPr>
        <p:grpSpPr>
          <a:xfrm>
            <a:off x="1729922" y="3074501"/>
            <a:ext cx="423360" cy="238680"/>
            <a:chOff x="1729922" y="3074501"/>
            <a:chExt cx="423360" cy="238680"/>
          </a:xfrm>
        </p:grpSpPr>
        <mc:AlternateContent xmlns:mc="http://schemas.openxmlformats.org/markup-compatibility/2006" xmlns:p14="http://schemas.microsoft.com/office/powerpoint/2010/main">
          <mc:Choice Requires="p14">
            <p:contentPart p14:bwMode="auto" r:id="rId91">
              <p14:nvContentPartPr>
                <p14:cNvPr id="65" name="Ink 64">
                  <a:extLst>
                    <a:ext uri="{FF2B5EF4-FFF2-40B4-BE49-F238E27FC236}">
                      <a16:creationId xmlns:a16="http://schemas.microsoft.com/office/drawing/2014/main" id="{516030CA-1EB9-EF96-649C-1F917DC25291}"/>
                    </a:ext>
                  </a:extLst>
                </p14:cNvPr>
                <p14:cNvContentPartPr/>
                <p14:nvPr/>
              </p14:nvContentPartPr>
              <p14:xfrm>
                <a:off x="2097482" y="3120221"/>
                <a:ext cx="55800" cy="98640"/>
              </p14:xfrm>
            </p:contentPart>
          </mc:Choice>
          <mc:Fallback xmlns="">
            <p:pic>
              <p:nvPicPr>
                <p:cNvPr id="65" name="Ink 64">
                  <a:extLst>
                    <a:ext uri="{FF2B5EF4-FFF2-40B4-BE49-F238E27FC236}">
                      <a16:creationId xmlns:a16="http://schemas.microsoft.com/office/drawing/2014/main" id="{516030CA-1EB9-EF96-649C-1F917DC25291}"/>
                    </a:ext>
                  </a:extLst>
                </p:cNvPr>
                <p:cNvPicPr/>
                <p:nvPr/>
              </p:nvPicPr>
              <p:blipFill>
                <a:blip r:embed="rId92"/>
                <a:stretch>
                  <a:fillRect/>
                </a:stretch>
              </p:blipFill>
              <p:spPr>
                <a:xfrm>
                  <a:off x="2079482" y="3102221"/>
                  <a:ext cx="91440" cy="134280"/>
                </a:xfrm>
                <a:prstGeom prst="rect">
                  <a:avLst/>
                </a:prstGeom>
              </p:spPr>
            </p:pic>
          </mc:Fallback>
        </mc:AlternateContent>
        <mc:AlternateContent xmlns:mc="http://schemas.openxmlformats.org/markup-compatibility/2006" xmlns:p14="http://schemas.microsoft.com/office/powerpoint/2010/main">
          <mc:Choice Requires="p14">
            <p:contentPart p14:bwMode="auto" r:id="rId93">
              <p14:nvContentPartPr>
                <p14:cNvPr id="66" name="Ink 65">
                  <a:extLst>
                    <a:ext uri="{FF2B5EF4-FFF2-40B4-BE49-F238E27FC236}">
                      <a16:creationId xmlns:a16="http://schemas.microsoft.com/office/drawing/2014/main" id="{D254AD67-172D-E5B3-C607-C347A2BEE374}"/>
                    </a:ext>
                  </a:extLst>
                </p14:cNvPr>
                <p14:cNvContentPartPr/>
                <p14:nvPr/>
              </p14:nvContentPartPr>
              <p14:xfrm>
                <a:off x="1845842" y="3155141"/>
                <a:ext cx="162360" cy="89640"/>
              </p14:xfrm>
            </p:contentPart>
          </mc:Choice>
          <mc:Fallback xmlns="">
            <p:pic>
              <p:nvPicPr>
                <p:cNvPr id="66" name="Ink 65">
                  <a:extLst>
                    <a:ext uri="{FF2B5EF4-FFF2-40B4-BE49-F238E27FC236}">
                      <a16:creationId xmlns:a16="http://schemas.microsoft.com/office/drawing/2014/main" id="{D254AD67-172D-E5B3-C607-C347A2BEE374}"/>
                    </a:ext>
                  </a:extLst>
                </p:cNvPr>
                <p:cNvPicPr/>
                <p:nvPr/>
              </p:nvPicPr>
              <p:blipFill>
                <a:blip r:embed="rId94"/>
                <a:stretch>
                  <a:fillRect/>
                </a:stretch>
              </p:blipFill>
              <p:spPr>
                <a:xfrm>
                  <a:off x="1828202" y="3137501"/>
                  <a:ext cx="198000" cy="125280"/>
                </a:xfrm>
                <a:prstGeom prst="rect">
                  <a:avLst/>
                </a:prstGeom>
              </p:spPr>
            </p:pic>
          </mc:Fallback>
        </mc:AlternateContent>
        <mc:AlternateContent xmlns:mc="http://schemas.openxmlformats.org/markup-compatibility/2006" xmlns:p14="http://schemas.microsoft.com/office/powerpoint/2010/main">
          <mc:Choice Requires="p14">
            <p:contentPart p14:bwMode="auto" r:id="rId95">
              <p14:nvContentPartPr>
                <p14:cNvPr id="67" name="Ink 66">
                  <a:extLst>
                    <a:ext uri="{FF2B5EF4-FFF2-40B4-BE49-F238E27FC236}">
                      <a16:creationId xmlns:a16="http://schemas.microsoft.com/office/drawing/2014/main" id="{644AE7F8-35C0-20FB-DAB8-2CCE9481D24D}"/>
                    </a:ext>
                  </a:extLst>
                </p14:cNvPr>
                <p14:cNvContentPartPr/>
                <p14:nvPr/>
              </p14:nvContentPartPr>
              <p14:xfrm>
                <a:off x="1894442" y="3302381"/>
                <a:ext cx="69480" cy="10800"/>
              </p14:xfrm>
            </p:contentPart>
          </mc:Choice>
          <mc:Fallback xmlns="">
            <p:pic>
              <p:nvPicPr>
                <p:cNvPr id="67" name="Ink 66">
                  <a:extLst>
                    <a:ext uri="{FF2B5EF4-FFF2-40B4-BE49-F238E27FC236}">
                      <a16:creationId xmlns:a16="http://schemas.microsoft.com/office/drawing/2014/main" id="{644AE7F8-35C0-20FB-DAB8-2CCE9481D24D}"/>
                    </a:ext>
                  </a:extLst>
                </p:cNvPr>
                <p:cNvPicPr/>
                <p:nvPr/>
              </p:nvPicPr>
              <p:blipFill>
                <a:blip r:embed="rId96"/>
                <a:stretch>
                  <a:fillRect/>
                </a:stretch>
              </p:blipFill>
              <p:spPr>
                <a:xfrm>
                  <a:off x="1876442" y="3284381"/>
                  <a:ext cx="10512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97">
              <p14:nvContentPartPr>
                <p14:cNvPr id="68" name="Ink 67">
                  <a:extLst>
                    <a:ext uri="{FF2B5EF4-FFF2-40B4-BE49-F238E27FC236}">
                      <a16:creationId xmlns:a16="http://schemas.microsoft.com/office/drawing/2014/main" id="{8BB4025E-F72B-59AF-2908-792D396AB0B6}"/>
                    </a:ext>
                  </a:extLst>
                </p14:cNvPr>
                <p14:cNvContentPartPr/>
                <p14:nvPr/>
              </p14:nvContentPartPr>
              <p14:xfrm>
                <a:off x="1729922" y="3074501"/>
                <a:ext cx="45720" cy="118440"/>
              </p14:xfrm>
            </p:contentPart>
          </mc:Choice>
          <mc:Fallback xmlns="">
            <p:pic>
              <p:nvPicPr>
                <p:cNvPr id="68" name="Ink 67">
                  <a:extLst>
                    <a:ext uri="{FF2B5EF4-FFF2-40B4-BE49-F238E27FC236}">
                      <a16:creationId xmlns:a16="http://schemas.microsoft.com/office/drawing/2014/main" id="{8BB4025E-F72B-59AF-2908-792D396AB0B6}"/>
                    </a:ext>
                  </a:extLst>
                </p:cNvPr>
                <p:cNvPicPr/>
                <p:nvPr/>
              </p:nvPicPr>
              <p:blipFill>
                <a:blip r:embed="rId98"/>
                <a:stretch>
                  <a:fillRect/>
                </a:stretch>
              </p:blipFill>
              <p:spPr>
                <a:xfrm>
                  <a:off x="1711922" y="3056861"/>
                  <a:ext cx="81360" cy="154080"/>
                </a:xfrm>
                <a:prstGeom prst="rect">
                  <a:avLst/>
                </a:prstGeom>
              </p:spPr>
            </p:pic>
          </mc:Fallback>
        </mc:AlternateContent>
      </p:grpSp>
      <p:grpSp>
        <p:nvGrpSpPr>
          <p:cNvPr id="73" name="Group 72">
            <a:extLst>
              <a:ext uri="{FF2B5EF4-FFF2-40B4-BE49-F238E27FC236}">
                <a16:creationId xmlns:a16="http://schemas.microsoft.com/office/drawing/2014/main" id="{8A2C1AF2-4F76-7EFC-F5AB-8AB695108E5E}"/>
              </a:ext>
            </a:extLst>
          </p:cNvPr>
          <p:cNvGrpSpPr/>
          <p:nvPr/>
        </p:nvGrpSpPr>
        <p:grpSpPr>
          <a:xfrm>
            <a:off x="819482" y="2922941"/>
            <a:ext cx="469440" cy="220680"/>
            <a:chOff x="819482" y="2922941"/>
            <a:chExt cx="469440" cy="220680"/>
          </a:xfrm>
        </p:grpSpPr>
        <mc:AlternateContent xmlns:mc="http://schemas.openxmlformats.org/markup-compatibility/2006" xmlns:p14="http://schemas.microsoft.com/office/powerpoint/2010/main">
          <mc:Choice Requires="p14">
            <p:contentPart p14:bwMode="auto" r:id="rId99">
              <p14:nvContentPartPr>
                <p14:cNvPr id="70" name="Ink 69">
                  <a:extLst>
                    <a:ext uri="{FF2B5EF4-FFF2-40B4-BE49-F238E27FC236}">
                      <a16:creationId xmlns:a16="http://schemas.microsoft.com/office/drawing/2014/main" id="{9128DFAC-B231-BA62-F23D-D2BF3CF61AA2}"/>
                    </a:ext>
                  </a:extLst>
                </p14:cNvPr>
                <p14:cNvContentPartPr/>
                <p14:nvPr/>
              </p14:nvContentPartPr>
              <p14:xfrm>
                <a:off x="819482" y="2969741"/>
                <a:ext cx="202680" cy="144360"/>
              </p14:xfrm>
            </p:contentPart>
          </mc:Choice>
          <mc:Fallback xmlns="">
            <p:pic>
              <p:nvPicPr>
                <p:cNvPr id="70" name="Ink 69">
                  <a:extLst>
                    <a:ext uri="{FF2B5EF4-FFF2-40B4-BE49-F238E27FC236}">
                      <a16:creationId xmlns:a16="http://schemas.microsoft.com/office/drawing/2014/main" id="{9128DFAC-B231-BA62-F23D-D2BF3CF61AA2}"/>
                    </a:ext>
                  </a:extLst>
                </p:cNvPr>
                <p:cNvPicPr/>
                <p:nvPr/>
              </p:nvPicPr>
              <p:blipFill>
                <a:blip r:embed="rId100"/>
                <a:stretch>
                  <a:fillRect/>
                </a:stretch>
              </p:blipFill>
              <p:spPr>
                <a:xfrm>
                  <a:off x="801482" y="2952101"/>
                  <a:ext cx="23832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101">
              <p14:nvContentPartPr>
                <p14:cNvPr id="71" name="Ink 70">
                  <a:extLst>
                    <a:ext uri="{FF2B5EF4-FFF2-40B4-BE49-F238E27FC236}">
                      <a16:creationId xmlns:a16="http://schemas.microsoft.com/office/drawing/2014/main" id="{75B345E4-0063-13C4-5B75-BB78D2D0DF57}"/>
                    </a:ext>
                  </a:extLst>
                </p14:cNvPr>
                <p14:cNvContentPartPr/>
                <p14:nvPr/>
              </p14:nvContentPartPr>
              <p14:xfrm>
                <a:off x="1121162" y="2922941"/>
                <a:ext cx="167040" cy="220680"/>
              </p14:xfrm>
            </p:contentPart>
          </mc:Choice>
          <mc:Fallback xmlns="">
            <p:pic>
              <p:nvPicPr>
                <p:cNvPr id="71" name="Ink 70">
                  <a:extLst>
                    <a:ext uri="{FF2B5EF4-FFF2-40B4-BE49-F238E27FC236}">
                      <a16:creationId xmlns:a16="http://schemas.microsoft.com/office/drawing/2014/main" id="{75B345E4-0063-13C4-5B75-BB78D2D0DF57}"/>
                    </a:ext>
                  </a:extLst>
                </p:cNvPr>
                <p:cNvPicPr/>
                <p:nvPr/>
              </p:nvPicPr>
              <p:blipFill>
                <a:blip r:embed="rId102"/>
                <a:stretch>
                  <a:fillRect/>
                </a:stretch>
              </p:blipFill>
              <p:spPr>
                <a:xfrm>
                  <a:off x="1103162" y="2904941"/>
                  <a:ext cx="20268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103">
              <p14:nvContentPartPr>
                <p14:cNvPr id="72" name="Ink 71">
                  <a:extLst>
                    <a:ext uri="{FF2B5EF4-FFF2-40B4-BE49-F238E27FC236}">
                      <a16:creationId xmlns:a16="http://schemas.microsoft.com/office/drawing/2014/main" id="{6F52BEBE-2474-A5BA-12FF-DCC982EA247B}"/>
                    </a:ext>
                  </a:extLst>
                </p14:cNvPr>
                <p14:cNvContentPartPr/>
                <p14:nvPr/>
              </p14:nvContentPartPr>
              <p14:xfrm>
                <a:off x="1152482" y="3048221"/>
                <a:ext cx="136440" cy="2880"/>
              </p14:xfrm>
            </p:contentPart>
          </mc:Choice>
          <mc:Fallback xmlns="">
            <p:pic>
              <p:nvPicPr>
                <p:cNvPr id="72" name="Ink 71">
                  <a:extLst>
                    <a:ext uri="{FF2B5EF4-FFF2-40B4-BE49-F238E27FC236}">
                      <a16:creationId xmlns:a16="http://schemas.microsoft.com/office/drawing/2014/main" id="{6F52BEBE-2474-A5BA-12FF-DCC982EA247B}"/>
                    </a:ext>
                  </a:extLst>
                </p:cNvPr>
                <p:cNvPicPr/>
                <p:nvPr/>
              </p:nvPicPr>
              <p:blipFill>
                <a:blip r:embed="rId104"/>
                <a:stretch>
                  <a:fillRect/>
                </a:stretch>
              </p:blipFill>
              <p:spPr>
                <a:xfrm>
                  <a:off x="1134482" y="3030221"/>
                  <a:ext cx="172080" cy="38520"/>
                </a:xfrm>
                <a:prstGeom prst="rect">
                  <a:avLst/>
                </a:prstGeom>
              </p:spPr>
            </p:pic>
          </mc:Fallback>
        </mc:AlternateContent>
      </p:grpSp>
      <p:grpSp>
        <p:nvGrpSpPr>
          <p:cNvPr id="89" name="Group 88">
            <a:extLst>
              <a:ext uri="{FF2B5EF4-FFF2-40B4-BE49-F238E27FC236}">
                <a16:creationId xmlns:a16="http://schemas.microsoft.com/office/drawing/2014/main" id="{8B55D481-E2C9-6C7C-6399-E186A9F88A3B}"/>
              </a:ext>
            </a:extLst>
          </p:cNvPr>
          <p:cNvGrpSpPr/>
          <p:nvPr/>
        </p:nvGrpSpPr>
        <p:grpSpPr>
          <a:xfrm>
            <a:off x="124682" y="2007101"/>
            <a:ext cx="2055960" cy="329760"/>
            <a:chOff x="124682" y="2007101"/>
            <a:chExt cx="2055960" cy="329760"/>
          </a:xfrm>
        </p:grpSpPr>
        <mc:AlternateContent xmlns:mc="http://schemas.openxmlformats.org/markup-compatibility/2006" xmlns:p14="http://schemas.microsoft.com/office/powerpoint/2010/main">
          <mc:Choice Requires="p14">
            <p:contentPart p14:bwMode="auto" r:id="rId105">
              <p14:nvContentPartPr>
                <p14:cNvPr id="74" name="Ink 73">
                  <a:extLst>
                    <a:ext uri="{FF2B5EF4-FFF2-40B4-BE49-F238E27FC236}">
                      <a16:creationId xmlns:a16="http://schemas.microsoft.com/office/drawing/2014/main" id="{ED275511-8B33-D918-76ED-B1E7A8CAF7F9}"/>
                    </a:ext>
                  </a:extLst>
                </p14:cNvPr>
                <p14:cNvContentPartPr/>
                <p14:nvPr/>
              </p14:nvContentPartPr>
              <p14:xfrm>
                <a:off x="2038442" y="2169821"/>
                <a:ext cx="142200" cy="167040"/>
              </p14:xfrm>
            </p:contentPart>
          </mc:Choice>
          <mc:Fallback xmlns="">
            <p:pic>
              <p:nvPicPr>
                <p:cNvPr id="74" name="Ink 73">
                  <a:extLst>
                    <a:ext uri="{FF2B5EF4-FFF2-40B4-BE49-F238E27FC236}">
                      <a16:creationId xmlns:a16="http://schemas.microsoft.com/office/drawing/2014/main" id="{ED275511-8B33-D918-76ED-B1E7A8CAF7F9}"/>
                    </a:ext>
                  </a:extLst>
                </p:cNvPr>
                <p:cNvPicPr/>
                <p:nvPr/>
              </p:nvPicPr>
              <p:blipFill>
                <a:blip r:embed="rId106"/>
                <a:stretch>
                  <a:fillRect/>
                </a:stretch>
              </p:blipFill>
              <p:spPr>
                <a:xfrm>
                  <a:off x="2020442" y="2151821"/>
                  <a:ext cx="177840" cy="202680"/>
                </a:xfrm>
                <a:prstGeom prst="rect">
                  <a:avLst/>
                </a:prstGeom>
              </p:spPr>
            </p:pic>
          </mc:Fallback>
        </mc:AlternateContent>
        <mc:AlternateContent xmlns:mc="http://schemas.openxmlformats.org/markup-compatibility/2006" xmlns:p14="http://schemas.microsoft.com/office/powerpoint/2010/main">
          <mc:Choice Requires="p14">
            <p:contentPart p14:bwMode="auto" r:id="rId107">
              <p14:nvContentPartPr>
                <p14:cNvPr id="75" name="Ink 74">
                  <a:extLst>
                    <a:ext uri="{FF2B5EF4-FFF2-40B4-BE49-F238E27FC236}">
                      <a16:creationId xmlns:a16="http://schemas.microsoft.com/office/drawing/2014/main" id="{A0A996A9-B9C0-D5F2-8B6F-3E16906C3E79}"/>
                    </a:ext>
                  </a:extLst>
                </p14:cNvPr>
                <p14:cNvContentPartPr/>
                <p14:nvPr/>
              </p14:nvContentPartPr>
              <p14:xfrm>
                <a:off x="1386122" y="2220581"/>
                <a:ext cx="582480" cy="104400"/>
              </p14:xfrm>
            </p:contentPart>
          </mc:Choice>
          <mc:Fallback xmlns="">
            <p:pic>
              <p:nvPicPr>
                <p:cNvPr id="75" name="Ink 74">
                  <a:extLst>
                    <a:ext uri="{FF2B5EF4-FFF2-40B4-BE49-F238E27FC236}">
                      <a16:creationId xmlns:a16="http://schemas.microsoft.com/office/drawing/2014/main" id="{A0A996A9-B9C0-D5F2-8B6F-3E16906C3E79}"/>
                    </a:ext>
                  </a:extLst>
                </p:cNvPr>
                <p:cNvPicPr/>
                <p:nvPr/>
              </p:nvPicPr>
              <p:blipFill>
                <a:blip r:embed="rId108"/>
                <a:stretch>
                  <a:fillRect/>
                </a:stretch>
              </p:blipFill>
              <p:spPr>
                <a:xfrm>
                  <a:off x="1368122" y="2202941"/>
                  <a:ext cx="618120" cy="14004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76" name="Ink 75">
                  <a:extLst>
                    <a:ext uri="{FF2B5EF4-FFF2-40B4-BE49-F238E27FC236}">
                      <a16:creationId xmlns:a16="http://schemas.microsoft.com/office/drawing/2014/main" id="{0C97C911-C471-2C1C-D9D0-743B9CACD887}"/>
                    </a:ext>
                  </a:extLst>
                </p14:cNvPr>
                <p14:cNvContentPartPr/>
                <p14:nvPr/>
              </p14:nvContentPartPr>
              <p14:xfrm>
                <a:off x="1497002" y="2166581"/>
                <a:ext cx="131760" cy="14040"/>
              </p14:xfrm>
            </p:contentPart>
          </mc:Choice>
          <mc:Fallback xmlns="">
            <p:pic>
              <p:nvPicPr>
                <p:cNvPr id="76" name="Ink 75">
                  <a:extLst>
                    <a:ext uri="{FF2B5EF4-FFF2-40B4-BE49-F238E27FC236}">
                      <a16:creationId xmlns:a16="http://schemas.microsoft.com/office/drawing/2014/main" id="{0C97C911-C471-2C1C-D9D0-743B9CACD887}"/>
                    </a:ext>
                  </a:extLst>
                </p:cNvPr>
                <p:cNvPicPr/>
                <p:nvPr/>
              </p:nvPicPr>
              <p:blipFill>
                <a:blip r:embed="rId110"/>
                <a:stretch>
                  <a:fillRect/>
                </a:stretch>
              </p:blipFill>
              <p:spPr>
                <a:xfrm>
                  <a:off x="1479002" y="2148941"/>
                  <a:ext cx="167400" cy="49680"/>
                </a:xfrm>
                <a:prstGeom prst="rect">
                  <a:avLst/>
                </a:prstGeom>
              </p:spPr>
            </p:pic>
          </mc:Fallback>
        </mc:AlternateContent>
        <mc:AlternateContent xmlns:mc="http://schemas.openxmlformats.org/markup-compatibility/2006" xmlns:p14="http://schemas.microsoft.com/office/powerpoint/2010/main">
          <mc:Choice Requires="p14">
            <p:contentPart p14:bwMode="auto" r:id="rId111">
              <p14:nvContentPartPr>
                <p14:cNvPr id="77" name="Ink 76">
                  <a:extLst>
                    <a:ext uri="{FF2B5EF4-FFF2-40B4-BE49-F238E27FC236}">
                      <a16:creationId xmlns:a16="http://schemas.microsoft.com/office/drawing/2014/main" id="{DEF9256B-A649-204C-1670-9C3327C36CF1}"/>
                    </a:ext>
                  </a:extLst>
                </p14:cNvPr>
                <p14:cNvContentPartPr/>
                <p14:nvPr/>
              </p14:nvContentPartPr>
              <p14:xfrm>
                <a:off x="1773122" y="2091341"/>
                <a:ext cx="3240" cy="10440"/>
              </p14:xfrm>
            </p:contentPart>
          </mc:Choice>
          <mc:Fallback xmlns="">
            <p:pic>
              <p:nvPicPr>
                <p:cNvPr id="77" name="Ink 76">
                  <a:extLst>
                    <a:ext uri="{FF2B5EF4-FFF2-40B4-BE49-F238E27FC236}">
                      <a16:creationId xmlns:a16="http://schemas.microsoft.com/office/drawing/2014/main" id="{DEF9256B-A649-204C-1670-9C3327C36CF1}"/>
                    </a:ext>
                  </a:extLst>
                </p:cNvPr>
                <p:cNvPicPr/>
                <p:nvPr/>
              </p:nvPicPr>
              <p:blipFill>
                <a:blip r:embed="rId112"/>
                <a:stretch>
                  <a:fillRect/>
                </a:stretch>
              </p:blipFill>
              <p:spPr>
                <a:xfrm>
                  <a:off x="1755122" y="2073341"/>
                  <a:ext cx="38880" cy="46080"/>
                </a:xfrm>
                <a:prstGeom prst="rect">
                  <a:avLst/>
                </a:prstGeom>
              </p:spPr>
            </p:pic>
          </mc:Fallback>
        </mc:AlternateContent>
        <mc:AlternateContent xmlns:mc="http://schemas.openxmlformats.org/markup-compatibility/2006" xmlns:p14="http://schemas.microsoft.com/office/powerpoint/2010/main">
          <mc:Choice Requires="p14">
            <p:contentPart p14:bwMode="auto" r:id="rId113">
              <p14:nvContentPartPr>
                <p14:cNvPr id="79" name="Ink 78">
                  <a:extLst>
                    <a:ext uri="{FF2B5EF4-FFF2-40B4-BE49-F238E27FC236}">
                      <a16:creationId xmlns:a16="http://schemas.microsoft.com/office/drawing/2014/main" id="{22ECD30D-90EB-CB7A-2D87-744D615CBE47}"/>
                    </a:ext>
                  </a:extLst>
                </p14:cNvPr>
                <p14:cNvContentPartPr/>
                <p14:nvPr/>
              </p14:nvContentPartPr>
              <p14:xfrm>
                <a:off x="124682" y="2018981"/>
                <a:ext cx="114120" cy="172440"/>
              </p14:xfrm>
            </p:contentPart>
          </mc:Choice>
          <mc:Fallback xmlns="">
            <p:pic>
              <p:nvPicPr>
                <p:cNvPr id="79" name="Ink 78">
                  <a:extLst>
                    <a:ext uri="{FF2B5EF4-FFF2-40B4-BE49-F238E27FC236}">
                      <a16:creationId xmlns:a16="http://schemas.microsoft.com/office/drawing/2014/main" id="{22ECD30D-90EB-CB7A-2D87-744D615CBE47}"/>
                    </a:ext>
                  </a:extLst>
                </p:cNvPr>
                <p:cNvPicPr/>
                <p:nvPr/>
              </p:nvPicPr>
              <p:blipFill>
                <a:blip r:embed="rId114"/>
                <a:stretch>
                  <a:fillRect/>
                </a:stretch>
              </p:blipFill>
              <p:spPr>
                <a:xfrm>
                  <a:off x="106682" y="2001341"/>
                  <a:ext cx="149760" cy="208080"/>
                </a:xfrm>
                <a:prstGeom prst="rect">
                  <a:avLst/>
                </a:prstGeom>
              </p:spPr>
            </p:pic>
          </mc:Fallback>
        </mc:AlternateContent>
        <mc:AlternateContent xmlns:mc="http://schemas.openxmlformats.org/markup-compatibility/2006" xmlns:p14="http://schemas.microsoft.com/office/powerpoint/2010/main">
          <mc:Choice Requires="p14">
            <p:contentPart p14:bwMode="auto" r:id="rId115">
              <p14:nvContentPartPr>
                <p14:cNvPr id="80" name="Ink 79">
                  <a:extLst>
                    <a:ext uri="{FF2B5EF4-FFF2-40B4-BE49-F238E27FC236}">
                      <a16:creationId xmlns:a16="http://schemas.microsoft.com/office/drawing/2014/main" id="{B3E76BA8-E927-7A56-7FF8-AD2BAB8431F4}"/>
                    </a:ext>
                  </a:extLst>
                </p14:cNvPr>
                <p14:cNvContentPartPr/>
                <p14:nvPr/>
              </p14:nvContentPartPr>
              <p14:xfrm>
                <a:off x="155282" y="2097821"/>
                <a:ext cx="73440" cy="1800"/>
              </p14:xfrm>
            </p:contentPart>
          </mc:Choice>
          <mc:Fallback xmlns="">
            <p:pic>
              <p:nvPicPr>
                <p:cNvPr id="80" name="Ink 79">
                  <a:extLst>
                    <a:ext uri="{FF2B5EF4-FFF2-40B4-BE49-F238E27FC236}">
                      <a16:creationId xmlns:a16="http://schemas.microsoft.com/office/drawing/2014/main" id="{B3E76BA8-E927-7A56-7FF8-AD2BAB8431F4}"/>
                    </a:ext>
                  </a:extLst>
                </p:cNvPr>
                <p:cNvPicPr/>
                <p:nvPr/>
              </p:nvPicPr>
              <p:blipFill>
                <a:blip r:embed="rId116"/>
                <a:stretch>
                  <a:fillRect/>
                </a:stretch>
              </p:blipFill>
              <p:spPr>
                <a:xfrm>
                  <a:off x="137642" y="2079821"/>
                  <a:ext cx="109080" cy="37440"/>
                </a:xfrm>
                <a:prstGeom prst="rect">
                  <a:avLst/>
                </a:prstGeom>
              </p:spPr>
            </p:pic>
          </mc:Fallback>
        </mc:AlternateContent>
        <mc:AlternateContent xmlns:mc="http://schemas.openxmlformats.org/markup-compatibility/2006" xmlns:p14="http://schemas.microsoft.com/office/powerpoint/2010/main">
          <mc:Choice Requires="p14">
            <p:contentPart p14:bwMode="auto" r:id="rId117">
              <p14:nvContentPartPr>
                <p14:cNvPr id="81" name="Ink 80">
                  <a:extLst>
                    <a:ext uri="{FF2B5EF4-FFF2-40B4-BE49-F238E27FC236}">
                      <a16:creationId xmlns:a16="http://schemas.microsoft.com/office/drawing/2014/main" id="{570BCC7D-10E3-BE1F-3CDB-2F5123A80797}"/>
                    </a:ext>
                  </a:extLst>
                </p14:cNvPr>
                <p14:cNvContentPartPr/>
                <p14:nvPr/>
              </p14:nvContentPartPr>
              <p14:xfrm>
                <a:off x="313682" y="2027261"/>
                <a:ext cx="10080" cy="164160"/>
              </p14:xfrm>
            </p:contentPart>
          </mc:Choice>
          <mc:Fallback xmlns="">
            <p:pic>
              <p:nvPicPr>
                <p:cNvPr id="81" name="Ink 80">
                  <a:extLst>
                    <a:ext uri="{FF2B5EF4-FFF2-40B4-BE49-F238E27FC236}">
                      <a16:creationId xmlns:a16="http://schemas.microsoft.com/office/drawing/2014/main" id="{570BCC7D-10E3-BE1F-3CDB-2F5123A80797}"/>
                    </a:ext>
                  </a:extLst>
                </p:cNvPr>
                <p:cNvPicPr/>
                <p:nvPr/>
              </p:nvPicPr>
              <p:blipFill>
                <a:blip r:embed="rId118"/>
                <a:stretch>
                  <a:fillRect/>
                </a:stretch>
              </p:blipFill>
              <p:spPr>
                <a:xfrm>
                  <a:off x="296042" y="2009261"/>
                  <a:ext cx="4572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119">
              <p14:nvContentPartPr>
                <p14:cNvPr id="82" name="Ink 81">
                  <a:extLst>
                    <a:ext uri="{FF2B5EF4-FFF2-40B4-BE49-F238E27FC236}">
                      <a16:creationId xmlns:a16="http://schemas.microsoft.com/office/drawing/2014/main" id="{EE1BAF7F-46B7-7107-96D5-487E6027A53D}"/>
                    </a:ext>
                  </a:extLst>
                </p14:cNvPr>
                <p14:cNvContentPartPr/>
                <p14:nvPr/>
              </p14:nvContentPartPr>
              <p14:xfrm>
                <a:off x="305762" y="2021141"/>
                <a:ext cx="123840" cy="183600"/>
              </p14:xfrm>
            </p:contentPart>
          </mc:Choice>
          <mc:Fallback xmlns="">
            <p:pic>
              <p:nvPicPr>
                <p:cNvPr id="82" name="Ink 81">
                  <a:extLst>
                    <a:ext uri="{FF2B5EF4-FFF2-40B4-BE49-F238E27FC236}">
                      <a16:creationId xmlns:a16="http://schemas.microsoft.com/office/drawing/2014/main" id="{EE1BAF7F-46B7-7107-96D5-487E6027A53D}"/>
                    </a:ext>
                  </a:extLst>
                </p:cNvPr>
                <p:cNvPicPr/>
                <p:nvPr/>
              </p:nvPicPr>
              <p:blipFill>
                <a:blip r:embed="rId120"/>
                <a:stretch>
                  <a:fillRect/>
                </a:stretch>
              </p:blipFill>
              <p:spPr>
                <a:xfrm>
                  <a:off x="287762" y="2003501"/>
                  <a:ext cx="159480" cy="219240"/>
                </a:xfrm>
                <a:prstGeom prst="rect">
                  <a:avLst/>
                </a:prstGeom>
              </p:spPr>
            </p:pic>
          </mc:Fallback>
        </mc:AlternateContent>
        <mc:AlternateContent xmlns:mc="http://schemas.openxmlformats.org/markup-compatibility/2006" xmlns:p14="http://schemas.microsoft.com/office/powerpoint/2010/main">
          <mc:Choice Requires="p14">
            <p:contentPart p14:bwMode="auto" r:id="rId121">
              <p14:nvContentPartPr>
                <p14:cNvPr id="83" name="Ink 82">
                  <a:extLst>
                    <a:ext uri="{FF2B5EF4-FFF2-40B4-BE49-F238E27FC236}">
                      <a16:creationId xmlns:a16="http://schemas.microsoft.com/office/drawing/2014/main" id="{4923120B-BA3C-E9A1-5B68-98634E72D6D0}"/>
                    </a:ext>
                  </a:extLst>
                </p14:cNvPr>
                <p14:cNvContentPartPr/>
                <p14:nvPr/>
              </p14:nvContentPartPr>
              <p14:xfrm>
                <a:off x="492602" y="2027981"/>
                <a:ext cx="12600" cy="181440"/>
              </p14:xfrm>
            </p:contentPart>
          </mc:Choice>
          <mc:Fallback xmlns="">
            <p:pic>
              <p:nvPicPr>
                <p:cNvPr id="83" name="Ink 82">
                  <a:extLst>
                    <a:ext uri="{FF2B5EF4-FFF2-40B4-BE49-F238E27FC236}">
                      <a16:creationId xmlns:a16="http://schemas.microsoft.com/office/drawing/2014/main" id="{4923120B-BA3C-E9A1-5B68-98634E72D6D0}"/>
                    </a:ext>
                  </a:extLst>
                </p:cNvPr>
                <p:cNvPicPr/>
                <p:nvPr/>
              </p:nvPicPr>
              <p:blipFill>
                <a:blip r:embed="rId122"/>
                <a:stretch>
                  <a:fillRect/>
                </a:stretch>
              </p:blipFill>
              <p:spPr>
                <a:xfrm>
                  <a:off x="474602" y="2010341"/>
                  <a:ext cx="48240" cy="217080"/>
                </a:xfrm>
                <a:prstGeom prst="rect">
                  <a:avLst/>
                </a:prstGeom>
              </p:spPr>
            </p:pic>
          </mc:Fallback>
        </mc:AlternateContent>
        <mc:AlternateContent xmlns:mc="http://schemas.openxmlformats.org/markup-compatibility/2006" xmlns:p14="http://schemas.microsoft.com/office/powerpoint/2010/main">
          <mc:Choice Requires="p14">
            <p:contentPart p14:bwMode="auto" r:id="rId123">
              <p14:nvContentPartPr>
                <p14:cNvPr id="84" name="Ink 83">
                  <a:extLst>
                    <a:ext uri="{FF2B5EF4-FFF2-40B4-BE49-F238E27FC236}">
                      <a16:creationId xmlns:a16="http://schemas.microsoft.com/office/drawing/2014/main" id="{64A0E3E5-3E29-5E2C-925E-EE8CE268A4D1}"/>
                    </a:ext>
                  </a:extLst>
                </p14:cNvPr>
                <p14:cNvContentPartPr/>
                <p14:nvPr/>
              </p14:nvContentPartPr>
              <p14:xfrm>
                <a:off x="490802" y="2007101"/>
                <a:ext cx="132120" cy="196560"/>
              </p14:xfrm>
            </p:contentPart>
          </mc:Choice>
          <mc:Fallback xmlns="">
            <p:pic>
              <p:nvPicPr>
                <p:cNvPr id="84" name="Ink 83">
                  <a:extLst>
                    <a:ext uri="{FF2B5EF4-FFF2-40B4-BE49-F238E27FC236}">
                      <a16:creationId xmlns:a16="http://schemas.microsoft.com/office/drawing/2014/main" id="{64A0E3E5-3E29-5E2C-925E-EE8CE268A4D1}"/>
                    </a:ext>
                  </a:extLst>
                </p:cNvPr>
                <p:cNvPicPr/>
                <p:nvPr/>
              </p:nvPicPr>
              <p:blipFill>
                <a:blip r:embed="rId124"/>
                <a:stretch>
                  <a:fillRect/>
                </a:stretch>
              </p:blipFill>
              <p:spPr>
                <a:xfrm>
                  <a:off x="472802" y="1989101"/>
                  <a:ext cx="167760" cy="232200"/>
                </a:xfrm>
                <a:prstGeom prst="rect">
                  <a:avLst/>
                </a:prstGeom>
              </p:spPr>
            </p:pic>
          </mc:Fallback>
        </mc:AlternateContent>
        <mc:AlternateContent xmlns:mc="http://schemas.openxmlformats.org/markup-compatibility/2006" xmlns:p14="http://schemas.microsoft.com/office/powerpoint/2010/main">
          <mc:Choice Requires="p14">
            <p:contentPart p14:bwMode="auto" r:id="rId125">
              <p14:nvContentPartPr>
                <p14:cNvPr id="85" name="Ink 84">
                  <a:extLst>
                    <a:ext uri="{FF2B5EF4-FFF2-40B4-BE49-F238E27FC236}">
                      <a16:creationId xmlns:a16="http://schemas.microsoft.com/office/drawing/2014/main" id="{79E76E05-020C-ACB8-1B57-5D5FEE584112}"/>
                    </a:ext>
                  </a:extLst>
                </p14:cNvPr>
                <p14:cNvContentPartPr/>
                <p14:nvPr/>
              </p14:nvContentPartPr>
              <p14:xfrm>
                <a:off x="696002" y="2023661"/>
                <a:ext cx="105840" cy="200160"/>
              </p14:xfrm>
            </p:contentPart>
          </mc:Choice>
          <mc:Fallback xmlns="">
            <p:pic>
              <p:nvPicPr>
                <p:cNvPr id="85" name="Ink 84">
                  <a:extLst>
                    <a:ext uri="{FF2B5EF4-FFF2-40B4-BE49-F238E27FC236}">
                      <a16:creationId xmlns:a16="http://schemas.microsoft.com/office/drawing/2014/main" id="{79E76E05-020C-ACB8-1B57-5D5FEE584112}"/>
                    </a:ext>
                  </a:extLst>
                </p:cNvPr>
                <p:cNvPicPr/>
                <p:nvPr/>
              </p:nvPicPr>
              <p:blipFill>
                <a:blip r:embed="rId126"/>
                <a:stretch>
                  <a:fillRect/>
                </a:stretch>
              </p:blipFill>
              <p:spPr>
                <a:xfrm>
                  <a:off x="678002" y="2006021"/>
                  <a:ext cx="14148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127">
              <p14:nvContentPartPr>
                <p14:cNvPr id="86" name="Ink 85">
                  <a:extLst>
                    <a:ext uri="{FF2B5EF4-FFF2-40B4-BE49-F238E27FC236}">
                      <a16:creationId xmlns:a16="http://schemas.microsoft.com/office/drawing/2014/main" id="{B27045C4-1097-CDBE-393D-8172E0EA09FC}"/>
                    </a:ext>
                  </a:extLst>
                </p14:cNvPr>
                <p14:cNvContentPartPr/>
                <p14:nvPr/>
              </p14:nvContentPartPr>
              <p14:xfrm>
                <a:off x="862682" y="2032661"/>
                <a:ext cx="81000" cy="206640"/>
              </p14:xfrm>
            </p:contentPart>
          </mc:Choice>
          <mc:Fallback xmlns="">
            <p:pic>
              <p:nvPicPr>
                <p:cNvPr id="86" name="Ink 85">
                  <a:extLst>
                    <a:ext uri="{FF2B5EF4-FFF2-40B4-BE49-F238E27FC236}">
                      <a16:creationId xmlns:a16="http://schemas.microsoft.com/office/drawing/2014/main" id="{B27045C4-1097-CDBE-393D-8172E0EA09FC}"/>
                    </a:ext>
                  </a:extLst>
                </p:cNvPr>
                <p:cNvPicPr/>
                <p:nvPr/>
              </p:nvPicPr>
              <p:blipFill>
                <a:blip r:embed="rId128"/>
                <a:stretch>
                  <a:fillRect/>
                </a:stretch>
              </p:blipFill>
              <p:spPr>
                <a:xfrm>
                  <a:off x="844682" y="2015021"/>
                  <a:ext cx="116640" cy="242280"/>
                </a:xfrm>
                <a:prstGeom prst="rect">
                  <a:avLst/>
                </a:prstGeom>
              </p:spPr>
            </p:pic>
          </mc:Fallback>
        </mc:AlternateContent>
        <mc:AlternateContent xmlns:mc="http://schemas.openxmlformats.org/markup-compatibility/2006" xmlns:p14="http://schemas.microsoft.com/office/powerpoint/2010/main">
          <mc:Choice Requires="p14">
            <p:contentPart p14:bwMode="auto" r:id="rId129">
              <p14:nvContentPartPr>
                <p14:cNvPr id="87" name="Ink 86">
                  <a:extLst>
                    <a:ext uri="{FF2B5EF4-FFF2-40B4-BE49-F238E27FC236}">
                      <a16:creationId xmlns:a16="http://schemas.microsoft.com/office/drawing/2014/main" id="{65F3E9E5-0D82-6681-03DF-AB9D164E1971}"/>
                    </a:ext>
                  </a:extLst>
                </p14:cNvPr>
                <p14:cNvContentPartPr/>
                <p14:nvPr/>
              </p14:nvContentPartPr>
              <p14:xfrm>
                <a:off x="993722" y="2061101"/>
                <a:ext cx="108360" cy="159120"/>
              </p14:xfrm>
            </p:contentPart>
          </mc:Choice>
          <mc:Fallback xmlns="">
            <p:pic>
              <p:nvPicPr>
                <p:cNvPr id="87" name="Ink 86">
                  <a:extLst>
                    <a:ext uri="{FF2B5EF4-FFF2-40B4-BE49-F238E27FC236}">
                      <a16:creationId xmlns:a16="http://schemas.microsoft.com/office/drawing/2014/main" id="{65F3E9E5-0D82-6681-03DF-AB9D164E1971}"/>
                    </a:ext>
                  </a:extLst>
                </p:cNvPr>
                <p:cNvPicPr/>
                <p:nvPr/>
              </p:nvPicPr>
              <p:blipFill>
                <a:blip r:embed="rId130"/>
                <a:stretch>
                  <a:fillRect/>
                </a:stretch>
              </p:blipFill>
              <p:spPr>
                <a:xfrm>
                  <a:off x="975722" y="2043101"/>
                  <a:ext cx="144000" cy="194760"/>
                </a:xfrm>
                <a:prstGeom prst="rect">
                  <a:avLst/>
                </a:prstGeom>
              </p:spPr>
            </p:pic>
          </mc:Fallback>
        </mc:AlternateContent>
        <mc:AlternateContent xmlns:mc="http://schemas.openxmlformats.org/markup-compatibility/2006" xmlns:p14="http://schemas.microsoft.com/office/powerpoint/2010/main">
          <mc:Choice Requires="p14">
            <p:contentPart p14:bwMode="auto" r:id="rId131">
              <p14:nvContentPartPr>
                <p14:cNvPr id="88" name="Ink 87">
                  <a:extLst>
                    <a:ext uri="{FF2B5EF4-FFF2-40B4-BE49-F238E27FC236}">
                      <a16:creationId xmlns:a16="http://schemas.microsoft.com/office/drawing/2014/main" id="{ACF1A135-861A-F8E5-98AC-E48C1F38E815}"/>
                    </a:ext>
                  </a:extLst>
                </p14:cNvPr>
                <p14:cNvContentPartPr/>
                <p14:nvPr/>
              </p14:nvContentPartPr>
              <p14:xfrm>
                <a:off x="1135202" y="2076221"/>
                <a:ext cx="89280" cy="151920"/>
              </p14:xfrm>
            </p:contentPart>
          </mc:Choice>
          <mc:Fallback xmlns="">
            <p:pic>
              <p:nvPicPr>
                <p:cNvPr id="88" name="Ink 87">
                  <a:extLst>
                    <a:ext uri="{FF2B5EF4-FFF2-40B4-BE49-F238E27FC236}">
                      <a16:creationId xmlns:a16="http://schemas.microsoft.com/office/drawing/2014/main" id="{ACF1A135-861A-F8E5-98AC-E48C1F38E815}"/>
                    </a:ext>
                  </a:extLst>
                </p:cNvPr>
                <p:cNvPicPr/>
                <p:nvPr/>
              </p:nvPicPr>
              <p:blipFill>
                <a:blip r:embed="rId132"/>
                <a:stretch>
                  <a:fillRect/>
                </a:stretch>
              </p:blipFill>
              <p:spPr>
                <a:xfrm>
                  <a:off x="1117202" y="2058581"/>
                  <a:ext cx="124920" cy="187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133">
            <p14:nvContentPartPr>
              <p14:cNvPr id="90" name="Ink 89">
                <a:extLst>
                  <a:ext uri="{FF2B5EF4-FFF2-40B4-BE49-F238E27FC236}">
                    <a16:creationId xmlns:a16="http://schemas.microsoft.com/office/drawing/2014/main" id="{1D177DAC-D232-FD78-0DFE-797CFE7A0AAD}"/>
                  </a:ext>
                </a:extLst>
              </p14:cNvPr>
              <p14:cNvContentPartPr/>
              <p14:nvPr/>
            </p14:nvContentPartPr>
            <p14:xfrm>
              <a:off x="7044965" y="4970974"/>
              <a:ext cx="1578240" cy="116280"/>
            </p14:xfrm>
          </p:contentPart>
        </mc:Choice>
        <mc:Fallback xmlns="">
          <p:pic>
            <p:nvPicPr>
              <p:cNvPr id="90" name="Ink 89">
                <a:extLst>
                  <a:ext uri="{FF2B5EF4-FFF2-40B4-BE49-F238E27FC236}">
                    <a16:creationId xmlns:a16="http://schemas.microsoft.com/office/drawing/2014/main" id="{1D177DAC-D232-FD78-0DFE-797CFE7A0AAD}"/>
                  </a:ext>
                </a:extLst>
              </p:cNvPr>
              <p:cNvPicPr/>
              <p:nvPr/>
            </p:nvPicPr>
            <p:blipFill>
              <a:blip r:embed="rId134"/>
              <a:stretch>
                <a:fillRect/>
              </a:stretch>
            </p:blipFill>
            <p:spPr>
              <a:xfrm>
                <a:off x="7026965" y="4952974"/>
                <a:ext cx="1613880" cy="151920"/>
              </a:xfrm>
              <a:prstGeom prst="rect">
                <a:avLst/>
              </a:prstGeom>
            </p:spPr>
          </p:pic>
        </mc:Fallback>
      </mc:AlternateContent>
      <mc:AlternateContent xmlns:mc="http://schemas.openxmlformats.org/markup-compatibility/2006" xmlns:p14="http://schemas.microsoft.com/office/powerpoint/2010/main">
        <mc:Choice Requires="p14">
          <p:contentPart p14:bwMode="auto" r:id="rId135">
            <p14:nvContentPartPr>
              <p14:cNvPr id="91" name="Ink 90">
                <a:extLst>
                  <a:ext uri="{FF2B5EF4-FFF2-40B4-BE49-F238E27FC236}">
                    <a16:creationId xmlns:a16="http://schemas.microsoft.com/office/drawing/2014/main" id="{7FFE6EE5-9EE7-27F3-C78F-5ED2AFD6CA69}"/>
                  </a:ext>
                </a:extLst>
              </p14:cNvPr>
              <p14:cNvContentPartPr/>
              <p14:nvPr/>
            </p14:nvContentPartPr>
            <p14:xfrm>
              <a:off x="8262485" y="3829054"/>
              <a:ext cx="339840" cy="16200"/>
            </p14:xfrm>
          </p:contentPart>
        </mc:Choice>
        <mc:Fallback xmlns="">
          <p:pic>
            <p:nvPicPr>
              <p:cNvPr id="91" name="Ink 90">
                <a:extLst>
                  <a:ext uri="{FF2B5EF4-FFF2-40B4-BE49-F238E27FC236}">
                    <a16:creationId xmlns:a16="http://schemas.microsoft.com/office/drawing/2014/main" id="{7FFE6EE5-9EE7-27F3-C78F-5ED2AFD6CA69}"/>
                  </a:ext>
                </a:extLst>
              </p:cNvPr>
              <p:cNvPicPr/>
              <p:nvPr/>
            </p:nvPicPr>
            <p:blipFill>
              <a:blip r:embed="rId136"/>
              <a:stretch>
                <a:fillRect/>
              </a:stretch>
            </p:blipFill>
            <p:spPr>
              <a:xfrm>
                <a:off x="8244485" y="3811414"/>
                <a:ext cx="375480" cy="51840"/>
              </a:xfrm>
              <a:prstGeom prst="rect">
                <a:avLst/>
              </a:prstGeom>
            </p:spPr>
          </p:pic>
        </mc:Fallback>
      </mc:AlternateContent>
      <mc:AlternateContent xmlns:mc="http://schemas.openxmlformats.org/markup-compatibility/2006" xmlns:p14="http://schemas.microsoft.com/office/powerpoint/2010/main">
        <mc:Choice Requires="p14">
          <p:contentPart p14:bwMode="auto" r:id="rId137">
            <p14:nvContentPartPr>
              <p14:cNvPr id="92" name="Ink 91">
                <a:extLst>
                  <a:ext uri="{FF2B5EF4-FFF2-40B4-BE49-F238E27FC236}">
                    <a16:creationId xmlns:a16="http://schemas.microsoft.com/office/drawing/2014/main" id="{2A3B521D-8096-1573-E4EE-45F1513CB73C}"/>
                  </a:ext>
                </a:extLst>
              </p14:cNvPr>
              <p14:cNvContentPartPr/>
              <p14:nvPr/>
            </p14:nvContentPartPr>
            <p14:xfrm>
              <a:off x="7467245" y="5307574"/>
              <a:ext cx="1125000" cy="624600"/>
            </p14:xfrm>
          </p:contentPart>
        </mc:Choice>
        <mc:Fallback xmlns="">
          <p:pic>
            <p:nvPicPr>
              <p:cNvPr id="92" name="Ink 91">
                <a:extLst>
                  <a:ext uri="{FF2B5EF4-FFF2-40B4-BE49-F238E27FC236}">
                    <a16:creationId xmlns:a16="http://schemas.microsoft.com/office/drawing/2014/main" id="{2A3B521D-8096-1573-E4EE-45F1513CB73C}"/>
                  </a:ext>
                </a:extLst>
              </p:cNvPr>
              <p:cNvPicPr/>
              <p:nvPr/>
            </p:nvPicPr>
            <p:blipFill>
              <a:blip r:embed="rId138"/>
              <a:stretch>
                <a:fillRect/>
              </a:stretch>
            </p:blipFill>
            <p:spPr>
              <a:xfrm>
                <a:off x="7449605" y="5289934"/>
                <a:ext cx="1160640" cy="660240"/>
              </a:xfrm>
              <a:prstGeom prst="rect">
                <a:avLst/>
              </a:prstGeom>
            </p:spPr>
          </p:pic>
        </mc:Fallback>
      </mc:AlternateContent>
      <mc:AlternateContent xmlns:mc="http://schemas.openxmlformats.org/markup-compatibility/2006" xmlns:p14="http://schemas.microsoft.com/office/powerpoint/2010/main">
        <mc:Choice Requires="p14">
          <p:contentPart p14:bwMode="auto" r:id="rId139">
            <p14:nvContentPartPr>
              <p14:cNvPr id="94" name="Ink 93">
                <a:extLst>
                  <a:ext uri="{FF2B5EF4-FFF2-40B4-BE49-F238E27FC236}">
                    <a16:creationId xmlns:a16="http://schemas.microsoft.com/office/drawing/2014/main" id="{46E45313-A7CF-9CE2-16B8-1CD0F7F6EB78}"/>
                  </a:ext>
                </a:extLst>
              </p14:cNvPr>
              <p14:cNvContentPartPr/>
              <p14:nvPr/>
            </p14:nvContentPartPr>
            <p14:xfrm>
              <a:off x="5631805" y="1520737"/>
              <a:ext cx="425520" cy="1607760"/>
            </p14:xfrm>
          </p:contentPart>
        </mc:Choice>
        <mc:Fallback xmlns="">
          <p:pic>
            <p:nvPicPr>
              <p:cNvPr id="94" name="Ink 93">
                <a:extLst>
                  <a:ext uri="{FF2B5EF4-FFF2-40B4-BE49-F238E27FC236}">
                    <a16:creationId xmlns:a16="http://schemas.microsoft.com/office/drawing/2014/main" id="{46E45313-A7CF-9CE2-16B8-1CD0F7F6EB78}"/>
                  </a:ext>
                </a:extLst>
              </p:cNvPr>
              <p:cNvPicPr/>
              <p:nvPr/>
            </p:nvPicPr>
            <p:blipFill>
              <a:blip r:embed="rId140"/>
              <a:stretch>
                <a:fillRect/>
              </a:stretch>
            </p:blipFill>
            <p:spPr>
              <a:xfrm>
                <a:off x="5613805" y="1503097"/>
                <a:ext cx="461160" cy="1643400"/>
              </a:xfrm>
              <a:prstGeom prst="rect">
                <a:avLst/>
              </a:prstGeom>
            </p:spPr>
          </p:pic>
        </mc:Fallback>
      </mc:AlternateContent>
      <p:grpSp>
        <p:nvGrpSpPr>
          <p:cNvPr id="97" name="Group 96">
            <a:extLst>
              <a:ext uri="{FF2B5EF4-FFF2-40B4-BE49-F238E27FC236}">
                <a16:creationId xmlns:a16="http://schemas.microsoft.com/office/drawing/2014/main" id="{1DC67C04-D77B-F84E-E356-1B1C313A45C4}"/>
              </a:ext>
            </a:extLst>
          </p:cNvPr>
          <p:cNvGrpSpPr/>
          <p:nvPr/>
        </p:nvGrpSpPr>
        <p:grpSpPr>
          <a:xfrm>
            <a:off x="6496525" y="4455097"/>
            <a:ext cx="2055240" cy="1872360"/>
            <a:chOff x="6496525" y="4455097"/>
            <a:chExt cx="2055240" cy="1872360"/>
          </a:xfrm>
        </p:grpSpPr>
        <mc:AlternateContent xmlns:mc="http://schemas.openxmlformats.org/markup-compatibility/2006" xmlns:p14="http://schemas.microsoft.com/office/powerpoint/2010/main">
          <mc:Choice Requires="p14">
            <p:contentPart p14:bwMode="auto" r:id="rId141">
              <p14:nvContentPartPr>
                <p14:cNvPr id="95" name="Ink 94">
                  <a:extLst>
                    <a:ext uri="{FF2B5EF4-FFF2-40B4-BE49-F238E27FC236}">
                      <a16:creationId xmlns:a16="http://schemas.microsoft.com/office/drawing/2014/main" id="{4A43A9B4-1FA5-5030-5F33-EB31220D6420}"/>
                    </a:ext>
                  </a:extLst>
                </p14:cNvPr>
                <p14:cNvContentPartPr/>
                <p14:nvPr/>
              </p14:nvContentPartPr>
              <p14:xfrm>
                <a:off x="6496525" y="4469857"/>
                <a:ext cx="1974600" cy="1857600"/>
              </p14:xfrm>
            </p:contentPart>
          </mc:Choice>
          <mc:Fallback xmlns="">
            <p:pic>
              <p:nvPicPr>
                <p:cNvPr id="95" name="Ink 94">
                  <a:extLst>
                    <a:ext uri="{FF2B5EF4-FFF2-40B4-BE49-F238E27FC236}">
                      <a16:creationId xmlns:a16="http://schemas.microsoft.com/office/drawing/2014/main" id="{4A43A9B4-1FA5-5030-5F33-EB31220D6420}"/>
                    </a:ext>
                  </a:extLst>
                </p:cNvPr>
                <p:cNvPicPr/>
                <p:nvPr/>
              </p:nvPicPr>
              <p:blipFill>
                <a:blip r:embed="rId142"/>
                <a:stretch>
                  <a:fillRect/>
                </a:stretch>
              </p:blipFill>
              <p:spPr>
                <a:xfrm>
                  <a:off x="6478885" y="4452217"/>
                  <a:ext cx="2010240" cy="1893240"/>
                </a:xfrm>
                <a:prstGeom prst="rect">
                  <a:avLst/>
                </a:prstGeom>
              </p:spPr>
            </p:pic>
          </mc:Fallback>
        </mc:AlternateContent>
        <mc:AlternateContent xmlns:mc="http://schemas.openxmlformats.org/markup-compatibility/2006" xmlns:p14="http://schemas.microsoft.com/office/powerpoint/2010/main">
          <mc:Choice Requires="p14">
            <p:contentPart p14:bwMode="auto" r:id="rId143">
              <p14:nvContentPartPr>
                <p14:cNvPr id="96" name="Ink 95">
                  <a:extLst>
                    <a:ext uri="{FF2B5EF4-FFF2-40B4-BE49-F238E27FC236}">
                      <a16:creationId xmlns:a16="http://schemas.microsoft.com/office/drawing/2014/main" id="{6B06E419-FFFC-1CB7-3085-53C447344EE8}"/>
                    </a:ext>
                  </a:extLst>
                </p14:cNvPr>
                <p14:cNvContentPartPr/>
                <p14:nvPr/>
              </p14:nvContentPartPr>
              <p14:xfrm>
                <a:off x="8407045" y="4455097"/>
                <a:ext cx="144720" cy="14760"/>
              </p14:xfrm>
            </p:contentPart>
          </mc:Choice>
          <mc:Fallback xmlns="">
            <p:pic>
              <p:nvPicPr>
                <p:cNvPr id="96" name="Ink 95">
                  <a:extLst>
                    <a:ext uri="{FF2B5EF4-FFF2-40B4-BE49-F238E27FC236}">
                      <a16:creationId xmlns:a16="http://schemas.microsoft.com/office/drawing/2014/main" id="{6B06E419-FFFC-1CB7-3085-53C447344EE8}"/>
                    </a:ext>
                  </a:extLst>
                </p:cNvPr>
                <p:cNvPicPr/>
                <p:nvPr/>
              </p:nvPicPr>
              <p:blipFill>
                <a:blip r:embed="rId144"/>
                <a:stretch>
                  <a:fillRect/>
                </a:stretch>
              </p:blipFill>
              <p:spPr>
                <a:xfrm>
                  <a:off x="8389405" y="4437457"/>
                  <a:ext cx="180360" cy="50400"/>
                </a:xfrm>
                <a:prstGeom prst="rect">
                  <a:avLst/>
                </a:prstGeom>
              </p:spPr>
            </p:pic>
          </mc:Fallback>
        </mc:AlternateContent>
      </p:grpSp>
      <p:grpSp>
        <p:nvGrpSpPr>
          <p:cNvPr id="105" name="Group 104">
            <a:extLst>
              <a:ext uri="{FF2B5EF4-FFF2-40B4-BE49-F238E27FC236}">
                <a16:creationId xmlns:a16="http://schemas.microsoft.com/office/drawing/2014/main" id="{3520FA0C-FDD8-333E-D3AF-C61BF3C4E545}"/>
              </a:ext>
            </a:extLst>
          </p:cNvPr>
          <p:cNvGrpSpPr/>
          <p:nvPr/>
        </p:nvGrpSpPr>
        <p:grpSpPr>
          <a:xfrm>
            <a:off x="8735725" y="4167457"/>
            <a:ext cx="768240" cy="415440"/>
            <a:chOff x="8735725" y="4167457"/>
            <a:chExt cx="768240" cy="415440"/>
          </a:xfrm>
        </p:grpSpPr>
        <mc:AlternateContent xmlns:mc="http://schemas.openxmlformats.org/markup-compatibility/2006" xmlns:p14="http://schemas.microsoft.com/office/powerpoint/2010/main">
          <mc:Choice Requires="p14">
            <p:contentPart p14:bwMode="auto" r:id="rId145">
              <p14:nvContentPartPr>
                <p14:cNvPr id="98" name="Ink 97">
                  <a:extLst>
                    <a:ext uri="{FF2B5EF4-FFF2-40B4-BE49-F238E27FC236}">
                      <a16:creationId xmlns:a16="http://schemas.microsoft.com/office/drawing/2014/main" id="{6B8E66CB-9980-BEC6-353D-135340F0B75C}"/>
                    </a:ext>
                  </a:extLst>
                </p14:cNvPr>
                <p14:cNvContentPartPr/>
                <p14:nvPr/>
              </p14:nvContentPartPr>
              <p14:xfrm>
                <a:off x="9171325" y="4348537"/>
                <a:ext cx="208080" cy="158760"/>
              </p14:xfrm>
            </p:contentPart>
          </mc:Choice>
          <mc:Fallback xmlns="">
            <p:pic>
              <p:nvPicPr>
                <p:cNvPr id="98" name="Ink 97">
                  <a:extLst>
                    <a:ext uri="{FF2B5EF4-FFF2-40B4-BE49-F238E27FC236}">
                      <a16:creationId xmlns:a16="http://schemas.microsoft.com/office/drawing/2014/main" id="{6B8E66CB-9980-BEC6-353D-135340F0B75C}"/>
                    </a:ext>
                  </a:extLst>
                </p:cNvPr>
                <p:cNvPicPr/>
                <p:nvPr/>
              </p:nvPicPr>
              <p:blipFill>
                <a:blip r:embed="rId146"/>
                <a:stretch>
                  <a:fillRect/>
                </a:stretch>
              </p:blipFill>
              <p:spPr>
                <a:xfrm>
                  <a:off x="9153685" y="4330897"/>
                  <a:ext cx="24372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147">
              <p14:nvContentPartPr>
                <p14:cNvPr id="99" name="Ink 98">
                  <a:extLst>
                    <a:ext uri="{FF2B5EF4-FFF2-40B4-BE49-F238E27FC236}">
                      <a16:creationId xmlns:a16="http://schemas.microsoft.com/office/drawing/2014/main" id="{8ABE5F23-FF6C-11EB-562A-99919D430E3C}"/>
                    </a:ext>
                  </a:extLst>
                </p14:cNvPr>
                <p14:cNvContentPartPr/>
                <p14:nvPr/>
              </p14:nvContentPartPr>
              <p14:xfrm>
                <a:off x="9176005" y="4568137"/>
                <a:ext cx="69480" cy="14760"/>
              </p14:xfrm>
            </p:contentPart>
          </mc:Choice>
          <mc:Fallback xmlns="">
            <p:pic>
              <p:nvPicPr>
                <p:cNvPr id="99" name="Ink 98">
                  <a:extLst>
                    <a:ext uri="{FF2B5EF4-FFF2-40B4-BE49-F238E27FC236}">
                      <a16:creationId xmlns:a16="http://schemas.microsoft.com/office/drawing/2014/main" id="{8ABE5F23-FF6C-11EB-562A-99919D430E3C}"/>
                    </a:ext>
                  </a:extLst>
                </p:cNvPr>
                <p:cNvPicPr/>
                <p:nvPr/>
              </p:nvPicPr>
              <p:blipFill>
                <a:blip r:embed="rId148"/>
                <a:stretch>
                  <a:fillRect/>
                </a:stretch>
              </p:blipFill>
              <p:spPr>
                <a:xfrm>
                  <a:off x="9158365" y="4550137"/>
                  <a:ext cx="105120" cy="50400"/>
                </a:xfrm>
                <a:prstGeom prst="rect">
                  <a:avLst/>
                </a:prstGeom>
              </p:spPr>
            </p:pic>
          </mc:Fallback>
        </mc:AlternateContent>
        <mc:AlternateContent xmlns:mc="http://schemas.openxmlformats.org/markup-compatibility/2006" xmlns:p14="http://schemas.microsoft.com/office/powerpoint/2010/main">
          <mc:Choice Requires="p14">
            <p:contentPart p14:bwMode="auto" r:id="rId149">
              <p14:nvContentPartPr>
                <p14:cNvPr id="100" name="Ink 99">
                  <a:extLst>
                    <a:ext uri="{FF2B5EF4-FFF2-40B4-BE49-F238E27FC236}">
                      <a16:creationId xmlns:a16="http://schemas.microsoft.com/office/drawing/2014/main" id="{C4A96534-C39F-E14D-B246-0108902F70D2}"/>
                    </a:ext>
                  </a:extLst>
                </p14:cNvPr>
                <p14:cNvContentPartPr/>
                <p14:nvPr/>
              </p14:nvContentPartPr>
              <p14:xfrm>
                <a:off x="9357805" y="4167457"/>
                <a:ext cx="146160" cy="137160"/>
              </p14:xfrm>
            </p:contentPart>
          </mc:Choice>
          <mc:Fallback xmlns="">
            <p:pic>
              <p:nvPicPr>
                <p:cNvPr id="100" name="Ink 99">
                  <a:extLst>
                    <a:ext uri="{FF2B5EF4-FFF2-40B4-BE49-F238E27FC236}">
                      <a16:creationId xmlns:a16="http://schemas.microsoft.com/office/drawing/2014/main" id="{C4A96534-C39F-E14D-B246-0108902F70D2}"/>
                    </a:ext>
                  </a:extLst>
                </p:cNvPr>
                <p:cNvPicPr/>
                <p:nvPr/>
              </p:nvPicPr>
              <p:blipFill>
                <a:blip r:embed="rId150"/>
                <a:stretch>
                  <a:fillRect/>
                </a:stretch>
              </p:blipFill>
              <p:spPr>
                <a:xfrm>
                  <a:off x="9340165" y="4149457"/>
                  <a:ext cx="181800" cy="172800"/>
                </a:xfrm>
                <a:prstGeom prst="rect">
                  <a:avLst/>
                </a:prstGeom>
              </p:spPr>
            </p:pic>
          </mc:Fallback>
        </mc:AlternateContent>
        <mc:AlternateContent xmlns:mc="http://schemas.openxmlformats.org/markup-compatibility/2006" xmlns:p14="http://schemas.microsoft.com/office/powerpoint/2010/main">
          <mc:Choice Requires="p14">
            <p:contentPart p14:bwMode="auto" r:id="rId151">
              <p14:nvContentPartPr>
                <p14:cNvPr id="101" name="Ink 100">
                  <a:extLst>
                    <a:ext uri="{FF2B5EF4-FFF2-40B4-BE49-F238E27FC236}">
                      <a16:creationId xmlns:a16="http://schemas.microsoft.com/office/drawing/2014/main" id="{2A16FE26-B73C-EF2E-F2F2-979C596E978C}"/>
                    </a:ext>
                  </a:extLst>
                </p14:cNvPr>
                <p14:cNvContentPartPr/>
                <p14:nvPr/>
              </p14:nvContentPartPr>
              <p14:xfrm>
                <a:off x="8944165" y="4359337"/>
                <a:ext cx="197280" cy="160560"/>
              </p14:xfrm>
            </p:contentPart>
          </mc:Choice>
          <mc:Fallback xmlns="">
            <p:pic>
              <p:nvPicPr>
                <p:cNvPr id="101" name="Ink 100">
                  <a:extLst>
                    <a:ext uri="{FF2B5EF4-FFF2-40B4-BE49-F238E27FC236}">
                      <a16:creationId xmlns:a16="http://schemas.microsoft.com/office/drawing/2014/main" id="{2A16FE26-B73C-EF2E-F2F2-979C596E978C}"/>
                    </a:ext>
                  </a:extLst>
                </p:cNvPr>
                <p:cNvPicPr/>
                <p:nvPr/>
              </p:nvPicPr>
              <p:blipFill>
                <a:blip r:embed="rId152"/>
                <a:stretch>
                  <a:fillRect/>
                </a:stretch>
              </p:blipFill>
              <p:spPr>
                <a:xfrm>
                  <a:off x="8926165" y="4341697"/>
                  <a:ext cx="23292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153">
              <p14:nvContentPartPr>
                <p14:cNvPr id="102" name="Ink 101">
                  <a:extLst>
                    <a:ext uri="{FF2B5EF4-FFF2-40B4-BE49-F238E27FC236}">
                      <a16:creationId xmlns:a16="http://schemas.microsoft.com/office/drawing/2014/main" id="{2D7B4743-8AA9-648A-AB5E-E21D2BAFE59E}"/>
                    </a:ext>
                  </a:extLst>
                </p14:cNvPr>
                <p14:cNvContentPartPr/>
                <p14:nvPr/>
              </p14:nvContentPartPr>
              <p14:xfrm>
                <a:off x="9006445" y="4314337"/>
                <a:ext cx="38160" cy="52920"/>
              </p14:xfrm>
            </p:contentPart>
          </mc:Choice>
          <mc:Fallback xmlns="">
            <p:pic>
              <p:nvPicPr>
                <p:cNvPr id="102" name="Ink 101">
                  <a:extLst>
                    <a:ext uri="{FF2B5EF4-FFF2-40B4-BE49-F238E27FC236}">
                      <a16:creationId xmlns:a16="http://schemas.microsoft.com/office/drawing/2014/main" id="{2D7B4743-8AA9-648A-AB5E-E21D2BAFE59E}"/>
                    </a:ext>
                  </a:extLst>
                </p:cNvPr>
                <p:cNvPicPr/>
                <p:nvPr/>
              </p:nvPicPr>
              <p:blipFill>
                <a:blip r:embed="rId154"/>
                <a:stretch>
                  <a:fillRect/>
                </a:stretch>
              </p:blipFill>
              <p:spPr>
                <a:xfrm>
                  <a:off x="8988805" y="4296697"/>
                  <a:ext cx="73800" cy="88560"/>
                </a:xfrm>
                <a:prstGeom prst="rect">
                  <a:avLst/>
                </a:prstGeom>
              </p:spPr>
            </p:pic>
          </mc:Fallback>
        </mc:AlternateContent>
        <mc:AlternateContent xmlns:mc="http://schemas.openxmlformats.org/markup-compatibility/2006" xmlns:p14="http://schemas.microsoft.com/office/powerpoint/2010/main">
          <mc:Choice Requires="p14">
            <p:contentPart p14:bwMode="auto" r:id="rId155">
              <p14:nvContentPartPr>
                <p14:cNvPr id="103" name="Ink 102">
                  <a:extLst>
                    <a:ext uri="{FF2B5EF4-FFF2-40B4-BE49-F238E27FC236}">
                      <a16:creationId xmlns:a16="http://schemas.microsoft.com/office/drawing/2014/main" id="{CCFE36B3-DCD1-4BBE-8230-B9DD1BD52F75}"/>
                    </a:ext>
                  </a:extLst>
                </p14:cNvPr>
                <p14:cNvContentPartPr/>
                <p14:nvPr/>
              </p14:nvContentPartPr>
              <p14:xfrm>
                <a:off x="8735725" y="4400017"/>
                <a:ext cx="176400" cy="47880"/>
              </p14:xfrm>
            </p:contentPart>
          </mc:Choice>
          <mc:Fallback xmlns="">
            <p:pic>
              <p:nvPicPr>
                <p:cNvPr id="103" name="Ink 102">
                  <a:extLst>
                    <a:ext uri="{FF2B5EF4-FFF2-40B4-BE49-F238E27FC236}">
                      <a16:creationId xmlns:a16="http://schemas.microsoft.com/office/drawing/2014/main" id="{CCFE36B3-DCD1-4BBE-8230-B9DD1BD52F75}"/>
                    </a:ext>
                  </a:extLst>
                </p:cNvPr>
                <p:cNvPicPr/>
                <p:nvPr/>
              </p:nvPicPr>
              <p:blipFill>
                <a:blip r:embed="rId156"/>
                <a:stretch>
                  <a:fillRect/>
                </a:stretch>
              </p:blipFill>
              <p:spPr>
                <a:xfrm>
                  <a:off x="8717725" y="4382017"/>
                  <a:ext cx="21204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157">
              <p14:nvContentPartPr>
                <p14:cNvPr id="104" name="Ink 103">
                  <a:extLst>
                    <a:ext uri="{FF2B5EF4-FFF2-40B4-BE49-F238E27FC236}">
                      <a16:creationId xmlns:a16="http://schemas.microsoft.com/office/drawing/2014/main" id="{34661093-ABD5-C037-D66F-E97514D267AD}"/>
                    </a:ext>
                  </a:extLst>
                </p14:cNvPr>
                <p14:cNvContentPartPr/>
                <p14:nvPr/>
              </p14:nvContentPartPr>
              <p14:xfrm>
                <a:off x="8805925" y="4345297"/>
                <a:ext cx="83520" cy="9720"/>
              </p14:xfrm>
            </p:contentPart>
          </mc:Choice>
          <mc:Fallback xmlns="">
            <p:pic>
              <p:nvPicPr>
                <p:cNvPr id="104" name="Ink 103">
                  <a:extLst>
                    <a:ext uri="{FF2B5EF4-FFF2-40B4-BE49-F238E27FC236}">
                      <a16:creationId xmlns:a16="http://schemas.microsoft.com/office/drawing/2014/main" id="{34661093-ABD5-C037-D66F-E97514D267AD}"/>
                    </a:ext>
                  </a:extLst>
                </p:cNvPr>
                <p:cNvPicPr/>
                <p:nvPr/>
              </p:nvPicPr>
              <p:blipFill>
                <a:blip r:embed="rId158"/>
                <a:stretch>
                  <a:fillRect/>
                </a:stretch>
              </p:blipFill>
              <p:spPr>
                <a:xfrm>
                  <a:off x="8788285" y="4327657"/>
                  <a:ext cx="119160" cy="45360"/>
                </a:xfrm>
                <a:prstGeom prst="rect">
                  <a:avLst/>
                </a:prstGeom>
              </p:spPr>
            </p:pic>
          </mc:Fallback>
        </mc:AlternateContent>
      </p:grpSp>
      <p:grpSp>
        <p:nvGrpSpPr>
          <p:cNvPr id="123" name="Group 122">
            <a:extLst>
              <a:ext uri="{FF2B5EF4-FFF2-40B4-BE49-F238E27FC236}">
                <a16:creationId xmlns:a16="http://schemas.microsoft.com/office/drawing/2014/main" id="{5B53F5D0-147A-D985-7091-26974187367F}"/>
              </a:ext>
            </a:extLst>
          </p:cNvPr>
          <p:cNvGrpSpPr/>
          <p:nvPr/>
        </p:nvGrpSpPr>
        <p:grpSpPr>
          <a:xfrm>
            <a:off x="8832748" y="4757101"/>
            <a:ext cx="1752840" cy="248040"/>
            <a:chOff x="8832748" y="4757101"/>
            <a:chExt cx="1752840" cy="248040"/>
          </a:xfrm>
        </p:grpSpPr>
        <mc:AlternateContent xmlns:mc="http://schemas.openxmlformats.org/markup-compatibility/2006" xmlns:p14="http://schemas.microsoft.com/office/powerpoint/2010/main">
          <mc:Choice Requires="p14">
            <p:contentPart p14:bwMode="auto" r:id="rId159">
              <p14:nvContentPartPr>
                <p14:cNvPr id="111" name="Ink 110">
                  <a:extLst>
                    <a:ext uri="{FF2B5EF4-FFF2-40B4-BE49-F238E27FC236}">
                      <a16:creationId xmlns:a16="http://schemas.microsoft.com/office/drawing/2014/main" id="{771451FB-82FC-9F79-635B-4DC960C55121}"/>
                    </a:ext>
                  </a:extLst>
                </p14:cNvPr>
                <p14:cNvContentPartPr/>
                <p14:nvPr/>
              </p14:nvContentPartPr>
              <p14:xfrm>
                <a:off x="8832748" y="4855741"/>
                <a:ext cx="144000" cy="147240"/>
              </p14:xfrm>
            </p:contentPart>
          </mc:Choice>
          <mc:Fallback xmlns="">
            <p:pic>
              <p:nvPicPr>
                <p:cNvPr id="111" name="Ink 110">
                  <a:extLst>
                    <a:ext uri="{FF2B5EF4-FFF2-40B4-BE49-F238E27FC236}">
                      <a16:creationId xmlns:a16="http://schemas.microsoft.com/office/drawing/2014/main" id="{771451FB-82FC-9F79-635B-4DC960C55121}"/>
                    </a:ext>
                  </a:extLst>
                </p:cNvPr>
                <p:cNvPicPr/>
                <p:nvPr/>
              </p:nvPicPr>
              <p:blipFill>
                <a:blip r:embed="rId160"/>
                <a:stretch>
                  <a:fillRect/>
                </a:stretch>
              </p:blipFill>
              <p:spPr>
                <a:xfrm>
                  <a:off x="8814748" y="4837741"/>
                  <a:ext cx="179640" cy="182880"/>
                </a:xfrm>
                <a:prstGeom prst="rect">
                  <a:avLst/>
                </a:prstGeom>
              </p:spPr>
            </p:pic>
          </mc:Fallback>
        </mc:AlternateContent>
        <mc:AlternateContent xmlns:mc="http://schemas.openxmlformats.org/markup-compatibility/2006" xmlns:p14="http://schemas.microsoft.com/office/powerpoint/2010/main">
          <mc:Choice Requires="p14">
            <p:contentPart p14:bwMode="auto" r:id="rId161">
              <p14:nvContentPartPr>
                <p14:cNvPr id="112" name="Ink 111">
                  <a:extLst>
                    <a:ext uri="{FF2B5EF4-FFF2-40B4-BE49-F238E27FC236}">
                      <a16:creationId xmlns:a16="http://schemas.microsoft.com/office/drawing/2014/main" id="{12B252E1-1CA4-DF09-A0F8-AFE402F5234D}"/>
                    </a:ext>
                  </a:extLst>
                </p14:cNvPr>
                <p14:cNvContentPartPr/>
                <p14:nvPr/>
              </p14:nvContentPartPr>
              <p14:xfrm>
                <a:off x="9088708" y="4850701"/>
                <a:ext cx="47520" cy="154440"/>
              </p14:xfrm>
            </p:contentPart>
          </mc:Choice>
          <mc:Fallback xmlns="">
            <p:pic>
              <p:nvPicPr>
                <p:cNvPr id="112" name="Ink 111">
                  <a:extLst>
                    <a:ext uri="{FF2B5EF4-FFF2-40B4-BE49-F238E27FC236}">
                      <a16:creationId xmlns:a16="http://schemas.microsoft.com/office/drawing/2014/main" id="{12B252E1-1CA4-DF09-A0F8-AFE402F5234D}"/>
                    </a:ext>
                  </a:extLst>
                </p:cNvPr>
                <p:cNvPicPr/>
                <p:nvPr/>
              </p:nvPicPr>
              <p:blipFill>
                <a:blip r:embed="rId162"/>
                <a:stretch>
                  <a:fillRect/>
                </a:stretch>
              </p:blipFill>
              <p:spPr>
                <a:xfrm>
                  <a:off x="9070708" y="4833061"/>
                  <a:ext cx="83160" cy="190080"/>
                </a:xfrm>
                <a:prstGeom prst="rect">
                  <a:avLst/>
                </a:prstGeom>
              </p:spPr>
            </p:pic>
          </mc:Fallback>
        </mc:AlternateContent>
        <mc:AlternateContent xmlns:mc="http://schemas.openxmlformats.org/markup-compatibility/2006" xmlns:p14="http://schemas.microsoft.com/office/powerpoint/2010/main">
          <mc:Choice Requires="p14">
            <p:contentPart p14:bwMode="auto" r:id="rId163">
              <p14:nvContentPartPr>
                <p14:cNvPr id="113" name="Ink 112">
                  <a:extLst>
                    <a:ext uri="{FF2B5EF4-FFF2-40B4-BE49-F238E27FC236}">
                      <a16:creationId xmlns:a16="http://schemas.microsoft.com/office/drawing/2014/main" id="{44DB1FA7-4C35-996D-1854-F1068924FEF9}"/>
                    </a:ext>
                  </a:extLst>
                </p14:cNvPr>
                <p14:cNvContentPartPr/>
                <p14:nvPr/>
              </p14:nvContentPartPr>
              <p14:xfrm>
                <a:off x="9027508" y="4840981"/>
                <a:ext cx="135360" cy="10800"/>
              </p14:xfrm>
            </p:contentPart>
          </mc:Choice>
          <mc:Fallback xmlns="">
            <p:pic>
              <p:nvPicPr>
                <p:cNvPr id="113" name="Ink 112">
                  <a:extLst>
                    <a:ext uri="{FF2B5EF4-FFF2-40B4-BE49-F238E27FC236}">
                      <a16:creationId xmlns:a16="http://schemas.microsoft.com/office/drawing/2014/main" id="{44DB1FA7-4C35-996D-1854-F1068924FEF9}"/>
                    </a:ext>
                  </a:extLst>
                </p:cNvPr>
                <p:cNvPicPr/>
                <p:nvPr/>
              </p:nvPicPr>
              <p:blipFill>
                <a:blip r:embed="rId164"/>
                <a:stretch>
                  <a:fillRect/>
                </a:stretch>
              </p:blipFill>
              <p:spPr>
                <a:xfrm>
                  <a:off x="9009868" y="4823341"/>
                  <a:ext cx="171000" cy="46440"/>
                </a:xfrm>
                <a:prstGeom prst="rect">
                  <a:avLst/>
                </a:prstGeom>
              </p:spPr>
            </p:pic>
          </mc:Fallback>
        </mc:AlternateContent>
        <mc:AlternateContent xmlns:mc="http://schemas.openxmlformats.org/markup-compatibility/2006" xmlns:p14="http://schemas.microsoft.com/office/powerpoint/2010/main">
          <mc:Choice Requires="p14">
            <p:contentPart p14:bwMode="auto" r:id="rId165">
              <p14:nvContentPartPr>
                <p14:cNvPr id="114" name="Ink 113">
                  <a:extLst>
                    <a:ext uri="{FF2B5EF4-FFF2-40B4-BE49-F238E27FC236}">
                      <a16:creationId xmlns:a16="http://schemas.microsoft.com/office/drawing/2014/main" id="{96819C03-2B73-B1E0-625C-8DE1523FC6D1}"/>
                    </a:ext>
                  </a:extLst>
                </p14:cNvPr>
                <p14:cNvContentPartPr/>
                <p14:nvPr/>
              </p14:nvContentPartPr>
              <p14:xfrm>
                <a:off x="9216868" y="4803901"/>
                <a:ext cx="216720" cy="198720"/>
              </p14:xfrm>
            </p:contentPart>
          </mc:Choice>
          <mc:Fallback xmlns="">
            <p:pic>
              <p:nvPicPr>
                <p:cNvPr id="114" name="Ink 113">
                  <a:extLst>
                    <a:ext uri="{FF2B5EF4-FFF2-40B4-BE49-F238E27FC236}">
                      <a16:creationId xmlns:a16="http://schemas.microsoft.com/office/drawing/2014/main" id="{96819C03-2B73-B1E0-625C-8DE1523FC6D1}"/>
                    </a:ext>
                  </a:extLst>
                </p:cNvPr>
                <p:cNvPicPr/>
                <p:nvPr/>
              </p:nvPicPr>
              <p:blipFill>
                <a:blip r:embed="rId166"/>
                <a:stretch>
                  <a:fillRect/>
                </a:stretch>
              </p:blipFill>
              <p:spPr>
                <a:xfrm>
                  <a:off x="9199228" y="4786261"/>
                  <a:ext cx="25236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167">
              <p14:nvContentPartPr>
                <p14:cNvPr id="115" name="Ink 114">
                  <a:extLst>
                    <a:ext uri="{FF2B5EF4-FFF2-40B4-BE49-F238E27FC236}">
                      <a16:creationId xmlns:a16="http://schemas.microsoft.com/office/drawing/2014/main" id="{07938B20-8C0B-567A-88DA-BFF9C89FACB5}"/>
                    </a:ext>
                  </a:extLst>
                </p14:cNvPr>
                <p14:cNvContentPartPr/>
                <p14:nvPr/>
              </p14:nvContentPartPr>
              <p14:xfrm>
                <a:off x="9552748" y="4811101"/>
                <a:ext cx="108720" cy="152640"/>
              </p14:xfrm>
            </p:contentPart>
          </mc:Choice>
          <mc:Fallback xmlns="">
            <p:pic>
              <p:nvPicPr>
                <p:cNvPr id="115" name="Ink 114">
                  <a:extLst>
                    <a:ext uri="{FF2B5EF4-FFF2-40B4-BE49-F238E27FC236}">
                      <a16:creationId xmlns:a16="http://schemas.microsoft.com/office/drawing/2014/main" id="{07938B20-8C0B-567A-88DA-BFF9C89FACB5}"/>
                    </a:ext>
                  </a:extLst>
                </p:cNvPr>
                <p:cNvPicPr/>
                <p:nvPr/>
              </p:nvPicPr>
              <p:blipFill>
                <a:blip r:embed="rId168"/>
                <a:stretch>
                  <a:fillRect/>
                </a:stretch>
              </p:blipFill>
              <p:spPr>
                <a:xfrm>
                  <a:off x="9534748" y="4793101"/>
                  <a:ext cx="14436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169">
              <p14:nvContentPartPr>
                <p14:cNvPr id="116" name="Ink 115">
                  <a:extLst>
                    <a:ext uri="{FF2B5EF4-FFF2-40B4-BE49-F238E27FC236}">
                      <a16:creationId xmlns:a16="http://schemas.microsoft.com/office/drawing/2014/main" id="{EFB76445-E9DC-4FF4-FFD4-49F01E017E9D}"/>
                    </a:ext>
                  </a:extLst>
                </p14:cNvPr>
                <p14:cNvContentPartPr/>
                <p14:nvPr/>
              </p14:nvContentPartPr>
              <p14:xfrm>
                <a:off x="9738868" y="4812541"/>
                <a:ext cx="116280" cy="137520"/>
              </p14:xfrm>
            </p:contentPart>
          </mc:Choice>
          <mc:Fallback xmlns="">
            <p:pic>
              <p:nvPicPr>
                <p:cNvPr id="116" name="Ink 115">
                  <a:extLst>
                    <a:ext uri="{FF2B5EF4-FFF2-40B4-BE49-F238E27FC236}">
                      <a16:creationId xmlns:a16="http://schemas.microsoft.com/office/drawing/2014/main" id="{EFB76445-E9DC-4FF4-FFD4-49F01E017E9D}"/>
                    </a:ext>
                  </a:extLst>
                </p:cNvPr>
                <p:cNvPicPr/>
                <p:nvPr/>
              </p:nvPicPr>
              <p:blipFill>
                <a:blip r:embed="rId170"/>
                <a:stretch>
                  <a:fillRect/>
                </a:stretch>
              </p:blipFill>
              <p:spPr>
                <a:xfrm>
                  <a:off x="9721228" y="4794541"/>
                  <a:ext cx="151920" cy="173160"/>
                </a:xfrm>
                <a:prstGeom prst="rect">
                  <a:avLst/>
                </a:prstGeom>
              </p:spPr>
            </p:pic>
          </mc:Fallback>
        </mc:AlternateContent>
        <mc:AlternateContent xmlns:mc="http://schemas.openxmlformats.org/markup-compatibility/2006" xmlns:p14="http://schemas.microsoft.com/office/powerpoint/2010/main">
          <mc:Choice Requires="p14">
            <p:contentPart p14:bwMode="auto" r:id="rId171">
              <p14:nvContentPartPr>
                <p14:cNvPr id="118" name="Ink 117">
                  <a:extLst>
                    <a:ext uri="{FF2B5EF4-FFF2-40B4-BE49-F238E27FC236}">
                      <a16:creationId xmlns:a16="http://schemas.microsoft.com/office/drawing/2014/main" id="{5A876452-354E-1A0C-46B9-8666FFE93DDC}"/>
                    </a:ext>
                  </a:extLst>
                </p14:cNvPr>
                <p14:cNvContentPartPr/>
                <p14:nvPr/>
              </p14:nvContentPartPr>
              <p14:xfrm>
                <a:off x="9953788" y="4776541"/>
                <a:ext cx="94320" cy="139320"/>
              </p14:xfrm>
            </p:contentPart>
          </mc:Choice>
          <mc:Fallback xmlns="">
            <p:pic>
              <p:nvPicPr>
                <p:cNvPr id="118" name="Ink 117">
                  <a:extLst>
                    <a:ext uri="{FF2B5EF4-FFF2-40B4-BE49-F238E27FC236}">
                      <a16:creationId xmlns:a16="http://schemas.microsoft.com/office/drawing/2014/main" id="{5A876452-354E-1A0C-46B9-8666FFE93DDC}"/>
                    </a:ext>
                  </a:extLst>
                </p:cNvPr>
                <p:cNvPicPr/>
                <p:nvPr/>
              </p:nvPicPr>
              <p:blipFill>
                <a:blip r:embed="rId172"/>
                <a:stretch>
                  <a:fillRect/>
                </a:stretch>
              </p:blipFill>
              <p:spPr>
                <a:xfrm>
                  <a:off x="9935788" y="4758901"/>
                  <a:ext cx="12996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173">
              <p14:nvContentPartPr>
                <p14:cNvPr id="119" name="Ink 118">
                  <a:extLst>
                    <a:ext uri="{FF2B5EF4-FFF2-40B4-BE49-F238E27FC236}">
                      <a16:creationId xmlns:a16="http://schemas.microsoft.com/office/drawing/2014/main" id="{E6FFFE8C-519C-41CC-D45D-810258DC4DE3}"/>
                    </a:ext>
                  </a:extLst>
                </p14:cNvPr>
                <p14:cNvContentPartPr/>
                <p14:nvPr/>
              </p14:nvContentPartPr>
              <p14:xfrm>
                <a:off x="9999148" y="4844581"/>
                <a:ext cx="63720" cy="2520"/>
              </p14:xfrm>
            </p:contentPart>
          </mc:Choice>
          <mc:Fallback xmlns="">
            <p:pic>
              <p:nvPicPr>
                <p:cNvPr id="119" name="Ink 118">
                  <a:extLst>
                    <a:ext uri="{FF2B5EF4-FFF2-40B4-BE49-F238E27FC236}">
                      <a16:creationId xmlns:a16="http://schemas.microsoft.com/office/drawing/2014/main" id="{E6FFFE8C-519C-41CC-D45D-810258DC4DE3}"/>
                    </a:ext>
                  </a:extLst>
                </p:cNvPr>
                <p:cNvPicPr/>
                <p:nvPr/>
              </p:nvPicPr>
              <p:blipFill>
                <a:blip r:embed="rId174"/>
                <a:stretch>
                  <a:fillRect/>
                </a:stretch>
              </p:blipFill>
              <p:spPr>
                <a:xfrm>
                  <a:off x="9981148" y="4826941"/>
                  <a:ext cx="9936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175">
              <p14:nvContentPartPr>
                <p14:cNvPr id="120" name="Ink 119">
                  <a:extLst>
                    <a:ext uri="{FF2B5EF4-FFF2-40B4-BE49-F238E27FC236}">
                      <a16:creationId xmlns:a16="http://schemas.microsoft.com/office/drawing/2014/main" id="{DAEFB50A-17DF-A09E-63CC-18CC50B37BF0}"/>
                    </a:ext>
                  </a:extLst>
                </p14:cNvPr>
                <p14:cNvContentPartPr/>
                <p14:nvPr/>
              </p14:nvContentPartPr>
              <p14:xfrm>
                <a:off x="10126228" y="4805341"/>
                <a:ext cx="93240" cy="117360"/>
              </p14:xfrm>
            </p:contentPart>
          </mc:Choice>
          <mc:Fallback xmlns="">
            <p:pic>
              <p:nvPicPr>
                <p:cNvPr id="120" name="Ink 119">
                  <a:extLst>
                    <a:ext uri="{FF2B5EF4-FFF2-40B4-BE49-F238E27FC236}">
                      <a16:creationId xmlns:a16="http://schemas.microsoft.com/office/drawing/2014/main" id="{DAEFB50A-17DF-A09E-63CC-18CC50B37BF0}"/>
                    </a:ext>
                  </a:extLst>
                </p:cNvPr>
                <p:cNvPicPr/>
                <p:nvPr/>
              </p:nvPicPr>
              <p:blipFill>
                <a:blip r:embed="rId176"/>
                <a:stretch>
                  <a:fillRect/>
                </a:stretch>
              </p:blipFill>
              <p:spPr>
                <a:xfrm>
                  <a:off x="10108588" y="4787701"/>
                  <a:ext cx="128880" cy="153000"/>
                </a:xfrm>
                <a:prstGeom prst="rect">
                  <a:avLst/>
                </a:prstGeom>
              </p:spPr>
            </p:pic>
          </mc:Fallback>
        </mc:AlternateContent>
        <mc:AlternateContent xmlns:mc="http://schemas.openxmlformats.org/markup-compatibility/2006" xmlns:p14="http://schemas.microsoft.com/office/powerpoint/2010/main">
          <mc:Choice Requires="p14">
            <p:contentPart p14:bwMode="auto" r:id="rId177">
              <p14:nvContentPartPr>
                <p14:cNvPr id="121" name="Ink 120">
                  <a:extLst>
                    <a:ext uri="{FF2B5EF4-FFF2-40B4-BE49-F238E27FC236}">
                      <a16:creationId xmlns:a16="http://schemas.microsoft.com/office/drawing/2014/main" id="{40DC1A7B-AA0A-3B02-3502-DAFD9DBAD62E}"/>
                    </a:ext>
                  </a:extLst>
                </p14:cNvPr>
                <p14:cNvContentPartPr/>
                <p14:nvPr/>
              </p14:nvContentPartPr>
              <p14:xfrm>
                <a:off x="10293988" y="4793101"/>
                <a:ext cx="109800" cy="113040"/>
              </p14:xfrm>
            </p:contentPart>
          </mc:Choice>
          <mc:Fallback xmlns="">
            <p:pic>
              <p:nvPicPr>
                <p:cNvPr id="121" name="Ink 120">
                  <a:extLst>
                    <a:ext uri="{FF2B5EF4-FFF2-40B4-BE49-F238E27FC236}">
                      <a16:creationId xmlns:a16="http://schemas.microsoft.com/office/drawing/2014/main" id="{40DC1A7B-AA0A-3B02-3502-DAFD9DBAD62E}"/>
                    </a:ext>
                  </a:extLst>
                </p:cNvPr>
                <p:cNvPicPr/>
                <p:nvPr/>
              </p:nvPicPr>
              <p:blipFill>
                <a:blip r:embed="rId178"/>
                <a:stretch>
                  <a:fillRect/>
                </a:stretch>
              </p:blipFill>
              <p:spPr>
                <a:xfrm>
                  <a:off x="10276348" y="4775461"/>
                  <a:ext cx="14544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179">
              <p14:nvContentPartPr>
                <p14:cNvPr id="122" name="Ink 121">
                  <a:extLst>
                    <a:ext uri="{FF2B5EF4-FFF2-40B4-BE49-F238E27FC236}">
                      <a16:creationId xmlns:a16="http://schemas.microsoft.com/office/drawing/2014/main" id="{0FCCFFBA-9B7B-54D3-C23F-E7E71A6766C2}"/>
                    </a:ext>
                  </a:extLst>
                </p14:cNvPr>
                <p14:cNvContentPartPr/>
                <p14:nvPr/>
              </p14:nvContentPartPr>
              <p14:xfrm>
                <a:off x="10496668" y="4757101"/>
                <a:ext cx="88920" cy="137160"/>
              </p14:xfrm>
            </p:contentPart>
          </mc:Choice>
          <mc:Fallback xmlns="">
            <p:pic>
              <p:nvPicPr>
                <p:cNvPr id="122" name="Ink 121">
                  <a:extLst>
                    <a:ext uri="{FF2B5EF4-FFF2-40B4-BE49-F238E27FC236}">
                      <a16:creationId xmlns:a16="http://schemas.microsoft.com/office/drawing/2014/main" id="{0FCCFFBA-9B7B-54D3-C23F-E7E71A6766C2}"/>
                    </a:ext>
                  </a:extLst>
                </p:cNvPr>
                <p:cNvPicPr/>
                <p:nvPr/>
              </p:nvPicPr>
              <p:blipFill>
                <a:blip r:embed="rId180"/>
                <a:stretch>
                  <a:fillRect/>
                </a:stretch>
              </p:blipFill>
              <p:spPr>
                <a:xfrm>
                  <a:off x="10479028" y="4739461"/>
                  <a:ext cx="124560" cy="172800"/>
                </a:xfrm>
                <a:prstGeom prst="rect">
                  <a:avLst/>
                </a:prstGeom>
              </p:spPr>
            </p:pic>
          </mc:Fallback>
        </mc:AlternateContent>
      </p:grpSp>
      <p:grpSp>
        <p:nvGrpSpPr>
          <p:cNvPr id="134" name="Group 133">
            <a:extLst>
              <a:ext uri="{FF2B5EF4-FFF2-40B4-BE49-F238E27FC236}">
                <a16:creationId xmlns:a16="http://schemas.microsoft.com/office/drawing/2014/main" id="{4A4BFCC6-7267-5E9D-1B25-E8EF049E8408}"/>
              </a:ext>
            </a:extLst>
          </p:cNvPr>
          <p:cNvGrpSpPr/>
          <p:nvPr/>
        </p:nvGrpSpPr>
        <p:grpSpPr>
          <a:xfrm>
            <a:off x="8736891" y="5151366"/>
            <a:ext cx="1521000" cy="243000"/>
            <a:chOff x="8736891" y="5151366"/>
            <a:chExt cx="1521000" cy="243000"/>
          </a:xfrm>
        </p:grpSpPr>
        <mc:AlternateContent xmlns:mc="http://schemas.openxmlformats.org/markup-compatibility/2006" xmlns:p14="http://schemas.microsoft.com/office/powerpoint/2010/main">
          <mc:Choice Requires="p14">
            <p:contentPart p14:bwMode="auto" r:id="rId181">
              <p14:nvContentPartPr>
                <p14:cNvPr id="124" name="Ink 123">
                  <a:extLst>
                    <a:ext uri="{FF2B5EF4-FFF2-40B4-BE49-F238E27FC236}">
                      <a16:creationId xmlns:a16="http://schemas.microsoft.com/office/drawing/2014/main" id="{52C5045C-DDD3-42C6-8D43-12254154EBDF}"/>
                    </a:ext>
                  </a:extLst>
                </p14:cNvPr>
                <p14:cNvContentPartPr/>
                <p14:nvPr/>
              </p14:nvContentPartPr>
              <p14:xfrm>
                <a:off x="8736891" y="5237406"/>
                <a:ext cx="150480" cy="156960"/>
              </p14:xfrm>
            </p:contentPart>
          </mc:Choice>
          <mc:Fallback xmlns="">
            <p:pic>
              <p:nvPicPr>
                <p:cNvPr id="124" name="Ink 123">
                  <a:extLst>
                    <a:ext uri="{FF2B5EF4-FFF2-40B4-BE49-F238E27FC236}">
                      <a16:creationId xmlns:a16="http://schemas.microsoft.com/office/drawing/2014/main" id="{52C5045C-DDD3-42C6-8D43-12254154EBDF}"/>
                    </a:ext>
                  </a:extLst>
                </p:cNvPr>
                <p:cNvPicPr/>
                <p:nvPr/>
              </p:nvPicPr>
              <p:blipFill>
                <a:blip r:embed="rId182"/>
                <a:stretch>
                  <a:fillRect/>
                </a:stretch>
              </p:blipFill>
              <p:spPr>
                <a:xfrm>
                  <a:off x="8718891" y="5219766"/>
                  <a:ext cx="18612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183">
              <p14:nvContentPartPr>
                <p14:cNvPr id="125" name="Ink 124">
                  <a:extLst>
                    <a:ext uri="{FF2B5EF4-FFF2-40B4-BE49-F238E27FC236}">
                      <a16:creationId xmlns:a16="http://schemas.microsoft.com/office/drawing/2014/main" id="{7089FA76-10F2-1C2C-818F-F846F78B8F09}"/>
                    </a:ext>
                  </a:extLst>
                </p14:cNvPr>
                <p14:cNvContentPartPr/>
                <p14:nvPr/>
              </p14:nvContentPartPr>
              <p14:xfrm>
                <a:off x="8769651" y="5329926"/>
                <a:ext cx="80640" cy="12240"/>
              </p14:xfrm>
            </p:contentPart>
          </mc:Choice>
          <mc:Fallback xmlns="">
            <p:pic>
              <p:nvPicPr>
                <p:cNvPr id="125" name="Ink 124">
                  <a:extLst>
                    <a:ext uri="{FF2B5EF4-FFF2-40B4-BE49-F238E27FC236}">
                      <a16:creationId xmlns:a16="http://schemas.microsoft.com/office/drawing/2014/main" id="{7089FA76-10F2-1C2C-818F-F846F78B8F09}"/>
                    </a:ext>
                  </a:extLst>
                </p:cNvPr>
                <p:cNvPicPr/>
                <p:nvPr/>
              </p:nvPicPr>
              <p:blipFill>
                <a:blip r:embed="rId184"/>
                <a:stretch>
                  <a:fillRect/>
                </a:stretch>
              </p:blipFill>
              <p:spPr>
                <a:xfrm>
                  <a:off x="8752011" y="5311926"/>
                  <a:ext cx="116280" cy="47880"/>
                </a:xfrm>
                <a:prstGeom prst="rect">
                  <a:avLst/>
                </a:prstGeom>
              </p:spPr>
            </p:pic>
          </mc:Fallback>
        </mc:AlternateContent>
        <mc:AlternateContent xmlns:mc="http://schemas.openxmlformats.org/markup-compatibility/2006" xmlns:p14="http://schemas.microsoft.com/office/powerpoint/2010/main">
          <mc:Choice Requires="p14">
            <p:contentPart p14:bwMode="auto" r:id="rId185">
              <p14:nvContentPartPr>
                <p14:cNvPr id="126" name="Ink 125">
                  <a:extLst>
                    <a:ext uri="{FF2B5EF4-FFF2-40B4-BE49-F238E27FC236}">
                      <a16:creationId xmlns:a16="http://schemas.microsoft.com/office/drawing/2014/main" id="{E6B49FA6-34A5-CAAF-CB5E-BDC5E2F5CD46}"/>
                    </a:ext>
                  </a:extLst>
                </p14:cNvPr>
                <p14:cNvContentPartPr/>
                <p14:nvPr/>
              </p14:nvContentPartPr>
              <p14:xfrm>
                <a:off x="8956491" y="5247846"/>
                <a:ext cx="193320" cy="142920"/>
              </p14:xfrm>
            </p:contentPart>
          </mc:Choice>
          <mc:Fallback xmlns="">
            <p:pic>
              <p:nvPicPr>
                <p:cNvPr id="126" name="Ink 125">
                  <a:extLst>
                    <a:ext uri="{FF2B5EF4-FFF2-40B4-BE49-F238E27FC236}">
                      <a16:creationId xmlns:a16="http://schemas.microsoft.com/office/drawing/2014/main" id="{E6B49FA6-34A5-CAAF-CB5E-BDC5E2F5CD46}"/>
                    </a:ext>
                  </a:extLst>
                </p:cNvPr>
                <p:cNvPicPr/>
                <p:nvPr/>
              </p:nvPicPr>
              <p:blipFill>
                <a:blip r:embed="rId186"/>
                <a:stretch>
                  <a:fillRect/>
                </a:stretch>
              </p:blipFill>
              <p:spPr>
                <a:xfrm>
                  <a:off x="8938491" y="5229846"/>
                  <a:ext cx="228960" cy="178560"/>
                </a:xfrm>
                <a:prstGeom prst="rect">
                  <a:avLst/>
                </a:prstGeom>
              </p:spPr>
            </p:pic>
          </mc:Fallback>
        </mc:AlternateContent>
        <mc:AlternateContent xmlns:mc="http://schemas.openxmlformats.org/markup-compatibility/2006" xmlns:p14="http://schemas.microsoft.com/office/powerpoint/2010/main">
          <mc:Choice Requires="p14">
            <p:contentPart p14:bwMode="auto" r:id="rId187">
              <p14:nvContentPartPr>
                <p14:cNvPr id="127" name="Ink 126">
                  <a:extLst>
                    <a:ext uri="{FF2B5EF4-FFF2-40B4-BE49-F238E27FC236}">
                      <a16:creationId xmlns:a16="http://schemas.microsoft.com/office/drawing/2014/main" id="{BC3D84C8-84DE-8C9F-7BDB-6CC4E161FA2B}"/>
                    </a:ext>
                  </a:extLst>
                </p14:cNvPr>
                <p14:cNvContentPartPr/>
                <p14:nvPr/>
              </p14:nvContentPartPr>
              <p14:xfrm>
                <a:off x="9261051" y="5234886"/>
                <a:ext cx="58320" cy="141480"/>
              </p14:xfrm>
            </p:contentPart>
          </mc:Choice>
          <mc:Fallback xmlns="">
            <p:pic>
              <p:nvPicPr>
                <p:cNvPr id="127" name="Ink 126">
                  <a:extLst>
                    <a:ext uri="{FF2B5EF4-FFF2-40B4-BE49-F238E27FC236}">
                      <a16:creationId xmlns:a16="http://schemas.microsoft.com/office/drawing/2014/main" id="{BC3D84C8-84DE-8C9F-7BDB-6CC4E161FA2B}"/>
                    </a:ext>
                  </a:extLst>
                </p:cNvPr>
                <p:cNvPicPr/>
                <p:nvPr/>
              </p:nvPicPr>
              <p:blipFill>
                <a:blip r:embed="rId188"/>
                <a:stretch>
                  <a:fillRect/>
                </a:stretch>
              </p:blipFill>
              <p:spPr>
                <a:xfrm>
                  <a:off x="9243411" y="5217246"/>
                  <a:ext cx="93960" cy="177120"/>
                </a:xfrm>
                <a:prstGeom prst="rect">
                  <a:avLst/>
                </a:prstGeom>
              </p:spPr>
            </p:pic>
          </mc:Fallback>
        </mc:AlternateContent>
        <mc:AlternateContent xmlns:mc="http://schemas.openxmlformats.org/markup-compatibility/2006" xmlns:p14="http://schemas.microsoft.com/office/powerpoint/2010/main">
          <mc:Choice Requires="p14">
            <p:contentPart p14:bwMode="auto" r:id="rId189">
              <p14:nvContentPartPr>
                <p14:cNvPr id="129" name="Ink 128">
                  <a:extLst>
                    <a:ext uri="{FF2B5EF4-FFF2-40B4-BE49-F238E27FC236}">
                      <a16:creationId xmlns:a16="http://schemas.microsoft.com/office/drawing/2014/main" id="{F7D717C1-3490-8A62-2FE3-84DA489502F4}"/>
                    </a:ext>
                  </a:extLst>
                </p14:cNvPr>
                <p14:cNvContentPartPr/>
                <p14:nvPr/>
              </p14:nvContentPartPr>
              <p14:xfrm>
                <a:off x="9516651" y="5221206"/>
                <a:ext cx="111960" cy="158760"/>
              </p14:xfrm>
            </p:contentPart>
          </mc:Choice>
          <mc:Fallback xmlns="">
            <p:pic>
              <p:nvPicPr>
                <p:cNvPr id="129" name="Ink 128">
                  <a:extLst>
                    <a:ext uri="{FF2B5EF4-FFF2-40B4-BE49-F238E27FC236}">
                      <a16:creationId xmlns:a16="http://schemas.microsoft.com/office/drawing/2014/main" id="{F7D717C1-3490-8A62-2FE3-84DA489502F4}"/>
                    </a:ext>
                  </a:extLst>
                </p:cNvPr>
                <p:cNvPicPr/>
                <p:nvPr/>
              </p:nvPicPr>
              <p:blipFill>
                <a:blip r:embed="rId190"/>
                <a:stretch>
                  <a:fillRect/>
                </a:stretch>
              </p:blipFill>
              <p:spPr>
                <a:xfrm>
                  <a:off x="9499011" y="5203206"/>
                  <a:ext cx="147600" cy="194400"/>
                </a:xfrm>
                <a:prstGeom prst="rect">
                  <a:avLst/>
                </a:prstGeom>
              </p:spPr>
            </p:pic>
          </mc:Fallback>
        </mc:AlternateContent>
        <mc:AlternateContent xmlns:mc="http://schemas.openxmlformats.org/markup-compatibility/2006" xmlns:p14="http://schemas.microsoft.com/office/powerpoint/2010/main">
          <mc:Choice Requires="p14">
            <p:contentPart p14:bwMode="auto" r:id="rId191">
              <p14:nvContentPartPr>
                <p14:cNvPr id="130" name="Ink 129">
                  <a:extLst>
                    <a:ext uri="{FF2B5EF4-FFF2-40B4-BE49-F238E27FC236}">
                      <a16:creationId xmlns:a16="http://schemas.microsoft.com/office/drawing/2014/main" id="{18679E24-83D7-7679-FEDE-F76A56F7209A}"/>
                    </a:ext>
                  </a:extLst>
                </p14:cNvPr>
                <p14:cNvContentPartPr/>
                <p14:nvPr/>
              </p14:nvContentPartPr>
              <p14:xfrm>
                <a:off x="9690891" y="5211486"/>
                <a:ext cx="117000" cy="169920"/>
              </p14:xfrm>
            </p:contentPart>
          </mc:Choice>
          <mc:Fallback xmlns="">
            <p:pic>
              <p:nvPicPr>
                <p:cNvPr id="130" name="Ink 129">
                  <a:extLst>
                    <a:ext uri="{FF2B5EF4-FFF2-40B4-BE49-F238E27FC236}">
                      <a16:creationId xmlns:a16="http://schemas.microsoft.com/office/drawing/2014/main" id="{18679E24-83D7-7679-FEDE-F76A56F7209A}"/>
                    </a:ext>
                  </a:extLst>
                </p:cNvPr>
                <p:cNvPicPr/>
                <p:nvPr/>
              </p:nvPicPr>
              <p:blipFill>
                <a:blip r:embed="rId192"/>
                <a:stretch>
                  <a:fillRect/>
                </a:stretch>
              </p:blipFill>
              <p:spPr>
                <a:xfrm>
                  <a:off x="9673251" y="5193486"/>
                  <a:ext cx="152640" cy="205560"/>
                </a:xfrm>
                <a:prstGeom prst="rect">
                  <a:avLst/>
                </a:prstGeom>
              </p:spPr>
            </p:pic>
          </mc:Fallback>
        </mc:AlternateContent>
        <mc:AlternateContent xmlns:mc="http://schemas.openxmlformats.org/markup-compatibility/2006" xmlns:p14="http://schemas.microsoft.com/office/powerpoint/2010/main">
          <mc:Choice Requires="p14">
            <p:contentPart p14:bwMode="auto" r:id="rId193">
              <p14:nvContentPartPr>
                <p14:cNvPr id="131" name="Ink 130">
                  <a:extLst>
                    <a:ext uri="{FF2B5EF4-FFF2-40B4-BE49-F238E27FC236}">
                      <a16:creationId xmlns:a16="http://schemas.microsoft.com/office/drawing/2014/main" id="{CA4ED832-98F9-3C05-8B14-1617BDE5E1F2}"/>
                    </a:ext>
                  </a:extLst>
                </p14:cNvPr>
                <p14:cNvContentPartPr/>
                <p14:nvPr/>
              </p14:nvContentPartPr>
              <p14:xfrm>
                <a:off x="9890691" y="5178726"/>
                <a:ext cx="110160" cy="175680"/>
              </p14:xfrm>
            </p:contentPart>
          </mc:Choice>
          <mc:Fallback xmlns="">
            <p:pic>
              <p:nvPicPr>
                <p:cNvPr id="131" name="Ink 130">
                  <a:extLst>
                    <a:ext uri="{FF2B5EF4-FFF2-40B4-BE49-F238E27FC236}">
                      <a16:creationId xmlns:a16="http://schemas.microsoft.com/office/drawing/2014/main" id="{CA4ED832-98F9-3C05-8B14-1617BDE5E1F2}"/>
                    </a:ext>
                  </a:extLst>
                </p:cNvPr>
                <p:cNvPicPr/>
                <p:nvPr/>
              </p:nvPicPr>
              <p:blipFill>
                <a:blip r:embed="rId194"/>
                <a:stretch>
                  <a:fillRect/>
                </a:stretch>
              </p:blipFill>
              <p:spPr>
                <a:xfrm>
                  <a:off x="9872691" y="5160726"/>
                  <a:ext cx="145800" cy="211320"/>
                </a:xfrm>
                <a:prstGeom prst="rect">
                  <a:avLst/>
                </a:prstGeom>
              </p:spPr>
            </p:pic>
          </mc:Fallback>
        </mc:AlternateContent>
        <mc:AlternateContent xmlns:mc="http://schemas.openxmlformats.org/markup-compatibility/2006" xmlns:p14="http://schemas.microsoft.com/office/powerpoint/2010/main">
          <mc:Choice Requires="p14">
            <p:contentPart p14:bwMode="auto" r:id="rId195">
              <p14:nvContentPartPr>
                <p14:cNvPr id="132" name="Ink 131">
                  <a:extLst>
                    <a:ext uri="{FF2B5EF4-FFF2-40B4-BE49-F238E27FC236}">
                      <a16:creationId xmlns:a16="http://schemas.microsoft.com/office/drawing/2014/main" id="{41E411EE-C8E5-98CB-E969-731E798A4CF6}"/>
                    </a:ext>
                  </a:extLst>
                </p14:cNvPr>
                <p14:cNvContentPartPr/>
                <p14:nvPr/>
              </p14:nvContentPartPr>
              <p14:xfrm>
                <a:off x="10063851" y="5151366"/>
                <a:ext cx="173880" cy="214920"/>
              </p14:xfrm>
            </p:contentPart>
          </mc:Choice>
          <mc:Fallback xmlns="">
            <p:pic>
              <p:nvPicPr>
                <p:cNvPr id="132" name="Ink 131">
                  <a:extLst>
                    <a:ext uri="{FF2B5EF4-FFF2-40B4-BE49-F238E27FC236}">
                      <a16:creationId xmlns:a16="http://schemas.microsoft.com/office/drawing/2014/main" id="{41E411EE-C8E5-98CB-E969-731E798A4CF6}"/>
                    </a:ext>
                  </a:extLst>
                </p:cNvPr>
                <p:cNvPicPr/>
                <p:nvPr/>
              </p:nvPicPr>
              <p:blipFill>
                <a:blip r:embed="rId196"/>
                <a:stretch>
                  <a:fillRect/>
                </a:stretch>
              </p:blipFill>
              <p:spPr>
                <a:xfrm>
                  <a:off x="10045851" y="5133726"/>
                  <a:ext cx="20952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197">
              <p14:nvContentPartPr>
                <p14:cNvPr id="133" name="Ink 132">
                  <a:extLst>
                    <a:ext uri="{FF2B5EF4-FFF2-40B4-BE49-F238E27FC236}">
                      <a16:creationId xmlns:a16="http://schemas.microsoft.com/office/drawing/2014/main" id="{5486DACF-6FEA-5C5B-E759-B893AF1BCB14}"/>
                    </a:ext>
                  </a:extLst>
                </p14:cNvPr>
                <p14:cNvContentPartPr/>
                <p14:nvPr/>
              </p14:nvContentPartPr>
              <p14:xfrm>
                <a:off x="10133331" y="5273046"/>
                <a:ext cx="124560" cy="15840"/>
              </p14:xfrm>
            </p:contentPart>
          </mc:Choice>
          <mc:Fallback xmlns="">
            <p:pic>
              <p:nvPicPr>
                <p:cNvPr id="133" name="Ink 132">
                  <a:extLst>
                    <a:ext uri="{FF2B5EF4-FFF2-40B4-BE49-F238E27FC236}">
                      <a16:creationId xmlns:a16="http://schemas.microsoft.com/office/drawing/2014/main" id="{5486DACF-6FEA-5C5B-E759-B893AF1BCB14}"/>
                    </a:ext>
                  </a:extLst>
                </p:cNvPr>
                <p:cNvPicPr/>
                <p:nvPr/>
              </p:nvPicPr>
              <p:blipFill>
                <a:blip r:embed="rId198"/>
                <a:stretch>
                  <a:fillRect/>
                </a:stretch>
              </p:blipFill>
              <p:spPr>
                <a:xfrm>
                  <a:off x="10115691" y="5255046"/>
                  <a:ext cx="160200" cy="51480"/>
                </a:xfrm>
                <a:prstGeom prst="rect">
                  <a:avLst/>
                </a:prstGeom>
              </p:spPr>
            </p:pic>
          </mc:Fallback>
        </mc:AlternateContent>
      </p:grpSp>
      <p:grpSp>
        <p:nvGrpSpPr>
          <p:cNvPr id="143" name="Group 142">
            <a:extLst>
              <a:ext uri="{FF2B5EF4-FFF2-40B4-BE49-F238E27FC236}">
                <a16:creationId xmlns:a16="http://schemas.microsoft.com/office/drawing/2014/main" id="{124C10DD-3570-3BBC-3681-2C9CB7DDE4FF}"/>
              </a:ext>
            </a:extLst>
          </p:cNvPr>
          <p:cNvGrpSpPr/>
          <p:nvPr/>
        </p:nvGrpSpPr>
        <p:grpSpPr>
          <a:xfrm>
            <a:off x="10645771" y="5037606"/>
            <a:ext cx="764280" cy="345240"/>
            <a:chOff x="10645771" y="5037606"/>
            <a:chExt cx="764280" cy="345240"/>
          </a:xfrm>
        </p:grpSpPr>
        <mc:AlternateContent xmlns:mc="http://schemas.openxmlformats.org/markup-compatibility/2006" xmlns:p14="http://schemas.microsoft.com/office/powerpoint/2010/main">
          <mc:Choice Requires="p14">
            <p:contentPart p14:bwMode="auto" r:id="rId199">
              <p14:nvContentPartPr>
                <p14:cNvPr id="135" name="Ink 134">
                  <a:extLst>
                    <a:ext uri="{FF2B5EF4-FFF2-40B4-BE49-F238E27FC236}">
                      <a16:creationId xmlns:a16="http://schemas.microsoft.com/office/drawing/2014/main" id="{7DA936BA-F155-7B56-E22F-2087B6CA72BE}"/>
                    </a:ext>
                  </a:extLst>
                </p14:cNvPr>
                <p14:cNvContentPartPr/>
                <p14:nvPr/>
              </p14:nvContentPartPr>
              <p14:xfrm>
                <a:off x="11243731" y="5229846"/>
                <a:ext cx="109440" cy="109800"/>
              </p14:xfrm>
            </p:contentPart>
          </mc:Choice>
          <mc:Fallback xmlns="">
            <p:pic>
              <p:nvPicPr>
                <p:cNvPr id="135" name="Ink 134">
                  <a:extLst>
                    <a:ext uri="{FF2B5EF4-FFF2-40B4-BE49-F238E27FC236}">
                      <a16:creationId xmlns:a16="http://schemas.microsoft.com/office/drawing/2014/main" id="{7DA936BA-F155-7B56-E22F-2087B6CA72BE}"/>
                    </a:ext>
                  </a:extLst>
                </p:cNvPr>
                <p:cNvPicPr/>
                <p:nvPr/>
              </p:nvPicPr>
              <p:blipFill>
                <a:blip r:embed="rId200"/>
                <a:stretch>
                  <a:fillRect/>
                </a:stretch>
              </p:blipFill>
              <p:spPr>
                <a:xfrm>
                  <a:off x="11226091" y="5211846"/>
                  <a:ext cx="145080" cy="145440"/>
                </a:xfrm>
                <a:prstGeom prst="rect">
                  <a:avLst/>
                </a:prstGeom>
              </p:spPr>
            </p:pic>
          </mc:Fallback>
        </mc:AlternateContent>
        <mc:AlternateContent xmlns:mc="http://schemas.openxmlformats.org/markup-compatibility/2006" xmlns:p14="http://schemas.microsoft.com/office/powerpoint/2010/main">
          <mc:Choice Requires="p14">
            <p:contentPart p14:bwMode="auto" r:id="rId201">
              <p14:nvContentPartPr>
                <p14:cNvPr id="136" name="Ink 135">
                  <a:extLst>
                    <a:ext uri="{FF2B5EF4-FFF2-40B4-BE49-F238E27FC236}">
                      <a16:creationId xmlns:a16="http://schemas.microsoft.com/office/drawing/2014/main" id="{8449C3CC-8FB2-405B-A803-4C4BB53FEB3E}"/>
                    </a:ext>
                  </a:extLst>
                </p14:cNvPr>
                <p14:cNvContentPartPr/>
                <p14:nvPr/>
              </p14:nvContentPartPr>
              <p14:xfrm>
                <a:off x="11092171" y="5163606"/>
                <a:ext cx="141120" cy="192600"/>
              </p14:xfrm>
            </p:contentPart>
          </mc:Choice>
          <mc:Fallback xmlns="">
            <p:pic>
              <p:nvPicPr>
                <p:cNvPr id="136" name="Ink 135">
                  <a:extLst>
                    <a:ext uri="{FF2B5EF4-FFF2-40B4-BE49-F238E27FC236}">
                      <a16:creationId xmlns:a16="http://schemas.microsoft.com/office/drawing/2014/main" id="{8449C3CC-8FB2-405B-A803-4C4BB53FEB3E}"/>
                    </a:ext>
                  </a:extLst>
                </p:cNvPr>
                <p:cNvPicPr/>
                <p:nvPr/>
              </p:nvPicPr>
              <p:blipFill>
                <a:blip r:embed="rId202"/>
                <a:stretch>
                  <a:fillRect/>
                </a:stretch>
              </p:blipFill>
              <p:spPr>
                <a:xfrm>
                  <a:off x="11074531" y="5145606"/>
                  <a:ext cx="176760" cy="228240"/>
                </a:xfrm>
                <a:prstGeom prst="rect">
                  <a:avLst/>
                </a:prstGeom>
              </p:spPr>
            </p:pic>
          </mc:Fallback>
        </mc:AlternateContent>
        <mc:AlternateContent xmlns:mc="http://schemas.openxmlformats.org/markup-compatibility/2006" xmlns:p14="http://schemas.microsoft.com/office/powerpoint/2010/main">
          <mc:Choice Requires="p14">
            <p:contentPart p14:bwMode="auto" r:id="rId203">
              <p14:nvContentPartPr>
                <p14:cNvPr id="137" name="Ink 136">
                  <a:extLst>
                    <a:ext uri="{FF2B5EF4-FFF2-40B4-BE49-F238E27FC236}">
                      <a16:creationId xmlns:a16="http://schemas.microsoft.com/office/drawing/2014/main" id="{58AEBCBD-4354-9587-B257-6D64E5AD7E11}"/>
                    </a:ext>
                  </a:extLst>
                </p14:cNvPr>
                <p14:cNvContentPartPr/>
                <p14:nvPr/>
              </p14:nvContentPartPr>
              <p14:xfrm>
                <a:off x="11210611" y="5037606"/>
                <a:ext cx="199440" cy="120240"/>
              </p14:xfrm>
            </p:contentPart>
          </mc:Choice>
          <mc:Fallback xmlns="">
            <p:pic>
              <p:nvPicPr>
                <p:cNvPr id="137" name="Ink 136">
                  <a:extLst>
                    <a:ext uri="{FF2B5EF4-FFF2-40B4-BE49-F238E27FC236}">
                      <a16:creationId xmlns:a16="http://schemas.microsoft.com/office/drawing/2014/main" id="{58AEBCBD-4354-9587-B257-6D64E5AD7E11}"/>
                    </a:ext>
                  </a:extLst>
                </p:cNvPr>
                <p:cNvPicPr/>
                <p:nvPr/>
              </p:nvPicPr>
              <p:blipFill>
                <a:blip r:embed="rId204"/>
                <a:stretch>
                  <a:fillRect/>
                </a:stretch>
              </p:blipFill>
              <p:spPr>
                <a:xfrm>
                  <a:off x="11192611" y="5019606"/>
                  <a:ext cx="235080" cy="155880"/>
                </a:xfrm>
                <a:prstGeom prst="rect">
                  <a:avLst/>
                </a:prstGeom>
              </p:spPr>
            </p:pic>
          </mc:Fallback>
        </mc:AlternateContent>
        <mc:AlternateContent xmlns:mc="http://schemas.openxmlformats.org/markup-compatibility/2006" xmlns:p14="http://schemas.microsoft.com/office/powerpoint/2010/main">
          <mc:Choice Requires="p14">
            <p:contentPart p14:bwMode="auto" r:id="rId205">
              <p14:nvContentPartPr>
                <p14:cNvPr id="138" name="Ink 137">
                  <a:extLst>
                    <a:ext uri="{FF2B5EF4-FFF2-40B4-BE49-F238E27FC236}">
                      <a16:creationId xmlns:a16="http://schemas.microsoft.com/office/drawing/2014/main" id="{8E3ADA32-0EBE-8F6B-86FF-86A4B484B956}"/>
                    </a:ext>
                  </a:extLst>
                </p14:cNvPr>
                <p14:cNvContentPartPr/>
                <p14:nvPr/>
              </p14:nvContentPartPr>
              <p14:xfrm>
                <a:off x="11019811" y="5126886"/>
                <a:ext cx="52560" cy="170640"/>
              </p14:xfrm>
            </p:contentPart>
          </mc:Choice>
          <mc:Fallback xmlns="">
            <p:pic>
              <p:nvPicPr>
                <p:cNvPr id="138" name="Ink 137">
                  <a:extLst>
                    <a:ext uri="{FF2B5EF4-FFF2-40B4-BE49-F238E27FC236}">
                      <a16:creationId xmlns:a16="http://schemas.microsoft.com/office/drawing/2014/main" id="{8E3ADA32-0EBE-8F6B-86FF-86A4B484B956}"/>
                    </a:ext>
                  </a:extLst>
                </p:cNvPr>
                <p:cNvPicPr/>
                <p:nvPr/>
              </p:nvPicPr>
              <p:blipFill>
                <a:blip r:embed="rId206"/>
                <a:stretch>
                  <a:fillRect/>
                </a:stretch>
              </p:blipFill>
              <p:spPr>
                <a:xfrm>
                  <a:off x="11002171" y="5109246"/>
                  <a:ext cx="88200" cy="206280"/>
                </a:xfrm>
                <a:prstGeom prst="rect">
                  <a:avLst/>
                </a:prstGeom>
              </p:spPr>
            </p:pic>
          </mc:Fallback>
        </mc:AlternateContent>
        <mc:AlternateContent xmlns:mc="http://schemas.openxmlformats.org/markup-compatibility/2006" xmlns:p14="http://schemas.microsoft.com/office/powerpoint/2010/main">
          <mc:Choice Requires="p14">
            <p:contentPart p14:bwMode="auto" r:id="rId207">
              <p14:nvContentPartPr>
                <p14:cNvPr id="139" name="Ink 138">
                  <a:extLst>
                    <a:ext uri="{FF2B5EF4-FFF2-40B4-BE49-F238E27FC236}">
                      <a16:creationId xmlns:a16="http://schemas.microsoft.com/office/drawing/2014/main" id="{51BAA44C-99DF-F614-B7D0-CDD9919219FF}"/>
                    </a:ext>
                  </a:extLst>
                </p14:cNvPr>
                <p14:cNvContentPartPr/>
                <p14:nvPr/>
              </p14:nvContentPartPr>
              <p14:xfrm>
                <a:off x="10766011" y="5241006"/>
                <a:ext cx="167760" cy="141840"/>
              </p14:xfrm>
            </p:contentPart>
          </mc:Choice>
          <mc:Fallback xmlns="">
            <p:pic>
              <p:nvPicPr>
                <p:cNvPr id="139" name="Ink 138">
                  <a:extLst>
                    <a:ext uri="{FF2B5EF4-FFF2-40B4-BE49-F238E27FC236}">
                      <a16:creationId xmlns:a16="http://schemas.microsoft.com/office/drawing/2014/main" id="{51BAA44C-99DF-F614-B7D0-CDD9919219FF}"/>
                    </a:ext>
                  </a:extLst>
                </p:cNvPr>
                <p:cNvPicPr/>
                <p:nvPr/>
              </p:nvPicPr>
              <p:blipFill>
                <a:blip r:embed="rId208"/>
                <a:stretch>
                  <a:fillRect/>
                </a:stretch>
              </p:blipFill>
              <p:spPr>
                <a:xfrm>
                  <a:off x="10748371" y="5223366"/>
                  <a:ext cx="203400" cy="177480"/>
                </a:xfrm>
                <a:prstGeom prst="rect">
                  <a:avLst/>
                </a:prstGeom>
              </p:spPr>
            </p:pic>
          </mc:Fallback>
        </mc:AlternateContent>
        <mc:AlternateContent xmlns:mc="http://schemas.openxmlformats.org/markup-compatibility/2006" xmlns:p14="http://schemas.microsoft.com/office/powerpoint/2010/main">
          <mc:Choice Requires="p14">
            <p:contentPart p14:bwMode="auto" r:id="rId209">
              <p14:nvContentPartPr>
                <p14:cNvPr id="140" name="Ink 139">
                  <a:extLst>
                    <a:ext uri="{FF2B5EF4-FFF2-40B4-BE49-F238E27FC236}">
                      <a16:creationId xmlns:a16="http://schemas.microsoft.com/office/drawing/2014/main" id="{450089B0-7BC6-5945-9A54-546EE74C9507}"/>
                    </a:ext>
                  </a:extLst>
                </p14:cNvPr>
                <p14:cNvContentPartPr/>
                <p14:nvPr/>
              </p14:nvContentPartPr>
              <p14:xfrm>
                <a:off x="11064811" y="5092686"/>
                <a:ext cx="47520" cy="160560"/>
              </p14:xfrm>
            </p:contentPart>
          </mc:Choice>
          <mc:Fallback xmlns="">
            <p:pic>
              <p:nvPicPr>
                <p:cNvPr id="140" name="Ink 139">
                  <a:extLst>
                    <a:ext uri="{FF2B5EF4-FFF2-40B4-BE49-F238E27FC236}">
                      <a16:creationId xmlns:a16="http://schemas.microsoft.com/office/drawing/2014/main" id="{450089B0-7BC6-5945-9A54-546EE74C9507}"/>
                    </a:ext>
                  </a:extLst>
                </p:cNvPr>
                <p:cNvPicPr/>
                <p:nvPr/>
              </p:nvPicPr>
              <p:blipFill>
                <a:blip r:embed="rId210"/>
                <a:stretch>
                  <a:fillRect/>
                </a:stretch>
              </p:blipFill>
              <p:spPr>
                <a:xfrm>
                  <a:off x="11046811" y="5075046"/>
                  <a:ext cx="83160" cy="196200"/>
                </a:xfrm>
                <a:prstGeom prst="rect">
                  <a:avLst/>
                </a:prstGeom>
              </p:spPr>
            </p:pic>
          </mc:Fallback>
        </mc:AlternateContent>
        <mc:AlternateContent xmlns:mc="http://schemas.openxmlformats.org/markup-compatibility/2006" xmlns:p14="http://schemas.microsoft.com/office/powerpoint/2010/main">
          <mc:Choice Requires="p14">
            <p:contentPart p14:bwMode="auto" r:id="rId211">
              <p14:nvContentPartPr>
                <p14:cNvPr id="141" name="Ink 140">
                  <a:extLst>
                    <a:ext uri="{FF2B5EF4-FFF2-40B4-BE49-F238E27FC236}">
                      <a16:creationId xmlns:a16="http://schemas.microsoft.com/office/drawing/2014/main" id="{50E229C9-2E88-9958-0E5B-DF78E93C89E7}"/>
                    </a:ext>
                  </a:extLst>
                </p14:cNvPr>
                <p14:cNvContentPartPr/>
                <p14:nvPr/>
              </p14:nvContentPartPr>
              <p14:xfrm>
                <a:off x="10857811" y="5177646"/>
                <a:ext cx="87480" cy="9720"/>
              </p14:xfrm>
            </p:contentPart>
          </mc:Choice>
          <mc:Fallback xmlns="">
            <p:pic>
              <p:nvPicPr>
                <p:cNvPr id="141" name="Ink 140">
                  <a:extLst>
                    <a:ext uri="{FF2B5EF4-FFF2-40B4-BE49-F238E27FC236}">
                      <a16:creationId xmlns:a16="http://schemas.microsoft.com/office/drawing/2014/main" id="{50E229C9-2E88-9958-0E5B-DF78E93C89E7}"/>
                    </a:ext>
                  </a:extLst>
                </p:cNvPr>
                <p:cNvPicPr/>
                <p:nvPr/>
              </p:nvPicPr>
              <p:blipFill>
                <a:blip r:embed="rId212"/>
                <a:stretch>
                  <a:fillRect/>
                </a:stretch>
              </p:blipFill>
              <p:spPr>
                <a:xfrm>
                  <a:off x="10840171" y="5160006"/>
                  <a:ext cx="12312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213">
              <p14:nvContentPartPr>
                <p14:cNvPr id="142" name="Ink 141">
                  <a:extLst>
                    <a:ext uri="{FF2B5EF4-FFF2-40B4-BE49-F238E27FC236}">
                      <a16:creationId xmlns:a16="http://schemas.microsoft.com/office/drawing/2014/main" id="{A77D065E-0DB2-DADE-91FD-4F5B0F8E48A8}"/>
                    </a:ext>
                  </a:extLst>
                </p14:cNvPr>
                <p14:cNvContentPartPr/>
                <p14:nvPr/>
              </p14:nvContentPartPr>
              <p14:xfrm>
                <a:off x="10645771" y="5214726"/>
                <a:ext cx="98640" cy="114480"/>
              </p14:xfrm>
            </p:contentPart>
          </mc:Choice>
          <mc:Fallback xmlns="">
            <p:pic>
              <p:nvPicPr>
                <p:cNvPr id="142" name="Ink 141">
                  <a:extLst>
                    <a:ext uri="{FF2B5EF4-FFF2-40B4-BE49-F238E27FC236}">
                      <a16:creationId xmlns:a16="http://schemas.microsoft.com/office/drawing/2014/main" id="{A77D065E-0DB2-DADE-91FD-4F5B0F8E48A8}"/>
                    </a:ext>
                  </a:extLst>
                </p:cNvPr>
                <p:cNvPicPr/>
                <p:nvPr/>
              </p:nvPicPr>
              <p:blipFill>
                <a:blip r:embed="rId214"/>
                <a:stretch>
                  <a:fillRect/>
                </a:stretch>
              </p:blipFill>
              <p:spPr>
                <a:xfrm>
                  <a:off x="10628131" y="5197086"/>
                  <a:ext cx="134280" cy="150120"/>
                </a:xfrm>
                <a:prstGeom prst="rect">
                  <a:avLst/>
                </a:prstGeom>
              </p:spPr>
            </p:pic>
          </mc:Fallback>
        </mc:AlternateContent>
      </p:grpSp>
      <p:grpSp>
        <p:nvGrpSpPr>
          <p:cNvPr id="163" name="Group 162">
            <a:extLst>
              <a:ext uri="{FF2B5EF4-FFF2-40B4-BE49-F238E27FC236}">
                <a16:creationId xmlns:a16="http://schemas.microsoft.com/office/drawing/2014/main" id="{20A65FB9-26CC-8DD4-30E3-DFF94E7205E9}"/>
              </a:ext>
            </a:extLst>
          </p:cNvPr>
          <p:cNvGrpSpPr/>
          <p:nvPr/>
        </p:nvGrpSpPr>
        <p:grpSpPr>
          <a:xfrm>
            <a:off x="8765093" y="3710929"/>
            <a:ext cx="1490040" cy="270985"/>
            <a:chOff x="8765093" y="3710929"/>
            <a:chExt cx="1490040" cy="270985"/>
          </a:xfrm>
        </p:grpSpPr>
        <mc:AlternateContent xmlns:mc="http://schemas.openxmlformats.org/markup-compatibility/2006" xmlns:p14="http://schemas.microsoft.com/office/powerpoint/2010/main">
          <mc:Choice Requires="p14">
            <p:contentPart p14:bwMode="auto" r:id="rId215">
              <p14:nvContentPartPr>
                <p14:cNvPr id="144" name="Ink 143">
                  <a:extLst>
                    <a:ext uri="{FF2B5EF4-FFF2-40B4-BE49-F238E27FC236}">
                      <a16:creationId xmlns:a16="http://schemas.microsoft.com/office/drawing/2014/main" id="{53B95D00-8C59-050A-3C48-518BEEE6B357}"/>
                    </a:ext>
                  </a:extLst>
                </p14:cNvPr>
                <p14:cNvContentPartPr/>
                <p14:nvPr/>
              </p14:nvContentPartPr>
              <p14:xfrm>
                <a:off x="9624053" y="3742969"/>
                <a:ext cx="631080" cy="170280"/>
              </p14:xfrm>
            </p:contentPart>
          </mc:Choice>
          <mc:Fallback xmlns="">
            <p:pic>
              <p:nvPicPr>
                <p:cNvPr id="144" name="Ink 143">
                  <a:extLst>
                    <a:ext uri="{FF2B5EF4-FFF2-40B4-BE49-F238E27FC236}">
                      <a16:creationId xmlns:a16="http://schemas.microsoft.com/office/drawing/2014/main" id="{53B95D00-8C59-050A-3C48-518BEEE6B357}"/>
                    </a:ext>
                  </a:extLst>
                </p:cNvPr>
                <p:cNvPicPr/>
                <p:nvPr/>
              </p:nvPicPr>
              <p:blipFill>
                <a:blip r:embed="rId216"/>
                <a:stretch>
                  <a:fillRect/>
                </a:stretch>
              </p:blipFill>
              <p:spPr>
                <a:xfrm>
                  <a:off x="9606053" y="3724969"/>
                  <a:ext cx="666720" cy="205920"/>
                </a:xfrm>
                <a:prstGeom prst="rect">
                  <a:avLst/>
                </a:prstGeom>
              </p:spPr>
            </p:pic>
          </mc:Fallback>
        </mc:AlternateContent>
        <mc:AlternateContent xmlns:mc="http://schemas.openxmlformats.org/markup-compatibility/2006" xmlns:p14="http://schemas.microsoft.com/office/powerpoint/2010/main">
          <mc:Choice Requires="p14">
            <p:contentPart p14:bwMode="auto" r:id="rId217">
              <p14:nvContentPartPr>
                <p14:cNvPr id="145" name="Ink 144">
                  <a:extLst>
                    <a:ext uri="{FF2B5EF4-FFF2-40B4-BE49-F238E27FC236}">
                      <a16:creationId xmlns:a16="http://schemas.microsoft.com/office/drawing/2014/main" id="{41A71F0D-C9BD-8E82-CE95-C36465FBF70E}"/>
                    </a:ext>
                  </a:extLst>
                </p14:cNvPr>
                <p14:cNvContentPartPr/>
                <p14:nvPr/>
              </p14:nvContentPartPr>
              <p14:xfrm>
                <a:off x="9835373" y="3710929"/>
                <a:ext cx="3600" cy="6480"/>
              </p14:xfrm>
            </p:contentPart>
          </mc:Choice>
          <mc:Fallback xmlns="">
            <p:pic>
              <p:nvPicPr>
                <p:cNvPr id="145" name="Ink 144">
                  <a:extLst>
                    <a:ext uri="{FF2B5EF4-FFF2-40B4-BE49-F238E27FC236}">
                      <a16:creationId xmlns:a16="http://schemas.microsoft.com/office/drawing/2014/main" id="{41A71F0D-C9BD-8E82-CE95-C36465FBF70E}"/>
                    </a:ext>
                  </a:extLst>
                </p:cNvPr>
                <p:cNvPicPr/>
                <p:nvPr/>
              </p:nvPicPr>
              <p:blipFill>
                <a:blip r:embed="rId218"/>
                <a:stretch>
                  <a:fillRect/>
                </a:stretch>
              </p:blipFill>
              <p:spPr>
                <a:xfrm>
                  <a:off x="9817733" y="3692929"/>
                  <a:ext cx="3924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219">
              <p14:nvContentPartPr>
                <p14:cNvPr id="146" name="Ink 145">
                  <a:extLst>
                    <a:ext uri="{FF2B5EF4-FFF2-40B4-BE49-F238E27FC236}">
                      <a16:creationId xmlns:a16="http://schemas.microsoft.com/office/drawing/2014/main" id="{4C02FAD1-4BB3-F992-DCB9-A3054EBEC535}"/>
                    </a:ext>
                  </a:extLst>
                </p14:cNvPr>
                <p14:cNvContentPartPr/>
                <p14:nvPr/>
              </p14:nvContentPartPr>
              <p14:xfrm>
                <a:off x="8765093" y="3753409"/>
                <a:ext cx="7920" cy="132840"/>
              </p14:xfrm>
            </p:contentPart>
          </mc:Choice>
          <mc:Fallback xmlns="">
            <p:pic>
              <p:nvPicPr>
                <p:cNvPr id="146" name="Ink 145">
                  <a:extLst>
                    <a:ext uri="{FF2B5EF4-FFF2-40B4-BE49-F238E27FC236}">
                      <a16:creationId xmlns:a16="http://schemas.microsoft.com/office/drawing/2014/main" id="{4C02FAD1-4BB3-F992-DCB9-A3054EBEC535}"/>
                    </a:ext>
                  </a:extLst>
                </p:cNvPr>
                <p:cNvPicPr/>
                <p:nvPr/>
              </p:nvPicPr>
              <p:blipFill>
                <a:blip r:embed="rId220"/>
                <a:stretch>
                  <a:fillRect/>
                </a:stretch>
              </p:blipFill>
              <p:spPr>
                <a:xfrm>
                  <a:off x="8747453" y="3735769"/>
                  <a:ext cx="4356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221">
              <p14:nvContentPartPr>
                <p14:cNvPr id="147" name="Ink 146">
                  <a:extLst>
                    <a:ext uri="{FF2B5EF4-FFF2-40B4-BE49-F238E27FC236}">
                      <a16:creationId xmlns:a16="http://schemas.microsoft.com/office/drawing/2014/main" id="{89ACD54C-E72C-14E5-D0E6-AC28C8AD23ED}"/>
                    </a:ext>
                  </a:extLst>
                </p14:cNvPr>
                <p14:cNvContentPartPr/>
                <p14:nvPr/>
              </p14:nvContentPartPr>
              <p14:xfrm>
                <a:off x="8830613" y="3758089"/>
                <a:ext cx="59400" cy="138240"/>
              </p14:xfrm>
            </p:contentPart>
          </mc:Choice>
          <mc:Fallback xmlns="">
            <p:pic>
              <p:nvPicPr>
                <p:cNvPr id="147" name="Ink 146">
                  <a:extLst>
                    <a:ext uri="{FF2B5EF4-FFF2-40B4-BE49-F238E27FC236}">
                      <a16:creationId xmlns:a16="http://schemas.microsoft.com/office/drawing/2014/main" id="{89ACD54C-E72C-14E5-D0E6-AC28C8AD23ED}"/>
                    </a:ext>
                  </a:extLst>
                </p:cNvPr>
                <p:cNvPicPr/>
                <p:nvPr/>
              </p:nvPicPr>
              <p:blipFill>
                <a:blip r:embed="rId222"/>
                <a:stretch>
                  <a:fillRect/>
                </a:stretch>
              </p:blipFill>
              <p:spPr>
                <a:xfrm>
                  <a:off x="8812613" y="3740449"/>
                  <a:ext cx="95040" cy="173880"/>
                </a:xfrm>
                <a:prstGeom prst="rect">
                  <a:avLst/>
                </a:prstGeom>
              </p:spPr>
            </p:pic>
          </mc:Fallback>
        </mc:AlternateContent>
        <mc:AlternateContent xmlns:mc="http://schemas.openxmlformats.org/markup-compatibility/2006" xmlns:p14="http://schemas.microsoft.com/office/powerpoint/2010/main">
          <mc:Choice Requires="p14">
            <p:contentPart p14:bwMode="auto" r:id="rId223">
              <p14:nvContentPartPr>
                <p14:cNvPr id="148" name="Ink 147">
                  <a:extLst>
                    <a:ext uri="{FF2B5EF4-FFF2-40B4-BE49-F238E27FC236}">
                      <a16:creationId xmlns:a16="http://schemas.microsoft.com/office/drawing/2014/main" id="{316AF398-260D-2E7C-C85B-966FBEEB9A55}"/>
                    </a:ext>
                  </a:extLst>
                </p14:cNvPr>
                <p14:cNvContentPartPr/>
                <p14:nvPr/>
              </p14:nvContentPartPr>
              <p14:xfrm>
                <a:off x="8941133" y="3769969"/>
                <a:ext cx="90360" cy="136080"/>
              </p14:xfrm>
            </p:contentPart>
          </mc:Choice>
          <mc:Fallback xmlns="">
            <p:pic>
              <p:nvPicPr>
                <p:cNvPr id="148" name="Ink 147">
                  <a:extLst>
                    <a:ext uri="{FF2B5EF4-FFF2-40B4-BE49-F238E27FC236}">
                      <a16:creationId xmlns:a16="http://schemas.microsoft.com/office/drawing/2014/main" id="{316AF398-260D-2E7C-C85B-966FBEEB9A55}"/>
                    </a:ext>
                  </a:extLst>
                </p:cNvPr>
                <p:cNvPicPr/>
                <p:nvPr/>
              </p:nvPicPr>
              <p:blipFill>
                <a:blip r:embed="rId224"/>
                <a:stretch>
                  <a:fillRect/>
                </a:stretch>
              </p:blipFill>
              <p:spPr>
                <a:xfrm>
                  <a:off x="8923133" y="3751969"/>
                  <a:ext cx="126000" cy="171720"/>
                </a:xfrm>
                <a:prstGeom prst="rect">
                  <a:avLst/>
                </a:prstGeom>
              </p:spPr>
            </p:pic>
          </mc:Fallback>
        </mc:AlternateContent>
        <mc:AlternateContent xmlns:mc="http://schemas.openxmlformats.org/markup-compatibility/2006" xmlns:p14="http://schemas.microsoft.com/office/powerpoint/2010/main">
          <mc:Choice Requires="p14">
            <p:contentPart p14:bwMode="auto" r:id="rId225">
              <p14:nvContentPartPr>
                <p14:cNvPr id="157" name="Ink 156">
                  <a:extLst>
                    <a:ext uri="{FF2B5EF4-FFF2-40B4-BE49-F238E27FC236}">
                      <a16:creationId xmlns:a16="http://schemas.microsoft.com/office/drawing/2014/main" id="{7AD753F2-73EA-08E5-E058-6A42C88399A4}"/>
                    </a:ext>
                  </a:extLst>
                </p14:cNvPr>
                <p14:cNvContentPartPr/>
                <p14:nvPr/>
              </p14:nvContentPartPr>
              <p14:xfrm>
                <a:off x="9165726" y="3777794"/>
                <a:ext cx="94320" cy="152640"/>
              </p14:xfrm>
            </p:contentPart>
          </mc:Choice>
          <mc:Fallback xmlns="">
            <p:pic>
              <p:nvPicPr>
                <p:cNvPr id="157" name="Ink 156">
                  <a:extLst>
                    <a:ext uri="{FF2B5EF4-FFF2-40B4-BE49-F238E27FC236}">
                      <a16:creationId xmlns:a16="http://schemas.microsoft.com/office/drawing/2014/main" id="{7AD753F2-73EA-08E5-E058-6A42C88399A4}"/>
                    </a:ext>
                  </a:extLst>
                </p:cNvPr>
                <p:cNvPicPr/>
                <p:nvPr/>
              </p:nvPicPr>
              <p:blipFill>
                <a:blip r:embed="rId226"/>
                <a:stretch>
                  <a:fillRect/>
                </a:stretch>
              </p:blipFill>
              <p:spPr>
                <a:xfrm>
                  <a:off x="9147726" y="3759794"/>
                  <a:ext cx="129960" cy="188280"/>
                </a:xfrm>
                <a:prstGeom prst="rect">
                  <a:avLst/>
                </a:prstGeom>
              </p:spPr>
            </p:pic>
          </mc:Fallback>
        </mc:AlternateContent>
        <mc:AlternateContent xmlns:mc="http://schemas.openxmlformats.org/markup-compatibility/2006" xmlns:p14="http://schemas.microsoft.com/office/powerpoint/2010/main">
          <mc:Choice Requires="p14">
            <p:contentPart p14:bwMode="auto" r:id="rId227">
              <p14:nvContentPartPr>
                <p14:cNvPr id="158" name="Ink 157">
                  <a:extLst>
                    <a:ext uri="{FF2B5EF4-FFF2-40B4-BE49-F238E27FC236}">
                      <a16:creationId xmlns:a16="http://schemas.microsoft.com/office/drawing/2014/main" id="{FE606800-060C-B5E7-0CBF-6B271BD1318B}"/>
                    </a:ext>
                  </a:extLst>
                </p14:cNvPr>
                <p14:cNvContentPartPr/>
                <p14:nvPr/>
              </p14:nvContentPartPr>
              <p14:xfrm>
                <a:off x="9341046" y="3746114"/>
                <a:ext cx="18360" cy="235800"/>
              </p14:xfrm>
            </p:contentPart>
          </mc:Choice>
          <mc:Fallback xmlns="">
            <p:pic>
              <p:nvPicPr>
                <p:cNvPr id="158" name="Ink 157">
                  <a:extLst>
                    <a:ext uri="{FF2B5EF4-FFF2-40B4-BE49-F238E27FC236}">
                      <a16:creationId xmlns:a16="http://schemas.microsoft.com/office/drawing/2014/main" id="{FE606800-060C-B5E7-0CBF-6B271BD1318B}"/>
                    </a:ext>
                  </a:extLst>
                </p:cNvPr>
                <p:cNvPicPr/>
                <p:nvPr/>
              </p:nvPicPr>
              <p:blipFill>
                <a:blip r:embed="rId228"/>
                <a:stretch>
                  <a:fillRect/>
                </a:stretch>
              </p:blipFill>
              <p:spPr>
                <a:xfrm>
                  <a:off x="9323406" y="3728114"/>
                  <a:ext cx="54000" cy="271440"/>
                </a:xfrm>
                <a:prstGeom prst="rect">
                  <a:avLst/>
                </a:prstGeom>
              </p:spPr>
            </p:pic>
          </mc:Fallback>
        </mc:AlternateContent>
        <mc:AlternateContent xmlns:mc="http://schemas.openxmlformats.org/markup-compatibility/2006" xmlns:p14="http://schemas.microsoft.com/office/powerpoint/2010/main">
          <mc:Choice Requires="p14">
            <p:contentPart p14:bwMode="auto" r:id="rId229">
              <p14:nvContentPartPr>
                <p14:cNvPr id="159" name="Ink 158">
                  <a:extLst>
                    <a:ext uri="{FF2B5EF4-FFF2-40B4-BE49-F238E27FC236}">
                      <a16:creationId xmlns:a16="http://schemas.microsoft.com/office/drawing/2014/main" id="{5F9B8B2E-D8CA-4E50-2E17-4771D310C3D8}"/>
                    </a:ext>
                  </a:extLst>
                </p14:cNvPr>
                <p14:cNvContentPartPr/>
                <p14:nvPr/>
              </p14:nvContentPartPr>
              <p14:xfrm>
                <a:off x="9454446" y="3756194"/>
                <a:ext cx="20880" cy="205920"/>
              </p14:xfrm>
            </p:contentPart>
          </mc:Choice>
          <mc:Fallback xmlns="">
            <p:pic>
              <p:nvPicPr>
                <p:cNvPr id="159" name="Ink 158">
                  <a:extLst>
                    <a:ext uri="{FF2B5EF4-FFF2-40B4-BE49-F238E27FC236}">
                      <a16:creationId xmlns:a16="http://schemas.microsoft.com/office/drawing/2014/main" id="{5F9B8B2E-D8CA-4E50-2E17-4771D310C3D8}"/>
                    </a:ext>
                  </a:extLst>
                </p:cNvPr>
                <p:cNvPicPr/>
                <p:nvPr/>
              </p:nvPicPr>
              <p:blipFill>
                <a:blip r:embed="rId230"/>
                <a:stretch>
                  <a:fillRect/>
                </a:stretch>
              </p:blipFill>
              <p:spPr>
                <a:xfrm>
                  <a:off x="9436806" y="3738554"/>
                  <a:ext cx="56520" cy="241560"/>
                </a:xfrm>
                <a:prstGeom prst="rect">
                  <a:avLst/>
                </a:prstGeom>
              </p:spPr>
            </p:pic>
          </mc:Fallback>
        </mc:AlternateContent>
        <mc:AlternateContent xmlns:mc="http://schemas.openxmlformats.org/markup-compatibility/2006" xmlns:p14="http://schemas.microsoft.com/office/powerpoint/2010/main">
          <mc:Choice Requires="p14">
            <p:contentPart p14:bwMode="auto" r:id="rId231">
              <p14:nvContentPartPr>
                <p14:cNvPr id="160" name="Ink 159">
                  <a:extLst>
                    <a:ext uri="{FF2B5EF4-FFF2-40B4-BE49-F238E27FC236}">
                      <a16:creationId xmlns:a16="http://schemas.microsoft.com/office/drawing/2014/main" id="{E2ADDC5C-B4B0-731B-41F6-21A62F56405B}"/>
                    </a:ext>
                  </a:extLst>
                </p14:cNvPr>
                <p14:cNvContentPartPr/>
                <p14:nvPr/>
              </p14:nvContentPartPr>
              <p14:xfrm>
                <a:off x="9354366" y="3844394"/>
                <a:ext cx="156600" cy="6480"/>
              </p14:xfrm>
            </p:contentPart>
          </mc:Choice>
          <mc:Fallback xmlns="">
            <p:pic>
              <p:nvPicPr>
                <p:cNvPr id="160" name="Ink 159">
                  <a:extLst>
                    <a:ext uri="{FF2B5EF4-FFF2-40B4-BE49-F238E27FC236}">
                      <a16:creationId xmlns:a16="http://schemas.microsoft.com/office/drawing/2014/main" id="{E2ADDC5C-B4B0-731B-41F6-21A62F56405B}"/>
                    </a:ext>
                  </a:extLst>
                </p:cNvPr>
                <p:cNvPicPr/>
                <p:nvPr/>
              </p:nvPicPr>
              <p:blipFill>
                <a:blip r:embed="rId232"/>
                <a:stretch>
                  <a:fillRect/>
                </a:stretch>
              </p:blipFill>
              <p:spPr>
                <a:xfrm>
                  <a:off x="9336366" y="3826754"/>
                  <a:ext cx="19224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233">
              <p14:nvContentPartPr>
                <p14:cNvPr id="162" name="Ink 161">
                  <a:extLst>
                    <a:ext uri="{FF2B5EF4-FFF2-40B4-BE49-F238E27FC236}">
                      <a16:creationId xmlns:a16="http://schemas.microsoft.com/office/drawing/2014/main" id="{7EE3F144-FCCF-8B3F-F818-3FB0A45E981B}"/>
                    </a:ext>
                  </a:extLst>
                </p14:cNvPr>
                <p14:cNvContentPartPr/>
                <p14:nvPr/>
              </p14:nvContentPartPr>
              <p14:xfrm>
                <a:off x="9135846" y="3784994"/>
                <a:ext cx="29160" cy="87840"/>
              </p14:xfrm>
            </p:contentPart>
          </mc:Choice>
          <mc:Fallback xmlns="">
            <p:pic>
              <p:nvPicPr>
                <p:cNvPr id="162" name="Ink 161">
                  <a:extLst>
                    <a:ext uri="{FF2B5EF4-FFF2-40B4-BE49-F238E27FC236}">
                      <a16:creationId xmlns:a16="http://schemas.microsoft.com/office/drawing/2014/main" id="{7EE3F144-FCCF-8B3F-F818-3FB0A45E981B}"/>
                    </a:ext>
                  </a:extLst>
                </p:cNvPr>
                <p:cNvPicPr/>
                <p:nvPr/>
              </p:nvPicPr>
              <p:blipFill>
                <a:blip r:embed="rId234"/>
                <a:stretch>
                  <a:fillRect/>
                </a:stretch>
              </p:blipFill>
              <p:spPr>
                <a:xfrm>
                  <a:off x="9118206" y="3766994"/>
                  <a:ext cx="64800" cy="123480"/>
                </a:xfrm>
                <a:prstGeom prst="rect">
                  <a:avLst/>
                </a:prstGeom>
              </p:spPr>
            </p:pic>
          </mc:Fallback>
        </mc:AlternateContent>
      </p:grpSp>
      <p:grpSp>
        <p:nvGrpSpPr>
          <p:cNvPr id="166" name="Group 165">
            <a:extLst>
              <a:ext uri="{FF2B5EF4-FFF2-40B4-BE49-F238E27FC236}">
                <a16:creationId xmlns:a16="http://schemas.microsoft.com/office/drawing/2014/main" id="{120F1C33-A73A-ADAA-2F3B-249D4244154A}"/>
              </a:ext>
            </a:extLst>
          </p:cNvPr>
          <p:cNvGrpSpPr/>
          <p:nvPr/>
        </p:nvGrpSpPr>
        <p:grpSpPr>
          <a:xfrm>
            <a:off x="5217358" y="1421364"/>
            <a:ext cx="219240" cy="172440"/>
            <a:chOff x="5217358" y="1421364"/>
            <a:chExt cx="219240" cy="172440"/>
          </a:xfrm>
        </p:grpSpPr>
        <mc:AlternateContent xmlns:mc="http://schemas.openxmlformats.org/markup-compatibility/2006" xmlns:p14="http://schemas.microsoft.com/office/powerpoint/2010/main">
          <mc:Choice Requires="p14">
            <p:contentPart p14:bwMode="auto" r:id="rId235">
              <p14:nvContentPartPr>
                <p14:cNvPr id="164" name="Ink 163">
                  <a:extLst>
                    <a:ext uri="{FF2B5EF4-FFF2-40B4-BE49-F238E27FC236}">
                      <a16:creationId xmlns:a16="http://schemas.microsoft.com/office/drawing/2014/main" id="{88CFAC3A-A4D8-044B-B6BA-45FCE3CA36E6}"/>
                    </a:ext>
                  </a:extLst>
                </p14:cNvPr>
                <p14:cNvContentPartPr/>
                <p14:nvPr/>
              </p14:nvContentPartPr>
              <p14:xfrm>
                <a:off x="5373958" y="1485444"/>
                <a:ext cx="62640" cy="104040"/>
              </p14:xfrm>
            </p:contentPart>
          </mc:Choice>
          <mc:Fallback xmlns="">
            <p:pic>
              <p:nvPicPr>
                <p:cNvPr id="164" name="Ink 163">
                  <a:extLst>
                    <a:ext uri="{FF2B5EF4-FFF2-40B4-BE49-F238E27FC236}">
                      <a16:creationId xmlns:a16="http://schemas.microsoft.com/office/drawing/2014/main" id="{88CFAC3A-A4D8-044B-B6BA-45FCE3CA36E6}"/>
                    </a:ext>
                  </a:extLst>
                </p:cNvPr>
                <p:cNvPicPr/>
                <p:nvPr/>
              </p:nvPicPr>
              <p:blipFill>
                <a:blip r:embed="rId236"/>
                <a:stretch>
                  <a:fillRect/>
                </a:stretch>
              </p:blipFill>
              <p:spPr>
                <a:xfrm>
                  <a:off x="5355958" y="1467804"/>
                  <a:ext cx="98280" cy="139680"/>
                </a:xfrm>
                <a:prstGeom prst="rect">
                  <a:avLst/>
                </a:prstGeom>
              </p:spPr>
            </p:pic>
          </mc:Fallback>
        </mc:AlternateContent>
        <mc:AlternateContent xmlns:mc="http://schemas.openxmlformats.org/markup-compatibility/2006" xmlns:p14="http://schemas.microsoft.com/office/powerpoint/2010/main">
          <mc:Choice Requires="p14">
            <p:contentPart p14:bwMode="auto" r:id="rId237">
              <p14:nvContentPartPr>
                <p14:cNvPr id="165" name="Ink 164">
                  <a:extLst>
                    <a:ext uri="{FF2B5EF4-FFF2-40B4-BE49-F238E27FC236}">
                      <a16:creationId xmlns:a16="http://schemas.microsoft.com/office/drawing/2014/main" id="{DF945E47-32E4-7D06-5692-CDB6281D7D4E}"/>
                    </a:ext>
                  </a:extLst>
                </p14:cNvPr>
                <p14:cNvContentPartPr/>
                <p14:nvPr/>
              </p14:nvContentPartPr>
              <p14:xfrm>
                <a:off x="5217358" y="1421364"/>
                <a:ext cx="113760" cy="172440"/>
              </p14:xfrm>
            </p:contentPart>
          </mc:Choice>
          <mc:Fallback xmlns="">
            <p:pic>
              <p:nvPicPr>
                <p:cNvPr id="165" name="Ink 164">
                  <a:extLst>
                    <a:ext uri="{FF2B5EF4-FFF2-40B4-BE49-F238E27FC236}">
                      <a16:creationId xmlns:a16="http://schemas.microsoft.com/office/drawing/2014/main" id="{DF945E47-32E4-7D06-5692-CDB6281D7D4E}"/>
                    </a:ext>
                  </a:extLst>
                </p:cNvPr>
                <p:cNvPicPr/>
                <p:nvPr/>
              </p:nvPicPr>
              <p:blipFill>
                <a:blip r:embed="rId238"/>
                <a:stretch>
                  <a:fillRect/>
                </a:stretch>
              </p:blipFill>
              <p:spPr>
                <a:xfrm>
                  <a:off x="5199718" y="1403364"/>
                  <a:ext cx="149400" cy="208080"/>
                </a:xfrm>
                <a:prstGeom prst="rect">
                  <a:avLst/>
                </a:prstGeom>
              </p:spPr>
            </p:pic>
          </mc:Fallback>
        </mc:AlternateContent>
      </p:grpSp>
      <p:grpSp>
        <p:nvGrpSpPr>
          <p:cNvPr id="182" name="Group 181">
            <a:extLst>
              <a:ext uri="{FF2B5EF4-FFF2-40B4-BE49-F238E27FC236}">
                <a16:creationId xmlns:a16="http://schemas.microsoft.com/office/drawing/2014/main" id="{DFFC4257-6336-B552-C756-C1576D265966}"/>
              </a:ext>
            </a:extLst>
          </p:cNvPr>
          <p:cNvGrpSpPr/>
          <p:nvPr/>
        </p:nvGrpSpPr>
        <p:grpSpPr>
          <a:xfrm>
            <a:off x="3482518" y="1271964"/>
            <a:ext cx="1631160" cy="401400"/>
            <a:chOff x="3482518" y="1271964"/>
            <a:chExt cx="1631160" cy="401400"/>
          </a:xfrm>
        </p:grpSpPr>
        <mc:AlternateContent xmlns:mc="http://schemas.openxmlformats.org/markup-compatibility/2006" xmlns:p14="http://schemas.microsoft.com/office/powerpoint/2010/main">
          <mc:Choice Requires="p14">
            <p:contentPart p14:bwMode="auto" r:id="rId239">
              <p14:nvContentPartPr>
                <p14:cNvPr id="172" name="Ink 171">
                  <a:extLst>
                    <a:ext uri="{FF2B5EF4-FFF2-40B4-BE49-F238E27FC236}">
                      <a16:creationId xmlns:a16="http://schemas.microsoft.com/office/drawing/2014/main" id="{6DDEBC61-438E-3F47-69A1-AD8C700EE61E}"/>
                    </a:ext>
                  </a:extLst>
                </p14:cNvPr>
                <p14:cNvContentPartPr/>
                <p14:nvPr/>
              </p14:nvContentPartPr>
              <p14:xfrm>
                <a:off x="4927558" y="1378884"/>
                <a:ext cx="186120" cy="189000"/>
              </p14:xfrm>
            </p:contentPart>
          </mc:Choice>
          <mc:Fallback xmlns="">
            <p:pic>
              <p:nvPicPr>
                <p:cNvPr id="172" name="Ink 171">
                  <a:extLst>
                    <a:ext uri="{FF2B5EF4-FFF2-40B4-BE49-F238E27FC236}">
                      <a16:creationId xmlns:a16="http://schemas.microsoft.com/office/drawing/2014/main" id="{6DDEBC61-438E-3F47-69A1-AD8C700EE61E}"/>
                    </a:ext>
                  </a:extLst>
                </p:cNvPr>
                <p:cNvPicPr/>
                <p:nvPr/>
              </p:nvPicPr>
              <p:blipFill>
                <a:blip r:embed="rId240"/>
                <a:stretch>
                  <a:fillRect/>
                </a:stretch>
              </p:blipFill>
              <p:spPr>
                <a:xfrm>
                  <a:off x="4909918" y="1361244"/>
                  <a:ext cx="221760" cy="224640"/>
                </a:xfrm>
                <a:prstGeom prst="rect">
                  <a:avLst/>
                </a:prstGeom>
              </p:spPr>
            </p:pic>
          </mc:Fallback>
        </mc:AlternateContent>
        <mc:AlternateContent xmlns:mc="http://schemas.openxmlformats.org/markup-compatibility/2006" xmlns:p14="http://schemas.microsoft.com/office/powerpoint/2010/main">
          <mc:Choice Requires="p14">
            <p:contentPart p14:bwMode="auto" r:id="rId241">
              <p14:nvContentPartPr>
                <p14:cNvPr id="173" name="Ink 172">
                  <a:extLst>
                    <a:ext uri="{FF2B5EF4-FFF2-40B4-BE49-F238E27FC236}">
                      <a16:creationId xmlns:a16="http://schemas.microsoft.com/office/drawing/2014/main" id="{1D30D04F-3463-E552-0A85-D89B960672E5}"/>
                    </a:ext>
                  </a:extLst>
                </p14:cNvPr>
                <p14:cNvContentPartPr/>
                <p14:nvPr/>
              </p14:nvContentPartPr>
              <p14:xfrm>
                <a:off x="4657558" y="1446924"/>
                <a:ext cx="93600" cy="128160"/>
              </p14:xfrm>
            </p:contentPart>
          </mc:Choice>
          <mc:Fallback xmlns="">
            <p:pic>
              <p:nvPicPr>
                <p:cNvPr id="173" name="Ink 172">
                  <a:extLst>
                    <a:ext uri="{FF2B5EF4-FFF2-40B4-BE49-F238E27FC236}">
                      <a16:creationId xmlns:a16="http://schemas.microsoft.com/office/drawing/2014/main" id="{1D30D04F-3463-E552-0A85-D89B960672E5}"/>
                    </a:ext>
                  </a:extLst>
                </p:cNvPr>
                <p:cNvPicPr/>
                <p:nvPr/>
              </p:nvPicPr>
              <p:blipFill>
                <a:blip r:embed="rId242"/>
                <a:stretch>
                  <a:fillRect/>
                </a:stretch>
              </p:blipFill>
              <p:spPr>
                <a:xfrm>
                  <a:off x="4639558" y="1428924"/>
                  <a:ext cx="129240" cy="163800"/>
                </a:xfrm>
                <a:prstGeom prst="rect">
                  <a:avLst/>
                </a:prstGeom>
              </p:spPr>
            </p:pic>
          </mc:Fallback>
        </mc:AlternateContent>
        <mc:AlternateContent xmlns:mc="http://schemas.openxmlformats.org/markup-compatibility/2006" xmlns:p14="http://schemas.microsoft.com/office/powerpoint/2010/main">
          <mc:Choice Requires="p14">
            <p:contentPart p14:bwMode="auto" r:id="rId243">
              <p14:nvContentPartPr>
                <p14:cNvPr id="174" name="Ink 173">
                  <a:extLst>
                    <a:ext uri="{FF2B5EF4-FFF2-40B4-BE49-F238E27FC236}">
                      <a16:creationId xmlns:a16="http://schemas.microsoft.com/office/drawing/2014/main" id="{DE8851BB-11D9-117E-42F8-B3040F03E7DD}"/>
                    </a:ext>
                  </a:extLst>
                </p14:cNvPr>
                <p14:cNvContentPartPr/>
                <p14:nvPr/>
              </p14:nvContentPartPr>
              <p14:xfrm>
                <a:off x="4332118" y="1355844"/>
                <a:ext cx="274320" cy="200160"/>
              </p14:xfrm>
            </p:contentPart>
          </mc:Choice>
          <mc:Fallback xmlns="">
            <p:pic>
              <p:nvPicPr>
                <p:cNvPr id="174" name="Ink 173">
                  <a:extLst>
                    <a:ext uri="{FF2B5EF4-FFF2-40B4-BE49-F238E27FC236}">
                      <a16:creationId xmlns:a16="http://schemas.microsoft.com/office/drawing/2014/main" id="{DE8851BB-11D9-117E-42F8-B3040F03E7DD}"/>
                    </a:ext>
                  </a:extLst>
                </p:cNvPr>
                <p:cNvPicPr/>
                <p:nvPr/>
              </p:nvPicPr>
              <p:blipFill>
                <a:blip r:embed="rId244"/>
                <a:stretch>
                  <a:fillRect/>
                </a:stretch>
              </p:blipFill>
              <p:spPr>
                <a:xfrm>
                  <a:off x="4314478" y="1337844"/>
                  <a:ext cx="309960" cy="235800"/>
                </a:xfrm>
                <a:prstGeom prst="rect">
                  <a:avLst/>
                </a:prstGeom>
              </p:spPr>
            </p:pic>
          </mc:Fallback>
        </mc:AlternateContent>
        <mc:AlternateContent xmlns:mc="http://schemas.openxmlformats.org/markup-compatibility/2006" xmlns:p14="http://schemas.microsoft.com/office/powerpoint/2010/main">
          <mc:Choice Requires="p14">
            <p:contentPart p14:bwMode="auto" r:id="rId245">
              <p14:nvContentPartPr>
                <p14:cNvPr id="175" name="Ink 174">
                  <a:extLst>
                    <a:ext uri="{FF2B5EF4-FFF2-40B4-BE49-F238E27FC236}">
                      <a16:creationId xmlns:a16="http://schemas.microsoft.com/office/drawing/2014/main" id="{30F47D2F-A157-71CF-7C7D-1C02366F2078}"/>
                    </a:ext>
                  </a:extLst>
                </p14:cNvPr>
                <p14:cNvContentPartPr/>
                <p14:nvPr/>
              </p14:nvContentPartPr>
              <p14:xfrm>
                <a:off x="4370638" y="1419564"/>
                <a:ext cx="106560" cy="13320"/>
              </p14:xfrm>
            </p:contentPart>
          </mc:Choice>
          <mc:Fallback xmlns="">
            <p:pic>
              <p:nvPicPr>
                <p:cNvPr id="175" name="Ink 174">
                  <a:extLst>
                    <a:ext uri="{FF2B5EF4-FFF2-40B4-BE49-F238E27FC236}">
                      <a16:creationId xmlns:a16="http://schemas.microsoft.com/office/drawing/2014/main" id="{30F47D2F-A157-71CF-7C7D-1C02366F2078}"/>
                    </a:ext>
                  </a:extLst>
                </p:cNvPr>
                <p:cNvPicPr/>
                <p:nvPr/>
              </p:nvPicPr>
              <p:blipFill>
                <a:blip r:embed="rId246"/>
                <a:stretch>
                  <a:fillRect/>
                </a:stretch>
              </p:blipFill>
              <p:spPr>
                <a:xfrm>
                  <a:off x="4352998" y="1401924"/>
                  <a:ext cx="142200" cy="48960"/>
                </a:xfrm>
                <a:prstGeom prst="rect">
                  <a:avLst/>
                </a:prstGeom>
              </p:spPr>
            </p:pic>
          </mc:Fallback>
        </mc:AlternateContent>
        <mc:AlternateContent xmlns:mc="http://schemas.openxmlformats.org/markup-compatibility/2006" xmlns:p14="http://schemas.microsoft.com/office/powerpoint/2010/main">
          <mc:Choice Requires="p14">
            <p:contentPart p14:bwMode="auto" r:id="rId247">
              <p14:nvContentPartPr>
                <p14:cNvPr id="176" name="Ink 175">
                  <a:extLst>
                    <a:ext uri="{FF2B5EF4-FFF2-40B4-BE49-F238E27FC236}">
                      <a16:creationId xmlns:a16="http://schemas.microsoft.com/office/drawing/2014/main" id="{FF332A94-F0DB-27DC-6CD0-6A55B18E2A8C}"/>
                    </a:ext>
                  </a:extLst>
                </p14:cNvPr>
                <p14:cNvContentPartPr/>
                <p14:nvPr/>
              </p14:nvContentPartPr>
              <p14:xfrm>
                <a:off x="4037278" y="1389684"/>
                <a:ext cx="11880" cy="134280"/>
              </p14:xfrm>
            </p:contentPart>
          </mc:Choice>
          <mc:Fallback xmlns="">
            <p:pic>
              <p:nvPicPr>
                <p:cNvPr id="176" name="Ink 175">
                  <a:extLst>
                    <a:ext uri="{FF2B5EF4-FFF2-40B4-BE49-F238E27FC236}">
                      <a16:creationId xmlns:a16="http://schemas.microsoft.com/office/drawing/2014/main" id="{FF332A94-F0DB-27DC-6CD0-6A55B18E2A8C}"/>
                    </a:ext>
                  </a:extLst>
                </p:cNvPr>
                <p:cNvPicPr/>
                <p:nvPr/>
              </p:nvPicPr>
              <p:blipFill>
                <a:blip r:embed="rId248"/>
                <a:stretch>
                  <a:fillRect/>
                </a:stretch>
              </p:blipFill>
              <p:spPr>
                <a:xfrm>
                  <a:off x="4019638" y="1372044"/>
                  <a:ext cx="47520" cy="169920"/>
                </a:xfrm>
                <a:prstGeom prst="rect">
                  <a:avLst/>
                </a:prstGeom>
              </p:spPr>
            </p:pic>
          </mc:Fallback>
        </mc:AlternateContent>
        <mc:AlternateContent xmlns:mc="http://schemas.openxmlformats.org/markup-compatibility/2006" xmlns:p14="http://schemas.microsoft.com/office/powerpoint/2010/main">
          <mc:Choice Requires="p14">
            <p:contentPart p14:bwMode="auto" r:id="rId249">
              <p14:nvContentPartPr>
                <p14:cNvPr id="177" name="Ink 176">
                  <a:extLst>
                    <a:ext uri="{FF2B5EF4-FFF2-40B4-BE49-F238E27FC236}">
                      <a16:creationId xmlns:a16="http://schemas.microsoft.com/office/drawing/2014/main" id="{B14413C6-2626-83E9-83CD-ECCE7812CBBB}"/>
                    </a:ext>
                  </a:extLst>
                </p14:cNvPr>
                <p14:cNvContentPartPr/>
                <p14:nvPr/>
              </p14:nvContentPartPr>
              <p14:xfrm>
                <a:off x="4113958" y="1377804"/>
                <a:ext cx="73080" cy="134640"/>
              </p14:xfrm>
            </p:contentPart>
          </mc:Choice>
          <mc:Fallback xmlns="">
            <p:pic>
              <p:nvPicPr>
                <p:cNvPr id="177" name="Ink 176">
                  <a:extLst>
                    <a:ext uri="{FF2B5EF4-FFF2-40B4-BE49-F238E27FC236}">
                      <a16:creationId xmlns:a16="http://schemas.microsoft.com/office/drawing/2014/main" id="{B14413C6-2626-83E9-83CD-ECCE7812CBBB}"/>
                    </a:ext>
                  </a:extLst>
                </p:cNvPr>
                <p:cNvPicPr/>
                <p:nvPr/>
              </p:nvPicPr>
              <p:blipFill>
                <a:blip r:embed="rId250"/>
                <a:stretch>
                  <a:fillRect/>
                </a:stretch>
              </p:blipFill>
              <p:spPr>
                <a:xfrm>
                  <a:off x="4096318" y="1360164"/>
                  <a:ext cx="108720" cy="170280"/>
                </a:xfrm>
                <a:prstGeom prst="rect">
                  <a:avLst/>
                </a:prstGeom>
              </p:spPr>
            </p:pic>
          </mc:Fallback>
        </mc:AlternateContent>
        <mc:AlternateContent xmlns:mc="http://schemas.openxmlformats.org/markup-compatibility/2006" xmlns:p14="http://schemas.microsoft.com/office/powerpoint/2010/main">
          <mc:Choice Requires="p14">
            <p:contentPart p14:bwMode="auto" r:id="rId251">
              <p14:nvContentPartPr>
                <p14:cNvPr id="178" name="Ink 177">
                  <a:extLst>
                    <a:ext uri="{FF2B5EF4-FFF2-40B4-BE49-F238E27FC236}">
                      <a16:creationId xmlns:a16="http://schemas.microsoft.com/office/drawing/2014/main" id="{850D61F2-5CEE-6F3B-8A1E-0331DB8FACAE}"/>
                    </a:ext>
                  </a:extLst>
                </p14:cNvPr>
                <p14:cNvContentPartPr/>
                <p14:nvPr/>
              </p14:nvContentPartPr>
              <p14:xfrm>
                <a:off x="3843958" y="1360524"/>
                <a:ext cx="12960" cy="155160"/>
              </p14:xfrm>
            </p:contentPart>
          </mc:Choice>
          <mc:Fallback xmlns="">
            <p:pic>
              <p:nvPicPr>
                <p:cNvPr id="178" name="Ink 177">
                  <a:extLst>
                    <a:ext uri="{FF2B5EF4-FFF2-40B4-BE49-F238E27FC236}">
                      <a16:creationId xmlns:a16="http://schemas.microsoft.com/office/drawing/2014/main" id="{850D61F2-5CEE-6F3B-8A1E-0331DB8FACAE}"/>
                    </a:ext>
                  </a:extLst>
                </p:cNvPr>
                <p:cNvPicPr/>
                <p:nvPr/>
              </p:nvPicPr>
              <p:blipFill>
                <a:blip r:embed="rId252"/>
                <a:stretch>
                  <a:fillRect/>
                </a:stretch>
              </p:blipFill>
              <p:spPr>
                <a:xfrm>
                  <a:off x="3826318" y="1342884"/>
                  <a:ext cx="48600" cy="190800"/>
                </a:xfrm>
                <a:prstGeom prst="rect">
                  <a:avLst/>
                </a:prstGeom>
              </p:spPr>
            </p:pic>
          </mc:Fallback>
        </mc:AlternateContent>
        <mc:AlternateContent xmlns:mc="http://schemas.openxmlformats.org/markup-compatibility/2006" xmlns:p14="http://schemas.microsoft.com/office/powerpoint/2010/main">
          <mc:Choice Requires="p14">
            <p:contentPart p14:bwMode="auto" r:id="rId253">
              <p14:nvContentPartPr>
                <p14:cNvPr id="179" name="Ink 178">
                  <a:extLst>
                    <a:ext uri="{FF2B5EF4-FFF2-40B4-BE49-F238E27FC236}">
                      <a16:creationId xmlns:a16="http://schemas.microsoft.com/office/drawing/2014/main" id="{7E753D58-A118-FF3D-542C-389DBB7B9966}"/>
                    </a:ext>
                  </a:extLst>
                </p14:cNvPr>
                <p14:cNvContentPartPr/>
                <p14:nvPr/>
              </p14:nvContentPartPr>
              <p14:xfrm>
                <a:off x="3813718" y="1271964"/>
                <a:ext cx="185760" cy="61200"/>
              </p14:xfrm>
            </p:contentPart>
          </mc:Choice>
          <mc:Fallback xmlns="">
            <p:pic>
              <p:nvPicPr>
                <p:cNvPr id="179" name="Ink 178">
                  <a:extLst>
                    <a:ext uri="{FF2B5EF4-FFF2-40B4-BE49-F238E27FC236}">
                      <a16:creationId xmlns:a16="http://schemas.microsoft.com/office/drawing/2014/main" id="{7E753D58-A118-FF3D-542C-389DBB7B9966}"/>
                    </a:ext>
                  </a:extLst>
                </p:cNvPr>
                <p:cNvPicPr/>
                <p:nvPr/>
              </p:nvPicPr>
              <p:blipFill>
                <a:blip r:embed="rId254"/>
                <a:stretch>
                  <a:fillRect/>
                </a:stretch>
              </p:blipFill>
              <p:spPr>
                <a:xfrm>
                  <a:off x="3796078" y="1253964"/>
                  <a:ext cx="221400" cy="96840"/>
                </a:xfrm>
                <a:prstGeom prst="rect">
                  <a:avLst/>
                </a:prstGeom>
              </p:spPr>
            </p:pic>
          </mc:Fallback>
        </mc:AlternateContent>
        <mc:AlternateContent xmlns:mc="http://schemas.openxmlformats.org/markup-compatibility/2006" xmlns:p14="http://schemas.microsoft.com/office/powerpoint/2010/main">
          <mc:Choice Requires="p14">
            <p:contentPart p14:bwMode="auto" r:id="rId255">
              <p14:nvContentPartPr>
                <p14:cNvPr id="180" name="Ink 179">
                  <a:extLst>
                    <a:ext uri="{FF2B5EF4-FFF2-40B4-BE49-F238E27FC236}">
                      <a16:creationId xmlns:a16="http://schemas.microsoft.com/office/drawing/2014/main" id="{3644CFB5-AD2A-2571-675D-324778A79508}"/>
                    </a:ext>
                  </a:extLst>
                </p14:cNvPr>
                <p14:cNvContentPartPr/>
                <p14:nvPr/>
              </p14:nvContentPartPr>
              <p14:xfrm>
                <a:off x="3482518" y="1432884"/>
                <a:ext cx="285120" cy="120600"/>
              </p14:xfrm>
            </p:contentPart>
          </mc:Choice>
          <mc:Fallback xmlns="">
            <p:pic>
              <p:nvPicPr>
                <p:cNvPr id="180" name="Ink 179">
                  <a:extLst>
                    <a:ext uri="{FF2B5EF4-FFF2-40B4-BE49-F238E27FC236}">
                      <a16:creationId xmlns:a16="http://schemas.microsoft.com/office/drawing/2014/main" id="{3644CFB5-AD2A-2571-675D-324778A79508}"/>
                    </a:ext>
                  </a:extLst>
                </p:cNvPr>
                <p:cNvPicPr/>
                <p:nvPr/>
              </p:nvPicPr>
              <p:blipFill>
                <a:blip r:embed="rId256"/>
                <a:stretch>
                  <a:fillRect/>
                </a:stretch>
              </p:blipFill>
              <p:spPr>
                <a:xfrm>
                  <a:off x="3464878" y="1415244"/>
                  <a:ext cx="320760" cy="156240"/>
                </a:xfrm>
                <a:prstGeom prst="rect">
                  <a:avLst/>
                </a:prstGeom>
              </p:spPr>
            </p:pic>
          </mc:Fallback>
        </mc:AlternateContent>
        <mc:AlternateContent xmlns:mc="http://schemas.openxmlformats.org/markup-compatibility/2006" xmlns:p14="http://schemas.microsoft.com/office/powerpoint/2010/main">
          <mc:Choice Requires="p14">
            <p:contentPart p14:bwMode="auto" r:id="rId257">
              <p14:nvContentPartPr>
                <p14:cNvPr id="181" name="Ink 180">
                  <a:extLst>
                    <a:ext uri="{FF2B5EF4-FFF2-40B4-BE49-F238E27FC236}">
                      <a16:creationId xmlns:a16="http://schemas.microsoft.com/office/drawing/2014/main" id="{524421B5-54C2-67A0-13EB-EF604E33AAC8}"/>
                    </a:ext>
                  </a:extLst>
                </p14:cNvPr>
                <p14:cNvContentPartPr/>
                <p14:nvPr/>
              </p14:nvContentPartPr>
              <p14:xfrm>
                <a:off x="3536518" y="1602444"/>
                <a:ext cx="65520" cy="70920"/>
              </p14:xfrm>
            </p:contentPart>
          </mc:Choice>
          <mc:Fallback xmlns="">
            <p:pic>
              <p:nvPicPr>
                <p:cNvPr id="181" name="Ink 180">
                  <a:extLst>
                    <a:ext uri="{FF2B5EF4-FFF2-40B4-BE49-F238E27FC236}">
                      <a16:creationId xmlns:a16="http://schemas.microsoft.com/office/drawing/2014/main" id="{524421B5-54C2-67A0-13EB-EF604E33AAC8}"/>
                    </a:ext>
                  </a:extLst>
                </p:cNvPr>
                <p:cNvPicPr/>
                <p:nvPr/>
              </p:nvPicPr>
              <p:blipFill>
                <a:blip r:embed="rId258"/>
                <a:stretch>
                  <a:fillRect/>
                </a:stretch>
              </p:blipFill>
              <p:spPr>
                <a:xfrm>
                  <a:off x="3518518" y="1584804"/>
                  <a:ext cx="101160" cy="106560"/>
                </a:xfrm>
                <a:prstGeom prst="rect">
                  <a:avLst/>
                </a:prstGeom>
              </p:spPr>
            </p:pic>
          </mc:Fallback>
        </mc:AlternateContent>
      </p:grpSp>
    </p:spTree>
    <p:extLst>
      <p:ext uri="{BB962C8B-B14F-4D97-AF65-F5344CB8AC3E}">
        <p14:creationId xmlns:p14="http://schemas.microsoft.com/office/powerpoint/2010/main" val="18370720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6BECBC9-51AE-8679-976E-0643D3728F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28322" y="1005342"/>
            <a:ext cx="3925362" cy="5500254"/>
          </a:xfrm>
          <a:prstGeom prst="rect">
            <a:avLst/>
          </a:prstGeom>
        </p:spPr>
      </p:pic>
      <p:pic>
        <p:nvPicPr>
          <p:cNvPr id="5" name="Picture 4">
            <a:extLst>
              <a:ext uri="{FF2B5EF4-FFF2-40B4-BE49-F238E27FC236}">
                <a16:creationId xmlns:a16="http://schemas.microsoft.com/office/drawing/2014/main" id="{0CCFC391-770E-58D9-0396-9E5FDF8E13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0022" y="1032562"/>
            <a:ext cx="4397064" cy="5473032"/>
          </a:xfrm>
          <a:prstGeom prst="rect">
            <a:avLst/>
          </a:prstGeom>
        </p:spPr>
      </p:pic>
      <p:sp>
        <p:nvSpPr>
          <p:cNvPr id="7" name="Title 1">
            <a:extLst>
              <a:ext uri="{FF2B5EF4-FFF2-40B4-BE49-F238E27FC236}">
                <a16:creationId xmlns:a16="http://schemas.microsoft.com/office/drawing/2014/main" id="{0E2D61F6-F508-899B-5844-419B873C46A9}"/>
              </a:ext>
            </a:extLst>
          </p:cNvPr>
          <p:cNvSpPr txBox="1">
            <a:spLocks/>
          </p:cNvSpPr>
          <p:nvPr/>
        </p:nvSpPr>
        <p:spPr>
          <a:xfrm>
            <a:off x="919119" y="296928"/>
            <a:ext cx="10353762" cy="812800"/>
          </a:xfrm>
          <a:prstGeom prst="rect">
            <a:avLst/>
          </a:prstGeom>
        </p:spPr>
        <p:txBody>
          <a:bodyPr>
            <a:normAutofit/>
          </a:bodyPr>
          <a:lst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rtl="1"/>
            <a:r>
              <a:rPr lang="fa-IR" sz="3600" dirty="0">
                <a:latin typeface="IRANSans" panose="02040503050201020203" pitchFamily="18" charset="-78"/>
                <a:cs typeface="B Titr" panose="00000700000000000000" pitchFamily="2" charset="-78"/>
              </a:rPr>
              <a:t>ماژول سنسور </a:t>
            </a:r>
            <a:r>
              <a:rPr lang="en-US" sz="3600" dirty="0">
                <a:latin typeface="IRANSans" panose="02040503050201020203" pitchFamily="18" charset="-78"/>
                <a:cs typeface="B Titr" panose="00000700000000000000" pitchFamily="2" charset="-78"/>
              </a:rPr>
              <a:t>LDR</a:t>
            </a:r>
          </a:p>
        </p:txBody>
      </p:sp>
      <p:grpSp>
        <p:nvGrpSpPr>
          <p:cNvPr id="18" name="Group 17">
            <a:extLst>
              <a:ext uri="{FF2B5EF4-FFF2-40B4-BE49-F238E27FC236}">
                <a16:creationId xmlns:a16="http://schemas.microsoft.com/office/drawing/2014/main" id="{668FAC71-1492-A254-D3C0-14D870589245}"/>
              </a:ext>
            </a:extLst>
          </p:cNvPr>
          <p:cNvGrpSpPr/>
          <p:nvPr/>
        </p:nvGrpSpPr>
        <p:grpSpPr>
          <a:xfrm>
            <a:off x="5776669" y="2889511"/>
            <a:ext cx="2690280" cy="340920"/>
            <a:chOff x="5776669" y="2889511"/>
            <a:chExt cx="2690280" cy="340920"/>
          </a:xfrm>
        </p:grpSpPr>
        <mc:AlternateContent xmlns:mc="http://schemas.openxmlformats.org/markup-compatibility/2006" xmlns:p14="http://schemas.microsoft.com/office/powerpoint/2010/main">
          <mc:Choice Requires="p14">
            <p:contentPart p14:bwMode="auto" r:id="rId4">
              <p14:nvContentPartPr>
                <p14:cNvPr id="8" name="Ink 7">
                  <a:extLst>
                    <a:ext uri="{FF2B5EF4-FFF2-40B4-BE49-F238E27FC236}">
                      <a16:creationId xmlns:a16="http://schemas.microsoft.com/office/drawing/2014/main" id="{5EC7F82F-7B18-75E1-98D0-1CF362CB0322}"/>
                    </a:ext>
                  </a:extLst>
                </p14:cNvPr>
                <p14:cNvContentPartPr/>
                <p14:nvPr/>
              </p14:nvContentPartPr>
              <p14:xfrm>
                <a:off x="7193629" y="3048991"/>
                <a:ext cx="1273320" cy="131760"/>
              </p14:xfrm>
            </p:contentPart>
          </mc:Choice>
          <mc:Fallback xmlns="">
            <p:pic>
              <p:nvPicPr>
                <p:cNvPr id="8" name="Ink 7">
                  <a:extLst>
                    <a:ext uri="{FF2B5EF4-FFF2-40B4-BE49-F238E27FC236}">
                      <a16:creationId xmlns:a16="http://schemas.microsoft.com/office/drawing/2014/main" id="{5EC7F82F-7B18-75E1-98D0-1CF362CB0322}"/>
                    </a:ext>
                  </a:extLst>
                </p:cNvPr>
                <p:cNvPicPr/>
                <p:nvPr/>
              </p:nvPicPr>
              <p:blipFill>
                <a:blip r:embed="rId5"/>
                <a:stretch>
                  <a:fillRect/>
                </a:stretch>
              </p:blipFill>
              <p:spPr>
                <a:xfrm>
                  <a:off x="7175629" y="3031351"/>
                  <a:ext cx="1308960" cy="16740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 name="Ink 8">
                  <a:extLst>
                    <a:ext uri="{FF2B5EF4-FFF2-40B4-BE49-F238E27FC236}">
                      <a16:creationId xmlns:a16="http://schemas.microsoft.com/office/drawing/2014/main" id="{E647236B-8E25-23D9-1C82-5F9FE1C05BF1}"/>
                    </a:ext>
                  </a:extLst>
                </p14:cNvPr>
                <p14:cNvContentPartPr/>
                <p14:nvPr/>
              </p14:nvContentPartPr>
              <p14:xfrm>
                <a:off x="6877189" y="3014071"/>
                <a:ext cx="146160" cy="135360"/>
              </p14:xfrm>
            </p:contentPart>
          </mc:Choice>
          <mc:Fallback xmlns="">
            <p:pic>
              <p:nvPicPr>
                <p:cNvPr id="9" name="Ink 8">
                  <a:extLst>
                    <a:ext uri="{FF2B5EF4-FFF2-40B4-BE49-F238E27FC236}">
                      <a16:creationId xmlns:a16="http://schemas.microsoft.com/office/drawing/2014/main" id="{E647236B-8E25-23D9-1C82-5F9FE1C05BF1}"/>
                    </a:ext>
                  </a:extLst>
                </p:cNvPr>
                <p:cNvPicPr/>
                <p:nvPr/>
              </p:nvPicPr>
              <p:blipFill>
                <a:blip r:embed="rId7"/>
                <a:stretch>
                  <a:fillRect/>
                </a:stretch>
              </p:blipFill>
              <p:spPr>
                <a:xfrm>
                  <a:off x="6859549" y="2996431"/>
                  <a:ext cx="181800" cy="171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66492E93-7D1F-CC80-2A75-41931134B81F}"/>
                    </a:ext>
                  </a:extLst>
                </p14:cNvPr>
                <p14:cNvContentPartPr/>
                <p14:nvPr/>
              </p14:nvContentPartPr>
              <p14:xfrm>
                <a:off x="6962869" y="3180751"/>
                <a:ext cx="42840" cy="49680"/>
              </p14:xfrm>
            </p:contentPart>
          </mc:Choice>
          <mc:Fallback xmlns="">
            <p:pic>
              <p:nvPicPr>
                <p:cNvPr id="10" name="Ink 9">
                  <a:extLst>
                    <a:ext uri="{FF2B5EF4-FFF2-40B4-BE49-F238E27FC236}">
                      <a16:creationId xmlns:a16="http://schemas.microsoft.com/office/drawing/2014/main" id="{66492E93-7D1F-CC80-2A75-41931134B81F}"/>
                    </a:ext>
                  </a:extLst>
                </p:cNvPr>
                <p:cNvPicPr/>
                <p:nvPr/>
              </p:nvPicPr>
              <p:blipFill>
                <a:blip r:embed="rId9"/>
                <a:stretch>
                  <a:fillRect/>
                </a:stretch>
              </p:blipFill>
              <p:spPr>
                <a:xfrm>
                  <a:off x="6945229" y="3162751"/>
                  <a:ext cx="78480" cy="853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D3C9F7E1-464F-80B1-DC50-BC904403392E}"/>
                    </a:ext>
                  </a:extLst>
                </p14:cNvPr>
                <p14:cNvContentPartPr/>
                <p14:nvPr/>
              </p14:nvContentPartPr>
              <p14:xfrm>
                <a:off x="6786829" y="3039991"/>
                <a:ext cx="62640" cy="88920"/>
              </p14:xfrm>
            </p:contentPart>
          </mc:Choice>
          <mc:Fallback xmlns="">
            <p:pic>
              <p:nvPicPr>
                <p:cNvPr id="11" name="Ink 10">
                  <a:extLst>
                    <a:ext uri="{FF2B5EF4-FFF2-40B4-BE49-F238E27FC236}">
                      <a16:creationId xmlns:a16="http://schemas.microsoft.com/office/drawing/2014/main" id="{D3C9F7E1-464F-80B1-DC50-BC904403392E}"/>
                    </a:ext>
                  </a:extLst>
                </p:cNvPr>
                <p:cNvPicPr/>
                <p:nvPr/>
              </p:nvPicPr>
              <p:blipFill>
                <a:blip r:embed="rId11"/>
                <a:stretch>
                  <a:fillRect/>
                </a:stretch>
              </p:blipFill>
              <p:spPr>
                <a:xfrm>
                  <a:off x="6769189" y="3021991"/>
                  <a:ext cx="98280" cy="12456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Ink 11">
                  <a:extLst>
                    <a:ext uri="{FF2B5EF4-FFF2-40B4-BE49-F238E27FC236}">
                      <a16:creationId xmlns:a16="http://schemas.microsoft.com/office/drawing/2014/main" id="{C4B8B3A2-A5E3-52E9-0AFF-34984C650AB1}"/>
                    </a:ext>
                  </a:extLst>
                </p14:cNvPr>
                <p14:cNvContentPartPr/>
                <p14:nvPr/>
              </p14:nvContentPartPr>
              <p14:xfrm>
                <a:off x="6466789" y="3046471"/>
                <a:ext cx="272160" cy="57240"/>
              </p14:xfrm>
            </p:contentPart>
          </mc:Choice>
          <mc:Fallback xmlns="">
            <p:pic>
              <p:nvPicPr>
                <p:cNvPr id="12" name="Ink 11">
                  <a:extLst>
                    <a:ext uri="{FF2B5EF4-FFF2-40B4-BE49-F238E27FC236}">
                      <a16:creationId xmlns:a16="http://schemas.microsoft.com/office/drawing/2014/main" id="{C4B8B3A2-A5E3-52E9-0AFF-34984C650AB1}"/>
                    </a:ext>
                  </a:extLst>
                </p:cNvPr>
                <p:cNvPicPr/>
                <p:nvPr/>
              </p:nvPicPr>
              <p:blipFill>
                <a:blip r:embed="rId13"/>
                <a:stretch>
                  <a:fillRect/>
                </a:stretch>
              </p:blipFill>
              <p:spPr>
                <a:xfrm>
                  <a:off x="6449149" y="3028471"/>
                  <a:ext cx="307800" cy="9288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3" name="Ink 12">
                  <a:extLst>
                    <a:ext uri="{FF2B5EF4-FFF2-40B4-BE49-F238E27FC236}">
                      <a16:creationId xmlns:a16="http://schemas.microsoft.com/office/drawing/2014/main" id="{C27326BB-D024-1555-46EB-809F592DA584}"/>
                    </a:ext>
                  </a:extLst>
                </p14:cNvPr>
                <p14:cNvContentPartPr/>
                <p14:nvPr/>
              </p14:nvContentPartPr>
              <p14:xfrm>
                <a:off x="6559669" y="2963671"/>
                <a:ext cx="86400" cy="6120"/>
              </p14:xfrm>
            </p:contentPart>
          </mc:Choice>
          <mc:Fallback xmlns="">
            <p:pic>
              <p:nvPicPr>
                <p:cNvPr id="13" name="Ink 12">
                  <a:extLst>
                    <a:ext uri="{FF2B5EF4-FFF2-40B4-BE49-F238E27FC236}">
                      <a16:creationId xmlns:a16="http://schemas.microsoft.com/office/drawing/2014/main" id="{C27326BB-D024-1555-46EB-809F592DA584}"/>
                    </a:ext>
                  </a:extLst>
                </p:cNvPr>
                <p:cNvPicPr/>
                <p:nvPr/>
              </p:nvPicPr>
              <p:blipFill>
                <a:blip r:embed="rId15"/>
                <a:stretch>
                  <a:fillRect/>
                </a:stretch>
              </p:blipFill>
              <p:spPr>
                <a:xfrm>
                  <a:off x="6542029" y="2945671"/>
                  <a:ext cx="12204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4" name="Ink 13">
                  <a:extLst>
                    <a:ext uri="{FF2B5EF4-FFF2-40B4-BE49-F238E27FC236}">
                      <a16:creationId xmlns:a16="http://schemas.microsoft.com/office/drawing/2014/main" id="{628DD8FE-6B1E-E419-FBC7-9B6AF9B507B2}"/>
                    </a:ext>
                  </a:extLst>
                </p14:cNvPr>
                <p14:cNvContentPartPr/>
                <p14:nvPr/>
              </p14:nvContentPartPr>
              <p14:xfrm>
                <a:off x="5798989" y="3007231"/>
                <a:ext cx="7920" cy="108720"/>
              </p14:xfrm>
            </p:contentPart>
          </mc:Choice>
          <mc:Fallback xmlns="">
            <p:pic>
              <p:nvPicPr>
                <p:cNvPr id="14" name="Ink 13">
                  <a:extLst>
                    <a:ext uri="{FF2B5EF4-FFF2-40B4-BE49-F238E27FC236}">
                      <a16:creationId xmlns:a16="http://schemas.microsoft.com/office/drawing/2014/main" id="{628DD8FE-6B1E-E419-FBC7-9B6AF9B507B2}"/>
                    </a:ext>
                  </a:extLst>
                </p:cNvPr>
                <p:cNvPicPr/>
                <p:nvPr/>
              </p:nvPicPr>
              <p:blipFill>
                <a:blip r:embed="rId17"/>
                <a:stretch>
                  <a:fillRect/>
                </a:stretch>
              </p:blipFill>
              <p:spPr>
                <a:xfrm>
                  <a:off x="5780989" y="2989591"/>
                  <a:ext cx="43560" cy="1443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5" name="Ink 14">
                  <a:extLst>
                    <a:ext uri="{FF2B5EF4-FFF2-40B4-BE49-F238E27FC236}">
                      <a16:creationId xmlns:a16="http://schemas.microsoft.com/office/drawing/2014/main" id="{BC1B260C-9E5A-6184-3D11-AEEEC4B9466C}"/>
                    </a:ext>
                  </a:extLst>
                </p14:cNvPr>
                <p14:cNvContentPartPr/>
                <p14:nvPr/>
              </p14:nvContentPartPr>
              <p14:xfrm>
                <a:off x="5776669" y="2889511"/>
                <a:ext cx="56160" cy="50040"/>
              </p14:xfrm>
            </p:contentPart>
          </mc:Choice>
          <mc:Fallback xmlns="">
            <p:pic>
              <p:nvPicPr>
                <p:cNvPr id="15" name="Ink 14">
                  <a:extLst>
                    <a:ext uri="{FF2B5EF4-FFF2-40B4-BE49-F238E27FC236}">
                      <a16:creationId xmlns:a16="http://schemas.microsoft.com/office/drawing/2014/main" id="{BC1B260C-9E5A-6184-3D11-AEEEC4B9466C}"/>
                    </a:ext>
                  </a:extLst>
                </p:cNvPr>
                <p:cNvPicPr/>
                <p:nvPr/>
              </p:nvPicPr>
              <p:blipFill>
                <a:blip r:embed="rId19"/>
                <a:stretch>
                  <a:fillRect/>
                </a:stretch>
              </p:blipFill>
              <p:spPr>
                <a:xfrm>
                  <a:off x="5759029" y="2871511"/>
                  <a:ext cx="9180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6" name="Ink 15">
                  <a:extLst>
                    <a:ext uri="{FF2B5EF4-FFF2-40B4-BE49-F238E27FC236}">
                      <a16:creationId xmlns:a16="http://schemas.microsoft.com/office/drawing/2014/main" id="{811D7F33-754D-BFCD-B22D-8F46423B39C6}"/>
                    </a:ext>
                  </a:extLst>
                </p14:cNvPr>
                <p14:cNvContentPartPr/>
                <p14:nvPr/>
              </p14:nvContentPartPr>
              <p14:xfrm>
                <a:off x="5904829" y="2987071"/>
                <a:ext cx="109440" cy="113040"/>
              </p14:xfrm>
            </p:contentPart>
          </mc:Choice>
          <mc:Fallback xmlns="">
            <p:pic>
              <p:nvPicPr>
                <p:cNvPr id="16" name="Ink 15">
                  <a:extLst>
                    <a:ext uri="{FF2B5EF4-FFF2-40B4-BE49-F238E27FC236}">
                      <a16:creationId xmlns:a16="http://schemas.microsoft.com/office/drawing/2014/main" id="{811D7F33-754D-BFCD-B22D-8F46423B39C6}"/>
                    </a:ext>
                  </a:extLst>
                </p:cNvPr>
                <p:cNvPicPr/>
                <p:nvPr/>
              </p:nvPicPr>
              <p:blipFill>
                <a:blip r:embed="rId21"/>
                <a:stretch>
                  <a:fillRect/>
                </a:stretch>
              </p:blipFill>
              <p:spPr>
                <a:xfrm>
                  <a:off x="5887189" y="2969431"/>
                  <a:ext cx="145080" cy="14868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7" name="Ink 16">
                  <a:extLst>
                    <a:ext uri="{FF2B5EF4-FFF2-40B4-BE49-F238E27FC236}">
                      <a16:creationId xmlns:a16="http://schemas.microsoft.com/office/drawing/2014/main" id="{BD55C1DB-E9B2-0BF4-21CC-8B686A1465D5}"/>
                    </a:ext>
                  </a:extLst>
                </p14:cNvPr>
                <p14:cNvContentPartPr/>
                <p14:nvPr/>
              </p14:nvContentPartPr>
              <p14:xfrm>
                <a:off x="6124789" y="2955391"/>
                <a:ext cx="124560" cy="128160"/>
              </p14:xfrm>
            </p:contentPart>
          </mc:Choice>
          <mc:Fallback xmlns="">
            <p:pic>
              <p:nvPicPr>
                <p:cNvPr id="17" name="Ink 16">
                  <a:extLst>
                    <a:ext uri="{FF2B5EF4-FFF2-40B4-BE49-F238E27FC236}">
                      <a16:creationId xmlns:a16="http://schemas.microsoft.com/office/drawing/2014/main" id="{BD55C1DB-E9B2-0BF4-21CC-8B686A1465D5}"/>
                    </a:ext>
                  </a:extLst>
                </p:cNvPr>
                <p:cNvPicPr/>
                <p:nvPr/>
              </p:nvPicPr>
              <p:blipFill>
                <a:blip r:embed="rId23"/>
                <a:stretch>
                  <a:fillRect/>
                </a:stretch>
              </p:blipFill>
              <p:spPr>
                <a:xfrm>
                  <a:off x="6106789" y="2937391"/>
                  <a:ext cx="160200" cy="163800"/>
                </a:xfrm>
                <a:prstGeom prst="rect">
                  <a:avLst/>
                </a:prstGeom>
              </p:spPr>
            </p:pic>
          </mc:Fallback>
        </mc:AlternateContent>
      </p:grpSp>
      <p:grpSp>
        <p:nvGrpSpPr>
          <p:cNvPr id="30" name="Group 29">
            <a:extLst>
              <a:ext uri="{FF2B5EF4-FFF2-40B4-BE49-F238E27FC236}">
                <a16:creationId xmlns:a16="http://schemas.microsoft.com/office/drawing/2014/main" id="{453F9B16-3A9A-0A63-429E-7BFE7F1B8679}"/>
              </a:ext>
            </a:extLst>
          </p:cNvPr>
          <p:cNvGrpSpPr/>
          <p:nvPr/>
        </p:nvGrpSpPr>
        <p:grpSpPr>
          <a:xfrm>
            <a:off x="10363208" y="2987791"/>
            <a:ext cx="1711440" cy="643680"/>
            <a:chOff x="10363208" y="2987791"/>
            <a:chExt cx="1711440" cy="643680"/>
          </a:xfrm>
        </p:grpSpPr>
        <mc:AlternateContent xmlns:mc="http://schemas.openxmlformats.org/markup-compatibility/2006" xmlns:p14="http://schemas.microsoft.com/office/powerpoint/2010/main">
          <mc:Choice Requires="p14">
            <p:contentPart p14:bwMode="auto" r:id="rId24">
              <p14:nvContentPartPr>
                <p14:cNvPr id="19" name="Ink 18">
                  <a:extLst>
                    <a:ext uri="{FF2B5EF4-FFF2-40B4-BE49-F238E27FC236}">
                      <a16:creationId xmlns:a16="http://schemas.microsoft.com/office/drawing/2014/main" id="{E3F9836E-1A71-A8FA-CD3F-986DEE14D30D}"/>
                    </a:ext>
                  </a:extLst>
                </p14:cNvPr>
                <p14:cNvContentPartPr/>
                <p14:nvPr/>
              </p14:nvContentPartPr>
              <p14:xfrm>
                <a:off x="10363208" y="2987791"/>
                <a:ext cx="1173240" cy="155880"/>
              </p14:xfrm>
            </p:contentPart>
          </mc:Choice>
          <mc:Fallback xmlns="">
            <p:pic>
              <p:nvPicPr>
                <p:cNvPr id="19" name="Ink 18">
                  <a:extLst>
                    <a:ext uri="{FF2B5EF4-FFF2-40B4-BE49-F238E27FC236}">
                      <a16:creationId xmlns:a16="http://schemas.microsoft.com/office/drawing/2014/main" id="{E3F9836E-1A71-A8FA-CD3F-986DEE14D30D}"/>
                    </a:ext>
                  </a:extLst>
                </p:cNvPr>
                <p:cNvPicPr/>
                <p:nvPr/>
              </p:nvPicPr>
              <p:blipFill>
                <a:blip r:embed="rId25"/>
                <a:stretch>
                  <a:fillRect/>
                </a:stretch>
              </p:blipFill>
              <p:spPr>
                <a:xfrm>
                  <a:off x="10345568" y="2969791"/>
                  <a:ext cx="1208880" cy="19152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0" name="Ink 19">
                  <a:extLst>
                    <a:ext uri="{FF2B5EF4-FFF2-40B4-BE49-F238E27FC236}">
                      <a16:creationId xmlns:a16="http://schemas.microsoft.com/office/drawing/2014/main" id="{7AB62FE1-1BB5-514B-B477-C988DA995032}"/>
                    </a:ext>
                  </a:extLst>
                </p14:cNvPr>
                <p14:cNvContentPartPr/>
                <p14:nvPr/>
              </p14:nvContentPartPr>
              <p14:xfrm>
                <a:off x="11959448" y="3212071"/>
                <a:ext cx="115200" cy="112680"/>
              </p14:xfrm>
            </p:contentPart>
          </mc:Choice>
          <mc:Fallback xmlns="">
            <p:pic>
              <p:nvPicPr>
                <p:cNvPr id="20" name="Ink 19">
                  <a:extLst>
                    <a:ext uri="{FF2B5EF4-FFF2-40B4-BE49-F238E27FC236}">
                      <a16:creationId xmlns:a16="http://schemas.microsoft.com/office/drawing/2014/main" id="{7AB62FE1-1BB5-514B-B477-C988DA995032}"/>
                    </a:ext>
                  </a:extLst>
                </p:cNvPr>
                <p:cNvPicPr/>
                <p:nvPr/>
              </p:nvPicPr>
              <p:blipFill>
                <a:blip r:embed="rId27"/>
                <a:stretch>
                  <a:fillRect/>
                </a:stretch>
              </p:blipFill>
              <p:spPr>
                <a:xfrm>
                  <a:off x="11941808" y="3194431"/>
                  <a:ext cx="15084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1" name="Ink 20">
                  <a:extLst>
                    <a:ext uri="{FF2B5EF4-FFF2-40B4-BE49-F238E27FC236}">
                      <a16:creationId xmlns:a16="http://schemas.microsoft.com/office/drawing/2014/main" id="{8878E6E8-8D1F-9165-D0C7-0465EFFF224A}"/>
                    </a:ext>
                  </a:extLst>
                </p14:cNvPr>
                <p14:cNvContentPartPr/>
                <p14:nvPr/>
              </p14:nvContentPartPr>
              <p14:xfrm>
                <a:off x="12061328" y="3351751"/>
                <a:ext cx="10440" cy="45720"/>
              </p14:xfrm>
            </p:contentPart>
          </mc:Choice>
          <mc:Fallback xmlns="">
            <p:pic>
              <p:nvPicPr>
                <p:cNvPr id="21" name="Ink 20">
                  <a:extLst>
                    <a:ext uri="{FF2B5EF4-FFF2-40B4-BE49-F238E27FC236}">
                      <a16:creationId xmlns:a16="http://schemas.microsoft.com/office/drawing/2014/main" id="{8878E6E8-8D1F-9165-D0C7-0465EFFF224A}"/>
                    </a:ext>
                  </a:extLst>
                </p:cNvPr>
                <p:cNvPicPr/>
                <p:nvPr/>
              </p:nvPicPr>
              <p:blipFill>
                <a:blip r:embed="rId29"/>
                <a:stretch>
                  <a:fillRect/>
                </a:stretch>
              </p:blipFill>
              <p:spPr>
                <a:xfrm>
                  <a:off x="12043328" y="3334111"/>
                  <a:ext cx="4608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2" name="Ink 21">
                  <a:extLst>
                    <a:ext uri="{FF2B5EF4-FFF2-40B4-BE49-F238E27FC236}">
                      <a16:creationId xmlns:a16="http://schemas.microsoft.com/office/drawing/2014/main" id="{E80D8389-FE2D-6590-CA71-98CC824F3B5D}"/>
                    </a:ext>
                  </a:extLst>
                </p14:cNvPr>
                <p14:cNvContentPartPr/>
                <p14:nvPr/>
              </p14:nvContentPartPr>
              <p14:xfrm>
                <a:off x="11896088" y="3207751"/>
                <a:ext cx="24480" cy="66240"/>
              </p14:xfrm>
            </p:contentPart>
          </mc:Choice>
          <mc:Fallback xmlns="">
            <p:pic>
              <p:nvPicPr>
                <p:cNvPr id="22" name="Ink 21">
                  <a:extLst>
                    <a:ext uri="{FF2B5EF4-FFF2-40B4-BE49-F238E27FC236}">
                      <a16:creationId xmlns:a16="http://schemas.microsoft.com/office/drawing/2014/main" id="{E80D8389-FE2D-6590-CA71-98CC824F3B5D}"/>
                    </a:ext>
                  </a:extLst>
                </p:cNvPr>
                <p:cNvPicPr/>
                <p:nvPr/>
              </p:nvPicPr>
              <p:blipFill>
                <a:blip r:embed="rId31"/>
                <a:stretch>
                  <a:fillRect/>
                </a:stretch>
              </p:blipFill>
              <p:spPr>
                <a:xfrm>
                  <a:off x="11878448" y="3190111"/>
                  <a:ext cx="60120" cy="10188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3" name="Ink 22">
                  <a:extLst>
                    <a:ext uri="{FF2B5EF4-FFF2-40B4-BE49-F238E27FC236}">
                      <a16:creationId xmlns:a16="http://schemas.microsoft.com/office/drawing/2014/main" id="{C6411295-CEFF-4640-078C-41588220F714}"/>
                    </a:ext>
                  </a:extLst>
                </p14:cNvPr>
                <p14:cNvContentPartPr/>
                <p14:nvPr/>
              </p14:nvContentPartPr>
              <p14:xfrm>
                <a:off x="11619968" y="3232231"/>
                <a:ext cx="221040" cy="47160"/>
              </p14:xfrm>
            </p:contentPart>
          </mc:Choice>
          <mc:Fallback xmlns="">
            <p:pic>
              <p:nvPicPr>
                <p:cNvPr id="23" name="Ink 22">
                  <a:extLst>
                    <a:ext uri="{FF2B5EF4-FFF2-40B4-BE49-F238E27FC236}">
                      <a16:creationId xmlns:a16="http://schemas.microsoft.com/office/drawing/2014/main" id="{C6411295-CEFF-4640-078C-41588220F714}"/>
                    </a:ext>
                  </a:extLst>
                </p:cNvPr>
                <p:cNvPicPr/>
                <p:nvPr/>
              </p:nvPicPr>
              <p:blipFill>
                <a:blip r:embed="rId33"/>
                <a:stretch>
                  <a:fillRect/>
                </a:stretch>
              </p:blipFill>
              <p:spPr>
                <a:xfrm>
                  <a:off x="11602328" y="3214231"/>
                  <a:ext cx="256680" cy="8280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4" name="Ink 23">
                  <a:extLst>
                    <a:ext uri="{FF2B5EF4-FFF2-40B4-BE49-F238E27FC236}">
                      <a16:creationId xmlns:a16="http://schemas.microsoft.com/office/drawing/2014/main" id="{865F0C80-63EC-8B65-3B13-C84CEB09D7D3}"/>
                    </a:ext>
                  </a:extLst>
                </p14:cNvPr>
                <p14:cNvContentPartPr/>
                <p14:nvPr/>
              </p14:nvContentPartPr>
              <p14:xfrm>
                <a:off x="11708168" y="3168151"/>
                <a:ext cx="45720" cy="11880"/>
              </p14:xfrm>
            </p:contentPart>
          </mc:Choice>
          <mc:Fallback xmlns="">
            <p:pic>
              <p:nvPicPr>
                <p:cNvPr id="24" name="Ink 23">
                  <a:extLst>
                    <a:ext uri="{FF2B5EF4-FFF2-40B4-BE49-F238E27FC236}">
                      <a16:creationId xmlns:a16="http://schemas.microsoft.com/office/drawing/2014/main" id="{865F0C80-63EC-8B65-3B13-C84CEB09D7D3}"/>
                    </a:ext>
                  </a:extLst>
                </p:cNvPr>
                <p:cNvPicPr/>
                <p:nvPr/>
              </p:nvPicPr>
              <p:blipFill>
                <a:blip r:embed="rId35"/>
                <a:stretch>
                  <a:fillRect/>
                </a:stretch>
              </p:blipFill>
              <p:spPr>
                <a:xfrm>
                  <a:off x="11690168" y="3150151"/>
                  <a:ext cx="81360" cy="4752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26" name="Ink 25">
                  <a:extLst>
                    <a:ext uri="{FF2B5EF4-FFF2-40B4-BE49-F238E27FC236}">
                      <a16:creationId xmlns:a16="http://schemas.microsoft.com/office/drawing/2014/main" id="{CCB20233-84AC-A37E-CEA4-AD213CC24498}"/>
                    </a:ext>
                  </a:extLst>
                </p14:cNvPr>
                <p14:cNvContentPartPr/>
                <p14:nvPr/>
              </p14:nvContentPartPr>
              <p14:xfrm>
                <a:off x="11655248" y="3547231"/>
                <a:ext cx="19080" cy="84240"/>
              </p14:xfrm>
            </p:contentPart>
          </mc:Choice>
          <mc:Fallback xmlns="">
            <p:pic>
              <p:nvPicPr>
                <p:cNvPr id="26" name="Ink 25">
                  <a:extLst>
                    <a:ext uri="{FF2B5EF4-FFF2-40B4-BE49-F238E27FC236}">
                      <a16:creationId xmlns:a16="http://schemas.microsoft.com/office/drawing/2014/main" id="{CCB20233-84AC-A37E-CEA4-AD213CC24498}"/>
                    </a:ext>
                  </a:extLst>
                </p:cNvPr>
                <p:cNvPicPr/>
                <p:nvPr/>
              </p:nvPicPr>
              <p:blipFill>
                <a:blip r:embed="rId37"/>
                <a:stretch>
                  <a:fillRect/>
                </a:stretch>
              </p:blipFill>
              <p:spPr>
                <a:xfrm>
                  <a:off x="11637248" y="3529231"/>
                  <a:ext cx="5472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27" name="Ink 26">
                  <a:extLst>
                    <a:ext uri="{FF2B5EF4-FFF2-40B4-BE49-F238E27FC236}">
                      <a16:creationId xmlns:a16="http://schemas.microsoft.com/office/drawing/2014/main" id="{A1B37A45-C3C1-D456-6CDF-0C430F5FFF52}"/>
                    </a:ext>
                  </a:extLst>
                </p14:cNvPr>
                <p14:cNvContentPartPr/>
                <p14:nvPr/>
              </p14:nvContentPartPr>
              <p14:xfrm>
                <a:off x="11617448" y="3442471"/>
                <a:ext cx="50040" cy="42480"/>
              </p14:xfrm>
            </p:contentPart>
          </mc:Choice>
          <mc:Fallback xmlns="">
            <p:pic>
              <p:nvPicPr>
                <p:cNvPr id="27" name="Ink 26">
                  <a:extLst>
                    <a:ext uri="{FF2B5EF4-FFF2-40B4-BE49-F238E27FC236}">
                      <a16:creationId xmlns:a16="http://schemas.microsoft.com/office/drawing/2014/main" id="{A1B37A45-C3C1-D456-6CDF-0C430F5FFF52}"/>
                    </a:ext>
                  </a:extLst>
                </p:cNvPr>
                <p:cNvPicPr/>
                <p:nvPr/>
              </p:nvPicPr>
              <p:blipFill>
                <a:blip r:embed="rId39"/>
                <a:stretch>
                  <a:fillRect/>
                </a:stretch>
              </p:blipFill>
              <p:spPr>
                <a:xfrm>
                  <a:off x="11599808" y="3424471"/>
                  <a:ext cx="85680" cy="7812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28" name="Ink 27">
                  <a:extLst>
                    <a:ext uri="{FF2B5EF4-FFF2-40B4-BE49-F238E27FC236}">
                      <a16:creationId xmlns:a16="http://schemas.microsoft.com/office/drawing/2014/main" id="{52463BC3-3E2E-C595-CE2F-5F5A2760C9D8}"/>
                    </a:ext>
                  </a:extLst>
                </p14:cNvPr>
                <p14:cNvContentPartPr/>
                <p14:nvPr/>
              </p14:nvContentPartPr>
              <p14:xfrm>
                <a:off x="11734808" y="3522391"/>
                <a:ext cx="101160" cy="84240"/>
              </p14:xfrm>
            </p:contentPart>
          </mc:Choice>
          <mc:Fallback xmlns="">
            <p:pic>
              <p:nvPicPr>
                <p:cNvPr id="28" name="Ink 27">
                  <a:extLst>
                    <a:ext uri="{FF2B5EF4-FFF2-40B4-BE49-F238E27FC236}">
                      <a16:creationId xmlns:a16="http://schemas.microsoft.com/office/drawing/2014/main" id="{52463BC3-3E2E-C595-CE2F-5F5A2760C9D8}"/>
                    </a:ext>
                  </a:extLst>
                </p:cNvPr>
                <p:cNvPicPr/>
                <p:nvPr/>
              </p:nvPicPr>
              <p:blipFill>
                <a:blip r:embed="rId41"/>
                <a:stretch>
                  <a:fillRect/>
                </a:stretch>
              </p:blipFill>
              <p:spPr>
                <a:xfrm>
                  <a:off x="11716808" y="3504391"/>
                  <a:ext cx="136800" cy="11988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29" name="Ink 28">
                  <a:extLst>
                    <a:ext uri="{FF2B5EF4-FFF2-40B4-BE49-F238E27FC236}">
                      <a16:creationId xmlns:a16="http://schemas.microsoft.com/office/drawing/2014/main" id="{D06931FA-9661-CF39-689E-780333B862C7}"/>
                    </a:ext>
                  </a:extLst>
                </p14:cNvPr>
                <p14:cNvContentPartPr/>
                <p14:nvPr/>
              </p14:nvContentPartPr>
              <p14:xfrm>
                <a:off x="11933888" y="3502951"/>
                <a:ext cx="83880" cy="97200"/>
              </p14:xfrm>
            </p:contentPart>
          </mc:Choice>
          <mc:Fallback xmlns="">
            <p:pic>
              <p:nvPicPr>
                <p:cNvPr id="29" name="Ink 28">
                  <a:extLst>
                    <a:ext uri="{FF2B5EF4-FFF2-40B4-BE49-F238E27FC236}">
                      <a16:creationId xmlns:a16="http://schemas.microsoft.com/office/drawing/2014/main" id="{D06931FA-9661-CF39-689E-780333B862C7}"/>
                    </a:ext>
                  </a:extLst>
                </p:cNvPr>
                <p:cNvPicPr/>
                <p:nvPr/>
              </p:nvPicPr>
              <p:blipFill>
                <a:blip r:embed="rId43"/>
                <a:stretch>
                  <a:fillRect/>
                </a:stretch>
              </p:blipFill>
              <p:spPr>
                <a:xfrm>
                  <a:off x="11916248" y="3485311"/>
                  <a:ext cx="119520" cy="1328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44">
            <p14:nvContentPartPr>
              <p14:cNvPr id="31" name="Ink 30">
                <a:extLst>
                  <a:ext uri="{FF2B5EF4-FFF2-40B4-BE49-F238E27FC236}">
                    <a16:creationId xmlns:a16="http://schemas.microsoft.com/office/drawing/2014/main" id="{1E556D38-E3F4-0889-58CB-4D7DBF2081E7}"/>
                  </a:ext>
                </a:extLst>
              </p14:cNvPr>
              <p14:cNvContentPartPr/>
              <p14:nvPr/>
            </p14:nvContentPartPr>
            <p14:xfrm>
              <a:off x="8996720" y="6194555"/>
              <a:ext cx="397800" cy="399240"/>
            </p14:xfrm>
          </p:contentPart>
        </mc:Choice>
        <mc:Fallback xmlns="">
          <p:pic>
            <p:nvPicPr>
              <p:cNvPr id="31" name="Ink 30">
                <a:extLst>
                  <a:ext uri="{FF2B5EF4-FFF2-40B4-BE49-F238E27FC236}">
                    <a16:creationId xmlns:a16="http://schemas.microsoft.com/office/drawing/2014/main" id="{1E556D38-E3F4-0889-58CB-4D7DBF2081E7}"/>
                  </a:ext>
                </a:extLst>
              </p:cNvPr>
              <p:cNvPicPr/>
              <p:nvPr/>
            </p:nvPicPr>
            <p:blipFill>
              <a:blip r:embed="rId45"/>
              <a:stretch>
                <a:fillRect/>
              </a:stretch>
            </p:blipFill>
            <p:spPr>
              <a:xfrm>
                <a:off x="8978720" y="6176915"/>
                <a:ext cx="433440" cy="43488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32" name="Ink 31">
                <a:extLst>
                  <a:ext uri="{FF2B5EF4-FFF2-40B4-BE49-F238E27FC236}">
                    <a16:creationId xmlns:a16="http://schemas.microsoft.com/office/drawing/2014/main" id="{D1370A5C-2F50-6363-1991-DD173A71C5B8}"/>
                  </a:ext>
                </a:extLst>
              </p14:cNvPr>
              <p14:cNvContentPartPr/>
              <p14:nvPr/>
            </p14:nvContentPartPr>
            <p14:xfrm>
              <a:off x="8960360" y="6511355"/>
              <a:ext cx="74520" cy="121320"/>
            </p14:xfrm>
          </p:contentPart>
        </mc:Choice>
        <mc:Fallback xmlns="">
          <p:pic>
            <p:nvPicPr>
              <p:cNvPr id="32" name="Ink 31">
                <a:extLst>
                  <a:ext uri="{FF2B5EF4-FFF2-40B4-BE49-F238E27FC236}">
                    <a16:creationId xmlns:a16="http://schemas.microsoft.com/office/drawing/2014/main" id="{D1370A5C-2F50-6363-1991-DD173A71C5B8}"/>
                  </a:ext>
                </a:extLst>
              </p:cNvPr>
              <p:cNvPicPr/>
              <p:nvPr/>
            </p:nvPicPr>
            <p:blipFill>
              <a:blip r:embed="rId47"/>
              <a:stretch>
                <a:fillRect/>
              </a:stretch>
            </p:blipFill>
            <p:spPr>
              <a:xfrm>
                <a:off x="8942360" y="6493715"/>
                <a:ext cx="110160" cy="156960"/>
              </a:xfrm>
              <a:prstGeom prst="rect">
                <a:avLst/>
              </a:prstGeom>
            </p:spPr>
          </p:pic>
        </mc:Fallback>
      </mc:AlternateContent>
      <p:grpSp>
        <p:nvGrpSpPr>
          <p:cNvPr id="52" name="Group 51">
            <a:extLst>
              <a:ext uri="{FF2B5EF4-FFF2-40B4-BE49-F238E27FC236}">
                <a16:creationId xmlns:a16="http://schemas.microsoft.com/office/drawing/2014/main" id="{19D07358-4E5D-A7C6-1A49-A27B8434FC21}"/>
              </a:ext>
            </a:extLst>
          </p:cNvPr>
          <p:cNvGrpSpPr/>
          <p:nvPr/>
        </p:nvGrpSpPr>
        <p:grpSpPr>
          <a:xfrm>
            <a:off x="6807920" y="6311555"/>
            <a:ext cx="1881720" cy="416160"/>
            <a:chOff x="6807920" y="6311555"/>
            <a:chExt cx="1881720" cy="416160"/>
          </a:xfrm>
        </p:grpSpPr>
        <mc:AlternateContent xmlns:mc="http://schemas.openxmlformats.org/markup-compatibility/2006" xmlns:p14="http://schemas.microsoft.com/office/powerpoint/2010/main">
          <mc:Choice Requires="p14">
            <p:contentPart p14:bwMode="auto" r:id="rId48">
              <p14:nvContentPartPr>
                <p14:cNvPr id="34" name="Ink 33">
                  <a:extLst>
                    <a:ext uri="{FF2B5EF4-FFF2-40B4-BE49-F238E27FC236}">
                      <a16:creationId xmlns:a16="http://schemas.microsoft.com/office/drawing/2014/main" id="{930051C2-A431-FBA8-25F7-BA7B5518651D}"/>
                    </a:ext>
                  </a:extLst>
                </p14:cNvPr>
                <p14:cNvContentPartPr/>
                <p14:nvPr/>
              </p14:nvContentPartPr>
              <p14:xfrm>
                <a:off x="8540960" y="6501635"/>
                <a:ext cx="135000" cy="132840"/>
              </p14:xfrm>
            </p:contentPart>
          </mc:Choice>
          <mc:Fallback xmlns="">
            <p:pic>
              <p:nvPicPr>
                <p:cNvPr id="34" name="Ink 33">
                  <a:extLst>
                    <a:ext uri="{FF2B5EF4-FFF2-40B4-BE49-F238E27FC236}">
                      <a16:creationId xmlns:a16="http://schemas.microsoft.com/office/drawing/2014/main" id="{930051C2-A431-FBA8-25F7-BA7B5518651D}"/>
                    </a:ext>
                  </a:extLst>
                </p:cNvPr>
                <p:cNvPicPr/>
                <p:nvPr/>
              </p:nvPicPr>
              <p:blipFill>
                <a:blip r:embed="rId49"/>
                <a:stretch>
                  <a:fillRect/>
                </a:stretch>
              </p:blipFill>
              <p:spPr>
                <a:xfrm>
                  <a:off x="8523320" y="6483635"/>
                  <a:ext cx="170640" cy="16848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35" name="Ink 34">
                  <a:extLst>
                    <a:ext uri="{FF2B5EF4-FFF2-40B4-BE49-F238E27FC236}">
                      <a16:creationId xmlns:a16="http://schemas.microsoft.com/office/drawing/2014/main" id="{06BDA4CA-CCD8-3896-6069-8F15F12AB939}"/>
                    </a:ext>
                  </a:extLst>
                </p14:cNvPr>
                <p14:cNvContentPartPr/>
                <p14:nvPr/>
              </p14:nvContentPartPr>
              <p14:xfrm>
                <a:off x="8639960" y="6652475"/>
                <a:ext cx="49680" cy="60840"/>
              </p14:xfrm>
            </p:contentPart>
          </mc:Choice>
          <mc:Fallback xmlns="">
            <p:pic>
              <p:nvPicPr>
                <p:cNvPr id="35" name="Ink 34">
                  <a:extLst>
                    <a:ext uri="{FF2B5EF4-FFF2-40B4-BE49-F238E27FC236}">
                      <a16:creationId xmlns:a16="http://schemas.microsoft.com/office/drawing/2014/main" id="{06BDA4CA-CCD8-3896-6069-8F15F12AB939}"/>
                    </a:ext>
                  </a:extLst>
                </p:cNvPr>
                <p:cNvPicPr/>
                <p:nvPr/>
              </p:nvPicPr>
              <p:blipFill>
                <a:blip r:embed="rId51"/>
                <a:stretch>
                  <a:fillRect/>
                </a:stretch>
              </p:blipFill>
              <p:spPr>
                <a:xfrm>
                  <a:off x="8622320" y="6634835"/>
                  <a:ext cx="85320" cy="9648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36" name="Ink 35">
                  <a:extLst>
                    <a:ext uri="{FF2B5EF4-FFF2-40B4-BE49-F238E27FC236}">
                      <a16:creationId xmlns:a16="http://schemas.microsoft.com/office/drawing/2014/main" id="{1A238241-2CF9-677B-615D-8DDB6F027A0E}"/>
                    </a:ext>
                  </a:extLst>
                </p14:cNvPr>
                <p14:cNvContentPartPr/>
                <p14:nvPr/>
              </p14:nvContentPartPr>
              <p14:xfrm>
                <a:off x="8457080" y="6525035"/>
                <a:ext cx="37080" cy="64080"/>
              </p14:xfrm>
            </p:contentPart>
          </mc:Choice>
          <mc:Fallback xmlns="">
            <p:pic>
              <p:nvPicPr>
                <p:cNvPr id="36" name="Ink 35">
                  <a:extLst>
                    <a:ext uri="{FF2B5EF4-FFF2-40B4-BE49-F238E27FC236}">
                      <a16:creationId xmlns:a16="http://schemas.microsoft.com/office/drawing/2014/main" id="{1A238241-2CF9-677B-615D-8DDB6F027A0E}"/>
                    </a:ext>
                  </a:extLst>
                </p:cNvPr>
                <p:cNvPicPr/>
                <p:nvPr/>
              </p:nvPicPr>
              <p:blipFill>
                <a:blip r:embed="rId53"/>
                <a:stretch>
                  <a:fillRect/>
                </a:stretch>
              </p:blipFill>
              <p:spPr>
                <a:xfrm>
                  <a:off x="8439080" y="6507035"/>
                  <a:ext cx="72720" cy="9972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37" name="Ink 36">
                  <a:extLst>
                    <a:ext uri="{FF2B5EF4-FFF2-40B4-BE49-F238E27FC236}">
                      <a16:creationId xmlns:a16="http://schemas.microsoft.com/office/drawing/2014/main" id="{AD3241A8-FC9F-A650-2FDC-A654F9FFB9E5}"/>
                    </a:ext>
                  </a:extLst>
                </p14:cNvPr>
                <p14:cNvContentPartPr/>
                <p14:nvPr/>
              </p14:nvContentPartPr>
              <p14:xfrm>
                <a:off x="8178440" y="6529715"/>
                <a:ext cx="252000" cy="65520"/>
              </p14:xfrm>
            </p:contentPart>
          </mc:Choice>
          <mc:Fallback xmlns="">
            <p:pic>
              <p:nvPicPr>
                <p:cNvPr id="37" name="Ink 36">
                  <a:extLst>
                    <a:ext uri="{FF2B5EF4-FFF2-40B4-BE49-F238E27FC236}">
                      <a16:creationId xmlns:a16="http://schemas.microsoft.com/office/drawing/2014/main" id="{AD3241A8-FC9F-A650-2FDC-A654F9FFB9E5}"/>
                    </a:ext>
                  </a:extLst>
                </p:cNvPr>
                <p:cNvPicPr/>
                <p:nvPr/>
              </p:nvPicPr>
              <p:blipFill>
                <a:blip r:embed="rId55"/>
                <a:stretch>
                  <a:fillRect/>
                </a:stretch>
              </p:blipFill>
              <p:spPr>
                <a:xfrm>
                  <a:off x="8160440" y="6511715"/>
                  <a:ext cx="28764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38" name="Ink 37">
                  <a:extLst>
                    <a:ext uri="{FF2B5EF4-FFF2-40B4-BE49-F238E27FC236}">
                      <a16:creationId xmlns:a16="http://schemas.microsoft.com/office/drawing/2014/main" id="{2FC252DC-6BDD-9F71-6970-3F8AAF9402CB}"/>
                    </a:ext>
                  </a:extLst>
                </p14:cNvPr>
                <p14:cNvContentPartPr/>
                <p14:nvPr/>
              </p14:nvContentPartPr>
              <p14:xfrm>
                <a:off x="8264840" y="6476075"/>
                <a:ext cx="56880" cy="11160"/>
              </p14:xfrm>
            </p:contentPart>
          </mc:Choice>
          <mc:Fallback xmlns="">
            <p:pic>
              <p:nvPicPr>
                <p:cNvPr id="38" name="Ink 37">
                  <a:extLst>
                    <a:ext uri="{FF2B5EF4-FFF2-40B4-BE49-F238E27FC236}">
                      <a16:creationId xmlns:a16="http://schemas.microsoft.com/office/drawing/2014/main" id="{2FC252DC-6BDD-9F71-6970-3F8AAF9402CB}"/>
                    </a:ext>
                  </a:extLst>
                </p:cNvPr>
                <p:cNvPicPr/>
                <p:nvPr/>
              </p:nvPicPr>
              <p:blipFill>
                <a:blip r:embed="rId57"/>
                <a:stretch>
                  <a:fillRect/>
                </a:stretch>
              </p:blipFill>
              <p:spPr>
                <a:xfrm>
                  <a:off x="8246840" y="6458435"/>
                  <a:ext cx="9252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40" name="Ink 39">
                  <a:extLst>
                    <a:ext uri="{FF2B5EF4-FFF2-40B4-BE49-F238E27FC236}">
                      <a16:creationId xmlns:a16="http://schemas.microsoft.com/office/drawing/2014/main" id="{16833346-29EC-01D1-0988-85885744C72F}"/>
                    </a:ext>
                  </a:extLst>
                </p14:cNvPr>
                <p14:cNvContentPartPr/>
                <p14:nvPr/>
              </p14:nvContentPartPr>
              <p14:xfrm>
                <a:off x="7778480" y="6464555"/>
                <a:ext cx="250920" cy="144360"/>
              </p14:xfrm>
            </p:contentPart>
          </mc:Choice>
          <mc:Fallback xmlns="">
            <p:pic>
              <p:nvPicPr>
                <p:cNvPr id="40" name="Ink 39">
                  <a:extLst>
                    <a:ext uri="{FF2B5EF4-FFF2-40B4-BE49-F238E27FC236}">
                      <a16:creationId xmlns:a16="http://schemas.microsoft.com/office/drawing/2014/main" id="{16833346-29EC-01D1-0988-85885744C72F}"/>
                    </a:ext>
                  </a:extLst>
                </p:cNvPr>
                <p:cNvPicPr/>
                <p:nvPr/>
              </p:nvPicPr>
              <p:blipFill>
                <a:blip r:embed="rId59"/>
                <a:stretch>
                  <a:fillRect/>
                </a:stretch>
              </p:blipFill>
              <p:spPr>
                <a:xfrm>
                  <a:off x="7760480" y="6446915"/>
                  <a:ext cx="286560" cy="18000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41" name="Ink 40">
                  <a:extLst>
                    <a:ext uri="{FF2B5EF4-FFF2-40B4-BE49-F238E27FC236}">
                      <a16:creationId xmlns:a16="http://schemas.microsoft.com/office/drawing/2014/main" id="{7448B8B9-4283-A317-2B25-C070AABB5C81}"/>
                    </a:ext>
                  </a:extLst>
                </p14:cNvPr>
                <p14:cNvContentPartPr/>
                <p14:nvPr/>
              </p14:nvContentPartPr>
              <p14:xfrm>
                <a:off x="7961000" y="6330275"/>
                <a:ext cx="9360" cy="5040"/>
              </p14:xfrm>
            </p:contentPart>
          </mc:Choice>
          <mc:Fallback xmlns="">
            <p:pic>
              <p:nvPicPr>
                <p:cNvPr id="41" name="Ink 40">
                  <a:extLst>
                    <a:ext uri="{FF2B5EF4-FFF2-40B4-BE49-F238E27FC236}">
                      <a16:creationId xmlns:a16="http://schemas.microsoft.com/office/drawing/2014/main" id="{7448B8B9-4283-A317-2B25-C070AABB5C81}"/>
                    </a:ext>
                  </a:extLst>
                </p:cNvPr>
                <p:cNvPicPr/>
                <p:nvPr/>
              </p:nvPicPr>
              <p:blipFill>
                <a:blip r:embed="rId61"/>
                <a:stretch>
                  <a:fillRect/>
                </a:stretch>
              </p:blipFill>
              <p:spPr>
                <a:xfrm>
                  <a:off x="7943000" y="6312635"/>
                  <a:ext cx="4500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42" name="Ink 41">
                  <a:extLst>
                    <a:ext uri="{FF2B5EF4-FFF2-40B4-BE49-F238E27FC236}">
                      <a16:creationId xmlns:a16="http://schemas.microsoft.com/office/drawing/2014/main" id="{ED2000AE-4366-4CE1-EE79-19B98EDD495E}"/>
                    </a:ext>
                  </a:extLst>
                </p14:cNvPr>
                <p14:cNvContentPartPr/>
                <p14:nvPr/>
              </p14:nvContentPartPr>
              <p14:xfrm>
                <a:off x="7741040" y="6441875"/>
                <a:ext cx="88920" cy="117000"/>
              </p14:xfrm>
            </p:contentPart>
          </mc:Choice>
          <mc:Fallback xmlns="">
            <p:pic>
              <p:nvPicPr>
                <p:cNvPr id="42" name="Ink 41">
                  <a:extLst>
                    <a:ext uri="{FF2B5EF4-FFF2-40B4-BE49-F238E27FC236}">
                      <a16:creationId xmlns:a16="http://schemas.microsoft.com/office/drawing/2014/main" id="{ED2000AE-4366-4CE1-EE79-19B98EDD495E}"/>
                    </a:ext>
                  </a:extLst>
                </p:cNvPr>
                <p:cNvPicPr/>
                <p:nvPr/>
              </p:nvPicPr>
              <p:blipFill>
                <a:blip r:embed="rId63"/>
                <a:stretch>
                  <a:fillRect/>
                </a:stretch>
              </p:blipFill>
              <p:spPr>
                <a:xfrm>
                  <a:off x="7723040" y="6424235"/>
                  <a:ext cx="124560" cy="15264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43" name="Ink 42">
                  <a:extLst>
                    <a:ext uri="{FF2B5EF4-FFF2-40B4-BE49-F238E27FC236}">
                      <a16:creationId xmlns:a16="http://schemas.microsoft.com/office/drawing/2014/main" id="{C32F9FEF-7F80-F4EE-7269-DDAE49ED3FCB}"/>
                    </a:ext>
                  </a:extLst>
                </p14:cNvPr>
                <p14:cNvContentPartPr/>
                <p14:nvPr/>
              </p14:nvContentPartPr>
              <p14:xfrm>
                <a:off x="7477880" y="6463475"/>
                <a:ext cx="222480" cy="196920"/>
              </p14:xfrm>
            </p:contentPart>
          </mc:Choice>
          <mc:Fallback xmlns="">
            <p:pic>
              <p:nvPicPr>
                <p:cNvPr id="43" name="Ink 42">
                  <a:extLst>
                    <a:ext uri="{FF2B5EF4-FFF2-40B4-BE49-F238E27FC236}">
                      <a16:creationId xmlns:a16="http://schemas.microsoft.com/office/drawing/2014/main" id="{C32F9FEF-7F80-F4EE-7269-DDAE49ED3FCB}"/>
                    </a:ext>
                  </a:extLst>
                </p:cNvPr>
                <p:cNvPicPr/>
                <p:nvPr/>
              </p:nvPicPr>
              <p:blipFill>
                <a:blip r:embed="rId65"/>
                <a:stretch>
                  <a:fillRect/>
                </a:stretch>
              </p:blipFill>
              <p:spPr>
                <a:xfrm>
                  <a:off x="7460240" y="6445475"/>
                  <a:ext cx="258120" cy="23256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44" name="Ink 43">
                  <a:extLst>
                    <a:ext uri="{FF2B5EF4-FFF2-40B4-BE49-F238E27FC236}">
                      <a16:creationId xmlns:a16="http://schemas.microsoft.com/office/drawing/2014/main" id="{3DE2F726-D950-8505-48BE-3E6F8D497C40}"/>
                    </a:ext>
                  </a:extLst>
                </p14:cNvPr>
                <p14:cNvContentPartPr/>
                <p14:nvPr/>
              </p14:nvContentPartPr>
              <p14:xfrm>
                <a:off x="7664720" y="6673355"/>
                <a:ext cx="2160" cy="6840"/>
              </p14:xfrm>
            </p:contentPart>
          </mc:Choice>
          <mc:Fallback xmlns="">
            <p:pic>
              <p:nvPicPr>
                <p:cNvPr id="44" name="Ink 43">
                  <a:extLst>
                    <a:ext uri="{FF2B5EF4-FFF2-40B4-BE49-F238E27FC236}">
                      <a16:creationId xmlns:a16="http://schemas.microsoft.com/office/drawing/2014/main" id="{3DE2F726-D950-8505-48BE-3E6F8D497C40}"/>
                    </a:ext>
                  </a:extLst>
                </p:cNvPr>
                <p:cNvPicPr/>
                <p:nvPr/>
              </p:nvPicPr>
              <p:blipFill>
                <a:blip r:embed="rId67"/>
                <a:stretch>
                  <a:fillRect/>
                </a:stretch>
              </p:blipFill>
              <p:spPr>
                <a:xfrm>
                  <a:off x="7646720" y="6655715"/>
                  <a:ext cx="37800" cy="4248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45" name="Ink 44">
                  <a:extLst>
                    <a:ext uri="{FF2B5EF4-FFF2-40B4-BE49-F238E27FC236}">
                      <a16:creationId xmlns:a16="http://schemas.microsoft.com/office/drawing/2014/main" id="{F319210C-6B8F-84A6-B87D-F9893CC6AAFB}"/>
                    </a:ext>
                  </a:extLst>
                </p14:cNvPr>
                <p14:cNvContentPartPr/>
                <p14:nvPr/>
              </p14:nvContentPartPr>
              <p14:xfrm>
                <a:off x="7291760" y="6444755"/>
                <a:ext cx="63000" cy="108000"/>
              </p14:xfrm>
            </p:contentPart>
          </mc:Choice>
          <mc:Fallback xmlns="">
            <p:pic>
              <p:nvPicPr>
                <p:cNvPr id="45" name="Ink 44">
                  <a:extLst>
                    <a:ext uri="{FF2B5EF4-FFF2-40B4-BE49-F238E27FC236}">
                      <a16:creationId xmlns:a16="http://schemas.microsoft.com/office/drawing/2014/main" id="{F319210C-6B8F-84A6-B87D-F9893CC6AAFB}"/>
                    </a:ext>
                  </a:extLst>
                </p:cNvPr>
                <p:cNvPicPr/>
                <p:nvPr/>
              </p:nvPicPr>
              <p:blipFill>
                <a:blip r:embed="rId69"/>
                <a:stretch>
                  <a:fillRect/>
                </a:stretch>
              </p:blipFill>
              <p:spPr>
                <a:xfrm>
                  <a:off x="7274120" y="6427115"/>
                  <a:ext cx="98640" cy="14364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46" name="Ink 45">
                  <a:extLst>
                    <a:ext uri="{FF2B5EF4-FFF2-40B4-BE49-F238E27FC236}">
                      <a16:creationId xmlns:a16="http://schemas.microsoft.com/office/drawing/2014/main" id="{55D9F997-4608-D9ED-FBEB-7BB07598871D}"/>
                    </a:ext>
                  </a:extLst>
                </p14:cNvPr>
                <p14:cNvContentPartPr/>
                <p14:nvPr/>
              </p14:nvContentPartPr>
              <p14:xfrm>
                <a:off x="6990800" y="6361595"/>
                <a:ext cx="264600" cy="239760"/>
              </p14:xfrm>
            </p:contentPart>
          </mc:Choice>
          <mc:Fallback xmlns="">
            <p:pic>
              <p:nvPicPr>
                <p:cNvPr id="46" name="Ink 45">
                  <a:extLst>
                    <a:ext uri="{FF2B5EF4-FFF2-40B4-BE49-F238E27FC236}">
                      <a16:creationId xmlns:a16="http://schemas.microsoft.com/office/drawing/2014/main" id="{55D9F997-4608-D9ED-FBEB-7BB07598871D}"/>
                    </a:ext>
                  </a:extLst>
                </p:cNvPr>
                <p:cNvPicPr/>
                <p:nvPr/>
              </p:nvPicPr>
              <p:blipFill>
                <a:blip r:embed="rId71"/>
                <a:stretch>
                  <a:fillRect/>
                </a:stretch>
              </p:blipFill>
              <p:spPr>
                <a:xfrm>
                  <a:off x="6972800" y="6343955"/>
                  <a:ext cx="300240" cy="275400"/>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47" name="Ink 46">
                  <a:extLst>
                    <a:ext uri="{FF2B5EF4-FFF2-40B4-BE49-F238E27FC236}">
                      <a16:creationId xmlns:a16="http://schemas.microsoft.com/office/drawing/2014/main" id="{E5F6D5ED-FE54-ECDA-303F-F2C04B43ECA6}"/>
                    </a:ext>
                  </a:extLst>
                </p14:cNvPr>
                <p14:cNvContentPartPr/>
                <p14:nvPr/>
              </p14:nvContentPartPr>
              <p14:xfrm>
                <a:off x="7208240" y="6662195"/>
                <a:ext cx="61560" cy="7200"/>
              </p14:xfrm>
            </p:contentPart>
          </mc:Choice>
          <mc:Fallback xmlns="">
            <p:pic>
              <p:nvPicPr>
                <p:cNvPr id="47" name="Ink 46">
                  <a:extLst>
                    <a:ext uri="{FF2B5EF4-FFF2-40B4-BE49-F238E27FC236}">
                      <a16:creationId xmlns:a16="http://schemas.microsoft.com/office/drawing/2014/main" id="{E5F6D5ED-FE54-ECDA-303F-F2C04B43ECA6}"/>
                    </a:ext>
                  </a:extLst>
                </p:cNvPr>
                <p:cNvPicPr/>
                <p:nvPr/>
              </p:nvPicPr>
              <p:blipFill>
                <a:blip r:embed="rId73"/>
                <a:stretch>
                  <a:fillRect/>
                </a:stretch>
              </p:blipFill>
              <p:spPr>
                <a:xfrm>
                  <a:off x="7190240" y="6644555"/>
                  <a:ext cx="97200" cy="42840"/>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48" name="Ink 47">
                  <a:extLst>
                    <a:ext uri="{FF2B5EF4-FFF2-40B4-BE49-F238E27FC236}">
                      <a16:creationId xmlns:a16="http://schemas.microsoft.com/office/drawing/2014/main" id="{3F73D72F-712D-2700-7DD3-144D36EE8C6F}"/>
                    </a:ext>
                  </a:extLst>
                </p14:cNvPr>
                <p14:cNvContentPartPr/>
                <p14:nvPr/>
              </p14:nvContentPartPr>
              <p14:xfrm>
                <a:off x="7133720" y="6680915"/>
                <a:ext cx="6840" cy="3240"/>
              </p14:xfrm>
            </p:contentPart>
          </mc:Choice>
          <mc:Fallback xmlns="">
            <p:pic>
              <p:nvPicPr>
                <p:cNvPr id="48" name="Ink 47">
                  <a:extLst>
                    <a:ext uri="{FF2B5EF4-FFF2-40B4-BE49-F238E27FC236}">
                      <a16:creationId xmlns:a16="http://schemas.microsoft.com/office/drawing/2014/main" id="{3F73D72F-712D-2700-7DD3-144D36EE8C6F}"/>
                    </a:ext>
                  </a:extLst>
                </p:cNvPr>
                <p:cNvPicPr/>
                <p:nvPr/>
              </p:nvPicPr>
              <p:blipFill>
                <a:blip r:embed="rId75"/>
                <a:stretch>
                  <a:fillRect/>
                </a:stretch>
              </p:blipFill>
              <p:spPr>
                <a:xfrm>
                  <a:off x="7115720" y="6662915"/>
                  <a:ext cx="4248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49" name="Ink 48">
                  <a:extLst>
                    <a:ext uri="{FF2B5EF4-FFF2-40B4-BE49-F238E27FC236}">
                      <a16:creationId xmlns:a16="http://schemas.microsoft.com/office/drawing/2014/main" id="{B808F4CC-3188-39F0-71EF-075841A54E1C}"/>
                    </a:ext>
                  </a:extLst>
                </p14:cNvPr>
                <p14:cNvContentPartPr/>
                <p14:nvPr/>
              </p14:nvContentPartPr>
              <p14:xfrm>
                <a:off x="6995840" y="6693515"/>
                <a:ext cx="75240" cy="5760"/>
              </p14:xfrm>
            </p:contentPart>
          </mc:Choice>
          <mc:Fallback xmlns="">
            <p:pic>
              <p:nvPicPr>
                <p:cNvPr id="49" name="Ink 48">
                  <a:extLst>
                    <a:ext uri="{FF2B5EF4-FFF2-40B4-BE49-F238E27FC236}">
                      <a16:creationId xmlns:a16="http://schemas.microsoft.com/office/drawing/2014/main" id="{B808F4CC-3188-39F0-71EF-075841A54E1C}"/>
                    </a:ext>
                  </a:extLst>
                </p:cNvPr>
                <p:cNvPicPr/>
                <p:nvPr/>
              </p:nvPicPr>
              <p:blipFill>
                <a:blip r:embed="rId77"/>
                <a:stretch>
                  <a:fillRect/>
                </a:stretch>
              </p:blipFill>
              <p:spPr>
                <a:xfrm>
                  <a:off x="6978200" y="6675875"/>
                  <a:ext cx="11088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50" name="Ink 49">
                  <a:extLst>
                    <a:ext uri="{FF2B5EF4-FFF2-40B4-BE49-F238E27FC236}">
                      <a16:creationId xmlns:a16="http://schemas.microsoft.com/office/drawing/2014/main" id="{6008A627-AC80-7063-1820-8E62770E8F3E}"/>
                    </a:ext>
                  </a:extLst>
                </p14:cNvPr>
                <p14:cNvContentPartPr/>
                <p14:nvPr/>
              </p14:nvContentPartPr>
              <p14:xfrm>
                <a:off x="7050200" y="6453755"/>
                <a:ext cx="27360" cy="3240"/>
              </p14:xfrm>
            </p:contentPart>
          </mc:Choice>
          <mc:Fallback xmlns="">
            <p:pic>
              <p:nvPicPr>
                <p:cNvPr id="50" name="Ink 49">
                  <a:extLst>
                    <a:ext uri="{FF2B5EF4-FFF2-40B4-BE49-F238E27FC236}">
                      <a16:creationId xmlns:a16="http://schemas.microsoft.com/office/drawing/2014/main" id="{6008A627-AC80-7063-1820-8E62770E8F3E}"/>
                    </a:ext>
                  </a:extLst>
                </p:cNvPr>
                <p:cNvPicPr/>
                <p:nvPr/>
              </p:nvPicPr>
              <p:blipFill>
                <a:blip r:embed="rId79"/>
                <a:stretch>
                  <a:fillRect/>
                </a:stretch>
              </p:blipFill>
              <p:spPr>
                <a:xfrm>
                  <a:off x="7032200" y="6436115"/>
                  <a:ext cx="6300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51" name="Ink 50">
                  <a:extLst>
                    <a:ext uri="{FF2B5EF4-FFF2-40B4-BE49-F238E27FC236}">
                      <a16:creationId xmlns:a16="http://schemas.microsoft.com/office/drawing/2014/main" id="{946D1E48-0716-CA0B-E755-41161EFE26AE}"/>
                    </a:ext>
                  </a:extLst>
                </p14:cNvPr>
                <p14:cNvContentPartPr/>
                <p14:nvPr/>
              </p14:nvContentPartPr>
              <p14:xfrm>
                <a:off x="6807920" y="6311555"/>
                <a:ext cx="132120" cy="416160"/>
              </p14:xfrm>
            </p:contentPart>
          </mc:Choice>
          <mc:Fallback xmlns="">
            <p:pic>
              <p:nvPicPr>
                <p:cNvPr id="51" name="Ink 50">
                  <a:extLst>
                    <a:ext uri="{FF2B5EF4-FFF2-40B4-BE49-F238E27FC236}">
                      <a16:creationId xmlns:a16="http://schemas.microsoft.com/office/drawing/2014/main" id="{946D1E48-0716-CA0B-E755-41161EFE26AE}"/>
                    </a:ext>
                  </a:extLst>
                </p:cNvPr>
                <p:cNvPicPr/>
                <p:nvPr/>
              </p:nvPicPr>
              <p:blipFill>
                <a:blip r:embed="rId81"/>
                <a:stretch>
                  <a:fillRect/>
                </a:stretch>
              </p:blipFill>
              <p:spPr>
                <a:xfrm>
                  <a:off x="6789920" y="6293555"/>
                  <a:ext cx="167760" cy="451800"/>
                </a:xfrm>
                <a:prstGeom prst="rect">
                  <a:avLst/>
                </a:prstGeom>
              </p:spPr>
            </p:pic>
          </mc:Fallback>
        </mc:AlternateContent>
      </p:grpSp>
      <p:grpSp>
        <p:nvGrpSpPr>
          <p:cNvPr id="60" name="Group 59">
            <a:extLst>
              <a:ext uri="{FF2B5EF4-FFF2-40B4-BE49-F238E27FC236}">
                <a16:creationId xmlns:a16="http://schemas.microsoft.com/office/drawing/2014/main" id="{D9F37F05-B9EA-24DB-5FA9-93F0D5E67F04}"/>
              </a:ext>
            </a:extLst>
          </p:cNvPr>
          <p:cNvGrpSpPr/>
          <p:nvPr/>
        </p:nvGrpSpPr>
        <p:grpSpPr>
          <a:xfrm>
            <a:off x="2840625" y="611350"/>
            <a:ext cx="334800" cy="638280"/>
            <a:chOff x="2840625" y="611350"/>
            <a:chExt cx="334800" cy="638280"/>
          </a:xfrm>
        </p:grpSpPr>
        <mc:AlternateContent xmlns:mc="http://schemas.openxmlformats.org/markup-compatibility/2006" xmlns:p14="http://schemas.microsoft.com/office/powerpoint/2010/main">
          <mc:Choice Requires="p14">
            <p:contentPart p14:bwMode="auto" r:id="rId82">
              <p14:nvContentPartPr>
                <p14:cNvPr id="58" name="Ink 57">
                  <a:extLst>
                    <a:ext uri="{FF2B5EF4-FFF2-40B4-BE49-F238E27FC236}">
                      <a16:creationId xmlns:a16="http://schemas.microsoft.com/office/drawing/2014/main" id="{77AD1056-6E3E-5E77-425A-4166100C475F}"/>
                    </a:ext>
                  </a:extLst>
                </p14:cNvPr>
                <p14:cNvContentPartPr/>
                <p14:nvPr/>
              </p14:nvContentPartPr>
              <p14:xfrm>
                <a:off x="3118185" y="674710"/>
                <a:ext cx="57240" cy="574920"/>
              </p14:xfrm>
            </p:contentPart>
          </mc:Choice>
          <mc:Fallback xmlns="">
            <p:pic>
              <p:nvPicPr>
                <p:cNvPr id="58" name="Ink 57">
                  <a:extLst>
                    <a:ext uri="{FF2B5EF4-FFF2-40B4-BE49-F238E27FC236}">
                      <a16:creationId xmlns:a16="http://schemas.microsoft.com/office/drawing/2014/main" id="{77AD1056-6E3E-5E77-425A-4166100C475F}"/>
                    </a:ext>
                  </a:extLst>
                </p:cNvPr>
                <p:cNvPicPr/>
                <p:nvPr/>
              </p:nvPicPr>
              <p:blipFill>
                <a:blip r:embed="rId83"/>
                <a:stretch>
                  <a:fillRect/>
                </a:stretch>
              </p:blipFill>
              <p:spPr>
                <a:xfrm>
                  <a:off x="3100185" y="656710"/>
                  <a:ext cx="92880" cy="610560"/>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59" name="Ink 58">
                  <a:extLst>
                    <a:ext uri="{FF2B5EF4-FFF2-40B4-BE49-F238E27FC236}">
                      <a16:creationId xmlns:a16="http://schemas.microsoft.com/office/drawing/2014/main" id="{4E5D45C4-B96D-D72C-8409-445D04992DBC}"/>
                    </a:ext>
                  </a:extLst>
                </p14:cNvPr>
                <p14:cNvContentPartPr/>
                <p14:nvPr/>
              </p14:nvContentPartPr>
              <p14:xfrm>
                <a:off x="2840625" y="611350"/>
                <a:ext cx="299520" cy="38520"/>
              </p14:xfrm>
            </p:contentPart>
          </mc:Choice>
          <mc:Fallback xmlns="">
            <p:pic>
              <p:nvPicPr>
                <p:cNvPr id="59" name="Ink 58">
                  <a:extLst>
                    <a:ext uri="{FF2B5EF4-FFF2-40B4-BE49-F238E27FC236}">
                      <a16:creationId xmlns:a16="http://schemas.microsoft.com/office/drawing/2014/main" id="{4E5D45C4-B96D-D72C-8409-445D04992DBC}"/>
                    </a:ext>
                  </a:extLst>
                </p:cNvPr>
                <p:cNvPicPr/>
                <p:nvPr/>
              </p:nvPicPr>
              <p:blipFill>
                <a:blip r:embed="rId85"/>
                <a:stretch>
                  <a:fillRect/>
                </a:stretch>
              </p:blipFill>
              <p:spPr>
                <a:xfrm>
                  <a:off x="2822625" y="593350"/>
                  <a:ext cx="335160" cy="74160"/>
                </a:xfrm>
                <a:prstGeom prst="rect">
                  <a:avLst/>
                </a:prstGeom>
              </p:spPr>
            </p:pic>
          </mc:Fallback>
        </mc:AlternateContent>
      </p:grpSp>
      <p:grpSp>
        <p:nvGrpSpPr>
          <p:cNvPr id="66" name="Group 65">
            <a:extLst>
              <a:ext uri="{FF2B5EF4-FFF2-40B4-BE49-F238E27FC236}">
                <a16:creationId xmlns:a16="http://schemas.microsoft.com/office/drawing/2014/main" id="{7903B810-9D7E-D054-66E8-2D502A34F2C0}"/>
              </a:ext>
            </a:extLst>
          </p:cNvPr>
          <p:cNvGrpSpPr/>
          <p:nvPr/>
        </p:nvGrpSpPr>
        <p:grpSpPr>
          <a:xfrm>
            <a:off x="2003985" y="390310"/>
            <a:ext cx="641880" cy="258480"/>
            <a:chOff x="2003985" y="390310"/>
            <a:chExt cx="641880" cy="258480"/>
          </a:xfrm>
        </p:grpSpPr>
        <mc:AlternateContent xmlns:mc="http://schemas.openxmlformats.org/markup-compatibility/2006" xmlns:p14="http://schemas.microsoft.com/office/powerpoint/2010/main">
          <mc:Choice Requires="p14">
            <p:contentPart p14:bwMode="auto" r:id="rId86">
              <p14:nvContentPartPr>
                <p14:cNvPr id="61" name="Ink 60">
                  <a:extLst>
                    <a:ext uri="{FF2B5EF4-FFF2-40B4-BE49-F238E27FC236}">
                      <a16:creationId xmlns:a16="http://schemas.microsoft.com/office/drawing/2014/main" id="{5751705B-AE80-2A65-E114-1E34936C2168}"/>
                    </a:ext>
                  </a:extLst>
                </p14:cNvPr>
                <p14:cNvContentPartPr/>
                <p14:nvPr/>
              </p14:nvContentPartPr>
              <p14:xfrm>
                <a:off x="2003985" y="493630"/>
                <a:ext cx="81360" cy="144000"/>
              </p14:xfrm>
            </p:contentPart>
          </mc:Choice>
          <mc:Fallback xmlns="">
            <p:pic>
              <p:nvPicPr>
                <p:cNvPr id="61" name="Ink 60">
                  <a:extLst>
                    <a:ext uri="{FF2B5EF4-FFF2-40B4-BE49-F238E27FC236}">
                      <a16:creationId xmlns:a16="http://schemas.microsoft.com/office/drawing/2014/main" id="{5751705B-AE80-2A65-E114-1E34936C2168}"/>
                    </a:ext>
                  </a:extLst>
                </p:cNvPr>
                <p:cNvPicPr/>
                <p:nvPr/>
              </p:nvPicPr>
              <p:blipFill>
                <a:blip r:embed="rId87"/>
                <a:stretch>
                  <a:fillRect/>
                </a:stretch>
              </p:blipFill>
              <p:spPr>
                <a:xfrm>
                  <a:off x="1986345" y="475630"/>
                  <a:ext cx="117000" cy="179640"/>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62" name="Ink 61">
                  <a:extLst>
                    <a:ext uri="{FF2B5EF4-FFF2-40B4-BE49-F238E27FC236}">
                      <a16:creationId xmlns:a16="http://schemas.microsoft.com/office/drawing/2014/main" id="{7B408CD9-26F5-BED0-F278-C801B1EB8B1E}"/>
                    </a:ext>
                  </a:extLst>
                </p14:cNvPr>
                <p14:cNvContentPartPr/>
                <p14:nvPr/>
              </p14:nvContentPartPr>
              <p14:xfrm>
                <a:off x="2181105" y="495430"/>
                <a:ext cx="21960" cy="145440"/>
              </p14:xfrm>
            </p:contentPart>
          </mc:Choice>
          <mc:Fallback xmlns="">
            <p:pic>
              <p:nvPicPr>
                <p:cNvPr id="62" name="Ink 61">
                  <a:extLst>
                    <a:ext uri="{FF2B5EF4-FFF2-40B4-BE49-F238E27FC236}">
                      <a16:creationId xmlns:a16="http://schemas.microsoft.com/office/drawing/2014/main" id="{7B408CD9-26F5-BED0-F278-C801B1EB8B1E}"/>
                    </a:ext>
                  </a:extLst>
                </p:cNvPr>
                <p:cNvPicPr/>
                <p:nvPr/>
              </p:nvPicPr>
              <p:blipFill>
                <a:blip r:embed="rId89"/>
                <a:stretch>
                  <a:fillRect/>
                </a:stretch>
              </p:blipFill>
              <p:spPr>
                <a:xfrm>
                  <a:off x="2163465" y="477430"/>
                  <a:ext cx="57600" cy="1810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3" name="Ink 62">
                  <a:extLst>
                    <a:ext uri="{FF2B5EF4-FFF2-40B4-BE49-F238E27FC236}">
                      <a16:creationId xmlns:a16="http://schemas.microsoft.com/office/drawing/2014/main" id="{5FCFE857-E917-ED40-4868-4FC39590565E}"/>
                    </a:ext>
                  </a:extLst>
                </p14:cNvPr>
                <p14:cNvContentPartPr/>
                <p14:nvPr/>
              </p14:nvContentPartPr>
              <p14:xfrm>
                <a:off x="2205945" y="430990"/>
                <a:ext cx="161640" cy="217800"/>
              </p14:xfrm>
            </p:contentPart>
          </mc:Choice>
          <mc:Fallback xmlns="">
            <p:pic>
              <p:nvPicPr>
                <p:cNvPr id="63" name="Ink 62">
                  <a:extLst>
                    <a:ext uri="{FF2B5EF4-FFF2-40B4-BE49-F238E27FC236}">
                      <a16:creationId xmlns:a16="http://schemas.microsoft.com/office/drawing/2014/main" id="{5FCFE857-E917-ED40-4868-4FC39590565E}"/>
                    </a:ext>
                  </a:extLst>
                </p:cNvPr>
                <p:cNvPicPr/>
                <p:nvPr/>
              </p:nvPicPr>
              <p:blipFill>
                <a:blip r:embed="rId91"/>
                <a:stretch>
                  <a:fillRect/>
                </a:stretch>
              </p:blipFill>
              <p:spPr>
                <a:xfrm>
                  <a:off x="2188305" y="412990"/>
                  <a:ext cx="197280" cy="25344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4" name="Ink 63">
                  <a:extLst>
                    <a:ext uri="{FF2B5EF4-FFF2-40B4-BE49-F238E27FC236}">
                      <a16:creationId xmlns:a16="http://schemas.microsoft.com/office/drawing/2014/main" id="{18584549-1126-7EF6-0603-AEC050B85826}"/>
                    </a:ext>
                  </a:extLst>
                </p14:cNvPr>
                <p14:cNvContentPartPr/>
                <p14:nvPr/>
              </p14:nvContentPartPr>
              <p14:xfrm>
                <a:off x="2474145" y="464470"/>
                <a:ext cx="22680" cy="152280"/>
              </p14:xfrm>
            </p:contentPart>
          </mc:Choice>
          <mc:Fallback xmlns="">
            <p:pic>
              <p:nvPicPr>
                <p:cNvPr id="64" name="Ink 63">
                  <a:extLst>
                    <a:ext uri="{FF2B5EF4-FFF2-40B4-BE49-F238E27FC236}">
                      <a16:creationId xmlns:a16="http://schemas.microsoft.com/office/drawing/2014/main" id="{18584549-1126-7EF6-0603-AEC050B85826}"/>
                    </a:ext>
                  </a:extLst>
                </p:cNvPr>
                <p:cNvPicPr/>
                <p:nvPr/>
              </p:nvPicPr>
              <p:blipFill>
                <a:blip r:embed="rId93"/>
                <a:stretch>
                  <a:fillRect/>
                </a:stretch>
              </p:blipFill>
              <p:spPr>
                <a:xfrm>
                  <a:off x="2456145" y="446830"/>
                  <a:ext cx="58320" cy="18792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65" name="Ink 64">
                  <a:extLst>
                    <a:ext uri="{FF2B5EF4-FFF2-40B4-BE49-F238E27FC236}">
                      <a16:creationId xmlns:a16="http://schemas.microsoft.com/office/drawing/2014/main" id="{0C534B86-EF1D-3CB9-E6D8-F437BD05967E}"/>
                    </a:ext>
                  </a:extLst>
                </p14:cNvPr>
                <p14:cNvContentPartPr/>
                <p14:nvPr/>
              </p14:nvContentPartPr>
              <p14:xfrm>
                <a:off x="2487825" y="390310"/>
                <a:ext cx="158040" cy="232920"/>
              </p14:xfrm>
            </p:contentPart>
          </mc:Choice>
          <mc:Fallback xmlns="">
            <p:pic>
              <p:nvPicPr>
                <p:cNvPr id="65" name="Ink 64">
                  <a:extLst>
                    <a:ext uri="{FF2B5EF4-FFF2-40B4-BE49-F238E27FC236}">
                      <a16:creationId xmlns:a16="http://schemas.microsoft.com/office/drawing/2014/main" id="{0C534B86-EF1D-3CB9-E6D8-F437BD05967E}"/>
                    </a:ext>
                  </a:extLst>
                </p:cNvPr>
                <p:cNvPicPr/>
                <p:nvPr/>
              </p:nvPicPr>
              <p:blipFill>
                <a:blip r:embed="rId95"/>
                <a:stretch>
                  <a:fillRect/>
                </a:stretch>
              </p:blipFill>
              <p:spPr>
                <a:xfrm>
                  <a:off x="2469825" y="372670"/>
                  <a:ext cx="193680" cy="26856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96">
            <p14:nvContentPartPr>
              <p14:cNvPr id="67" name="Ink 66">
                <a:extLst>
                  <a:ext uri="{FF2B5EF4-FFF2-40B4-BE49-F238E27FC236}">
                    <a16:creationId xmlns:a16="http://schemas.microsoft.com/office/drawing/2014/main" id="{A011DFBE-316C-EE7F-85CB-0E207663BDE8}"/>
                  </a:ext>
                </a:extLst>
              </p14:cNvPr>
              <p14:cNvContentPartPr/>
              <p14:nvPr/>
            </p14:nvContentPartPr>
            <p14:xfrm>
              <a:off x="1050345" y="1211470"/>
              <a:ext cx="1515960" cy="214560"/>
            </p14:xfrm>
          </p:contentPart>
        </mc:Choice>
        <mc:Fallback xmlns="">
          <p:pic>
            <p:nvPicPr>
              <p:cNvPr id="67" name="Ink 66">
                <a:extLst>
                  <a:ext uri="{FF2B5EF4-FFF2-40B4-BE49-F238E27FC236}">
                    <a16:creationId xmlns:a16="http://schemas.microsoft.com/office/drawing/2014/main" id="{A011DFBE-316C-EE7F-85CB-0E207663BDE8}"/>
                  </a:ext>
                </a:extLst>
              </p:cNvPr>
              <p:cNvPicPr/>
              <p:nvPr/>
            </p:nvPicPr>
            <p:blipFill>
              <a:blip r:embed="rId97"/>
              <a:stretch>
                <a:fillRect/>
              </a:stretch>
            </p:blipFill>
            <p:spPr>
              <a:xfrm>
                <a:off x="1032705" y="1193470"/>
                <a:ext cx="1551600" cy="250200"/>
              </a:xfrm>
              <a:prstGeom prst="rect">
                <a:avLst/>
              </a:prstGeom>
            </p:spPr>
          </p:pic>
        </mc:Fallback>
      </mc:AlternateContent>
      <p:grpSp>
        <p:nvGrpSpPr>
          <p:cNvPr id="73" name="Group 72">
            <a:extLst>
              <a:ext uri="{FF2B5EF4-FFF2-40B4-BE49-F238E27FC236}">
                <a16:creationId xmlns:a16="http://schemas.microsoft.com/office/drawing/2014/main" id="{25CC9A84-E7BA-F439-4582-080C2B52A873}"/>
              </a:ext>
            </a:extLst>
          </p:cNvPr>
          <p:cNvGrpSpPr/>
          <p:nvPr/>
        </p:nvGrpSpPr>
        <p:grpSpPr>
          <a:xfrm>
            <a:off x="163516" y="1189150"/>
            <a:ext cx="604440" cy="230040"/>
            <a:chOff x="163516" y="1189150"/>
            <a:chExt cx="604440" cy="230040"/>
          </a:xfrm>
        </p:grpSpPr>
        <mc:AlternateContent xmlns:mc="http://schemas.openxmlformats.org/markup-compatibility/2006" xmlns:p14="http://schemas.microsoft.com/office/powerpoint/2010/main">
          <mc:Choice Requires="p14">
            <p:contentPart p14:bwMode="auto" r:id="rId98">
              <p14:nvContentPartPr>
                <p14:cNvPr id="68" name="Ink 67">
                  <a:extLst>
                    <a:ext uri="{FF2B5EF4-FFF2-40B4-BE49-F238E27FC236}">
                      <a16:creationId xmlns:a16="http://schemas.microsoft.com/office/drawing/2014/main" id="{55FC94DD-7CC8-05C6-DB73-D50A5F61CD00}"/>
                    </a:ext>
                  </a:extLst>
                </p14:cNvPr>
                <p14:cNvContentPartPr/>
                <p14:nvPr/>
              </p14:nvContentPartPr>
              <p14:xfrm>
                <a:off x="163516" y="1189150"/>
                <a:ext cx="78120" cy="198720"/>
              </p14:xfrm>
            </p:contentPart>
          </mc:Choice>
          <mc:Fallback xmlns="">
            <p:pic>
              <p:nvPicPr>
                <p:cNvPr id="68" name="Ink 67">
                  <a:extLst>
                    <a:ext uri="{FF2B5EF4-FFF2-40B4-BE49-F238E27FC236}">
                      <a16:creationId xmlns:a16="http://schemas.microsoft.com/office/drawing/2014/main" id="{55FC94DD-7CC8-05C6-DB73-D50A5F61CD00}"/>
                    </a:ext>
                  </a:extLst>
                </p:cNvPr>
                <p:cNvPicPr/>
                <p:nvPr/>
              </p:nvPicPr>
              <p:blipFill>
                <a:blip r:embed="rId99"/>
                <a:stretch>
                  <a:fillRect/>
                </a:stretch>
              </p:blipFill>
              <p:spPr>
                <a:xfrm>
                  <a:off x="145516" y="1171150"/>
                  <a:ext cx="113760" cy="2343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69" name="Ink 68">
                  <a:extLst>
                    <a:ext uri="{FF2B5EF4-FFF2-40B4-BE49-F238E27FC236}">
                      <a16:creationId xmlns:a16="http://schemas.microsoft.com/office/drawing/2014/main" id="{169CC80C-327C-AFCC-D9F4-872529A4E377}"/>
                    </a:ext>
                  </a:extLst>
                </p14:cNvPr>
                <p14:cNvContentPartPr/>
                <p14:nvPr/>
              </p14:nvContentPartPr>
              <p14:xfrm>
                <a:off x="365476" y="1208590"/>
                <a:ext cx="115920" cy="178200"/>
              </p14:xfrm>
            </p:contentPart>
          </mc:Choice>
          <mc:Fallback xmlns="">
            <p:pic>
              <p:nvPicPr>
                <p:cNvPr id="69" name="Ink 68">
                  <a:extLst>
                    <a:ext uri="{FF2B5EF4-FFF2-40B4-BE49-F238E27FC236}">
                      <a16:creationId xmlns:a16="http://schemas.microsoft.com/office/drawing/2014/main" id="{169CC80C-327C-AFCC-D9F4-872529A4E377}"/>
                    </a:ext>
                  </a:extLst>
                </p:cNvPr>
                <p:cNvPicPr/>
                <p:nvPr/>
              </p:nvPicPr>
              <p:blipFill>
                <a:blip r:embed="rId101"/>
                <a:stretch>
                  <a:fillRect/>
                </a:stretch>
              </p:blipFill>
              <p:spPr>
                <a:xfrm>
                  <a:off x="347836" y="1190590"/>
                  <a:ext cx="15156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70" name="Ink 69">
                  <a:extLst>
                    <a:ext uri="{FF2B5EF4-FFF2-40B4-BE49-F238E27FC236}">
                      <a16:creationId xmlns:a16="http://schemas.microsoft.com/office/drawing/2014/main" id="{8F041612-F3C9-09B9-4137-AD6C97EE5E15}"/>
                    </a:ext>
                  </a:extLst>
                </p14:cNvPr>
                <p14:cNvContentPartPr/>
                <p14:nvPr/>
              </p14:nvContentPartPr>
              <p14:xfrm>
                <a:off x="405076" y="1289950"/>
                <a:ext cx="59400" cy="5040"/>
              </p14:xfrm>
            </p:contentPart>
          </mc:Choice>
          <mc:Fallback xmlns="">
            <p:pic>
              <p:nvPicPr>
                <p:cNvPr id="70" name="Ink 69">
                  <a:extLst>
                    <a:ext uri="{FF2B5EF4-FFF2-40B4-BE49-F238E27FC236}">
                      <a16:creationId xmlns:a16="http://schemas.microsoft.com/office/drawing/2014/main" id="{8F041612-F3C9-09B9-4137-AD6C97EE5E15}"/>
                    </a:ext>
                  </a:extLst>
                </p:cNvPr>
                <p:cNvPicPr/>
                <p:nvPr/>
              </p:nvPicPr>
              <p:blipFill>
                <a:blip r:embed="rId103"/>
                <a:stretch>
                  <a:fillRect/>
                </a:stretch>
              </p:blipFill>
              <p:spPr>
                <a:xfrm>
                  <a:off x="387436" y="1272310"/>
                  <a:ext cx="95040" cy="4068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71" name="Ink 70">
                  <a:extLst>
                    <a:ext uri="{FF2B5EF4-FFF2-40B4-BE49-F238E27FC236}">
                      <a16:creationId xmlns:a16="http://schemas.microsoft.com/office/drawing/2014/main" id="{B0A152F2-6D9C-8358-C7EB-3E98C9AFE717}"/>
                    </a:ext>
                  </a:extLst>
                </p14:cNvPr>
                <p14:cNvContentPartPr/>
                <p14:nvPr/>
              </p14:nvContentPartPr>
              <p14:xfrm>
                <a:off x="589396" y="1218670"/>
                <a:ext cx="12600" cy="164160"/>
              </p14:xfrm>
            </p:contentPart>
          </mc:Choice>
          <mc:Fallback xmlns="">
            <p:pic>
              <p:nvPicPr>
                <p:cNvPr id="71" name="Ink 70">
                  <a:extLst>
                    <a:ext uri="{FF2B5EF4-FFF2-40B4-BE49-F238E27FC236}">
                      <a16:creationId xmlns:a16="http://schemas.microsoft.com/office/drawing/2014/main" id="{B0A152F2-6D9C-8358-C7EB-3E98C9AFE717}"/>
                    </a:ext>
                  </a:extLst>
                </p:cNvPr>
                <p:cNvPicPr/>
                <p:nvPr/>
              </p:nvPicPr>
              <p:blipFill>
                <a:blip r:embed="rId105"/>
                <a:stretch>
                  <a:fillRect/>
                </a:stretch>
              </p:blipFill>
              <p:spPr>
                <a:xfrm>
                  <a:off x="571396" y="1201030"/>
                  <a:ext cx="48240" cy="19980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72" name="Ink 71">
                  <a:extLst>
                    <a:ext uri="{FF2B5EF4-FFF2-40B4-BE49-F238E27FC236}">
                      <a16:creationId xmlns:a16="http://schemas.microsoft.com/office/drawing/2014/main" id="{248325A8-0135-0952-21BA-701ACC957FEB}"/>
                    </a:ext>
                  </a:extLst>
                </p14:cNvPr>
                <p14:cNvContentPartPr/>
                <p14:nvPr/>
              </p14:nvContentPartPr>
              <p14:xfrm>
                <a:off x="601636" y="1203190"/>
                <a:ext cx="166320" cy="216000"/>
              </p14:xfrm>
            </p:contentPart>
          </mc:Choice>
          <mc:Fallback xmlns="">
            <p:pic>
              <p:nvPicPr>
                <p:cNvPr id="72" name="Ink 71">
                  <a:extLst>
                    <a:ext uri="{FF2B5EF4-FFF2-40B4-BE49-F238E27FC236}">
                      <a16:creationId xmlns:a16="http://schemas.microsoft.com/office/drawing/2014/main" id="{248325A8-0135-0952-21BA-701ACC957FEB}"/>
                    </a:ext>
                  </a:extLst>
                </p:cNvPr>
                <p:cNvPicPr/>
                <p:nvPr/>
              </p:nvPicPr>
              <p:blipFill>
                <a:blip r:embed="rId107"/>
                <a:stretch>
                  <a:fillRect/>
                </a:stretch>
              </p:blipFill>
              <p:spPr>
                <a:xfrm>
                  <a:off x="583996" y="1185550"/>
                  <a:ext cx="201960" cy="251640"/>
                </a:xfrm>
                <a:prstGeom prst="rect">
                  <a:avLst/>
                </a:prstGeom>
              </p:spPr>
            </p:pic>
          </mc:Fallback>
        </mc:AlternateContent>
      </p:grpSp>
      <p:grpSp>
        <p:nvGrpSpPr>
          <p:cNvPr id="81" name="Group 80">
            <a:extLst>
              <a:ext uri="{FF2B5EF4-FFF2-40B4-BE49-F238E27FC236}">
                <a16:creationId xmlns:a16="http://schemas.microsoft.com/office/drawing/2014/main" id="{0CDC3FFC-27D8-5C50-1034-733187F9E057}"/>
              </a:ext>
            </a:extLst>
          </p:cNvPr>
          <p:cNvGrpSpPr/>
          <p:nvPr/>
        </p:nvGrpSpPr>
        <p:grpSpPr>
          <a:xfrm>
            <a:off x="105556" y="1579030"/>
            <a:ext cx="667080" cy="180360"/>
            <a:chOff x="105556" y="1579030"/>
            <a:chExt cx="667080" cy="180360"/>
          </a:xfrm>
        </p:grpSpPr>
        <mc:AlternateContent xmlns:mc="http://schemas.openxmlformats.org/markup-compatibility/2006" xmlns:p14="http://schemas.microsoft.com/office/powerpoint/2010/main">
          <mc:Choice Requires="p14">
            <p:contentPart p14:bwMode="auto" r:id="rId108">
              <p14:nvContentPartPr>
                <p14:cNvPr id="74" name="Ink 73">
                  <a:extLst>
                    <a:ext uri="{FF2B5EF4-FFF2-40B4-BE49-F238E27FC236}">
                      <a16:creationId xmlns:a16="http://schemas.microsoft.com/office/drawing/2014/main" id="{CC8EF72C-241F-7749-6810-0759685A4768}"/>
                    </a:ext>
                  </a:extLst>
                </p14:cNvPr>
                <p14:cNvContentPartPr/>
                <p14:nvPr/>
              </p14:nvContentPartPr>
              <p14:xfrm>
                <a:off x="105556" y="1622950"/>
                <a:ext cx="161640" cy="110160"/>
              </p14:xfrm>
            </p:contentPart>
          </mc:Choice>
          <mc:Fallback xmlns="">
            <p:pic>
              <p:nvPicPr>
                <p:cNvPr id="74" name="Ink 73">
                  <a:extLst>
                    <a:ext uri="{FF2B5EF4-FFF2-40B4-BE49-F238E27FC236}">
                      <a16:creationId xmlns:a16="http://schemas.microsoft.com/office/drawing/2014/main" id="{CC8EF72C-241F-7749-6810-0759685A4768}"/>
                    </a:ext>
                  </a:extLst>
                </p:cNvPr>
                <p:cNvPicPr/>
                <p:nvPr/>
              </p:nvPicPr>
              <p:blipFill>
                <a:blip r:embed="rId109"/>
                <a:stretch>
                  <a:fillRect/>
                </a:stretch>
              </p:blipFill>
              <p:spPr>
                <a:xfrm>
                  <a:off x="87556" y="1605310"/>
                  <a:ext cx="197280" cy="145800"/>
                </a:xfrm>
                <a:prstGeom prst="rect">
                  <a:avLst/>
                </a:prstGeom>
              </p:spPr>
            </p:pic>
          </mc:Fallback>
        </mc:AlternateContent>
        <mc:AlternateContent xmlns:mc="http://schemas.openxmlformats.org/markup-compatibility/2006" xmlns:p14="http://schemas.microsoft.com/office/powerpoint/2010/main">
          <mc:Choice Requires="p14">
            <p:contentPart p14:bwMode="auto" r:id="rId110">
              <p14:nvContentPartPr>
                <p14:cNvPr id="75" name="Ink 74">
                  <a:extLst>
                    <a:ext uri="{FF2B5EF4-FFF2-40B4-BE49-F238E27FC236}">
                      <a16:creationId xmlns:a16="http://schemas.microsoft.com/office/drawing/2014/main" id="{F47C3B8D-1118-66F1-5EBF-6CBF981EA694}"/>
                    </a:ext>
                  </a:extLst>
                </p14:cNvPr>
                <p14:cNvContentPartPr/>
                <p14:nvPr/>
              </p14:nvContentPartPr>
              <p14:xfrm>
                <a:off x="316516" y="1579030"/>
                <a:ext cx="62280" cy="156960"/>
              </p14:xfrm>
            </p:contentPart>
          </mc:Choice>
          <mc:Fallback xmlns="">
            <p:pic>
              <p:nvPicPr>
                <p:cNvPr id="75" name="Ink 74">
                  <a:extLst>
                    <a:ext uri="{FF2B5EF4-FFF2-40B4-BE49-F238E27FC236}">
                      <a16:creationId xmlns:a16="http://schemas.microsoft.com/office/drawing/2014/main" id="{F47C3B8D-1118-66F1-5EBF-6CBF981EA694}"/>
                    </a:ext>
                  </a:extLst>
                </p:cNvPr>
                <p:cNvPicPr/>
                <p:nvPr/>
              </p:nvPicPr>
              <p:blipFill>
                <a:blip r:embed="rId111"/>
                <a:stretch>
                  <a:fillRect/>
                </a:stretch>
              </p:blipFill>
              <p:spPr>
                <a:xfrm>
                  <a:off x="298516" y="1561030"/>
                  <a:ext cx="97920" cy="192600"/>
                </a:xfrm>
                <a:prstGeom prst="rect">
                  <a:avLst/>
                </a:prstGeom>
              </p:spPr>
            </p:pic>
          </mc:Fallback>
        </mc:AlternateContent>
        <mc:AlternateContent xmlns:mc="http://schemas.openxmlformats.org/markup-compatibility/2006" xmlns:p14="http://schemas.microsoft.com/office/powerpoint/2010/main">
          <mc:Choice Requires="p14">
            <p:contentPart p14:bwMode="auto" r:id="rId112">
              <p14:nvContentPartPr>
                <p14:cNvPr id="76" name="Ink 75">
                  <a:extLst>
                    <a:ext uri="{FF2B5EF4-FFF2-40B4-BE49-F238E27FC236}">
                      <a16:creationId xmlns:a16="http://schemas.microsoft.com/office/drawing/2014/main" id="{BEF74618-14DB-D0F4-E89A-3E0A46EC947D}"/>
                    </a:ext>
                  </a:extLst>
                </p14:cNvPr>
                <p14:cNvContentPartPr/>
                <p14:nvPr/>
              </p14:nvContentPartPr>
              <p14:xfrm>
                <a:off x="448636" y="1674070"/>
                <a:ext cx="6120" cy="64800"/>
              </p14:xfrm>
            </p:contentPart>
          </mc:Choice>
          <mc:Fallback xmlns="">
            <p:pic>
              <p:nvPicPr>
                <p:cNvPr id="76" name="Ink 75">
                  <a:extLst>
                    <a:ext uri="{FF2B5EF4-FFF2-40B4-BE49-F238E27FC236}">
                      <a16:creationId xmlns:a16="http://schemas.microsoft.com/office/drawing/2014/main" id="{BEF74618-14DB-D0F4-E89A-3E0A46EC947D}"/>
                    </a:ext>
                  </a:extLst>
                </p:cNvPr>
                <p:cNvPicPr/>
                <p:nvPr/>
              </p:nvPicPr>
              <p:blipFill>
                <a:blip r:embed="rId113"/>
                <a:stretch>
                  <a:fillRect/>
                </a:stretch>
              </p:blipFill>
              <p:spPr>
                <a:xfrm>
                  <a:off x="430996" y="1656430"/>
                  <a:ext cx="41760" cy="100440"/>
                </a:xfrm>
                <a:prstGeom prst="rect">
                  <a:avLst/>
                </a:prstGeom>
              </p:spPr>
            </p:pic>
          </mc:Fallback>
        </mc:AlternateContent>
        <mc:AlternateContent xmlns:mc="http://schemas.openxmlformats.org/markup-compatibility/2006" xmlns:p14="http://schemas.microsoft.com/office/powerpoint/2010/main">
          <mc:Choice Requires="p14">
            <p:contentPart p14:bwMode="auto" r:id="rId114">
              <p14:nvContentPartPr>
                <p14:cNvPr id="77" name="Ink 76">
                  <a:extLst>
                    <a:ext uri="{FF2B5EF4-FFF2-40B4-BE49-F238E27FC236}">
                      <a16:creationId xmlns:a16="http://schemas.microsoft.com/office/drawing/2014/main" id="{998A150E-CB54-DC2A-748B-5163EB65D1A3}"/>
                    </a:ext>
                  </a:extLst>
                </p14:cNvPr>
                <p14:cNvContentPartPr/>
                <p14:nvPr/>
              </p14:nvContentPartPr>
              <p14:xfrm>
                <a:off x="460516" y="1614310"/>
                <a:ext cx="3600" cy="3240"/>
              </p14:xfrm>
            </p:contentPart>
          </mc:Choice>
          <mc:Fallback xmlns="">
            <p:pic>
              <p:nvPicPr>
                <p:cNvPr id="77" name="Ink 76">
                  <a:extLst>
                    <a:ext uri="{FF2B5EF4-FFF2-40B4-BE49-F238E27FC236}">
                      <a16:creationId xmlns:a16="http://schemas.microsoft.com/office/drawing/2014/main" id="{998A150E-CB54-DC2A-748B-5163EB65D1A3}"/>
                    </a:ext>
                  </a:extLst>
                </p:cNvPr>
                <p:cNvPicPr/>
                <p:nvPr/>
              </p:nvPicPr>
              <p:blipFill>
                <a:blip r:embed="rId115"/>
                <a:stretch>
                  <a:fillRect/>
                </a:stretch>
              </p:blipFill>
              <p:spPr>
                <a:xfrm>
                  <a:off x="442876" y="1596310"/>
                  <a:ext cx="39240" cy="38880"/>
                </a:xfrm>
                <a:prstGeom prst="rect">
                  <a:avLst/>
                </a:prstGeom>
              </p:spPr>
            </p:pic>
          </mc:Fallback>
        </mc:AlternateContent>
        <mc:AlternateContent xmlns:mc="http://schemas.openxmlformats.org/markup-compatibility/2006" xmlns:p14="http://schemas.microsoft.com/office/powerpoint/2010/main">
          <mc:Choice Requires="p14">
            <p:contentPart p14:bwMode="auto" r:id="rId116">
              <p14:nvContentPartPr>
                <p14:cNvPr id="78" name="Ink 77">
                  <a:extLst>
                    <a:ext uri="{FF2B5EF4-FFF2-40B4-BE49-F238E27FC236}">
                      <a16:creationId xmlns:a16="http://schemas.microsoft.com/office/drawing/2014/main" id="{AA70525D-A791-81CD-D2D6-DB2DA2E08A27}"/>
                    </a:ext>
                  </a:extLst>
                </p14:cNvPr>
                <p14:cNvContentPartPr/>
                <p14:nvPr/>
              </p14:nvContentPartPr>
              <p14:xfrm>
                <a:off x="562756" y="1614310"/>
                <a:ext cx="25560" cy="140760"/>
              </p14:xfrm>
            </p:contentPart>
          </mc:Choice>
          <mc:Fallback xmlns="">
            <p:pic>
              <p:nvPicPr>
                <p:cNvPr id="78" name="Ink 77">
                  <a:extLst>
                    <a:ext uri="{FF2B5EF4-FFF2-40B4-BE49-F238E27FC236}">
                      <a16:creationId xmlns:a16="http://schemas.microsoft.com/office/drawing/2014/main" id="{AA70525D-A791-81CD-D2D6-DB2DA2E08A27}"/>
                    </a:ext>
                  </a:extLst>
                </p:cNvPr>
                <p:cNvPicPr/>
                <p:nvPr/>
              </p:nvPicPr>
              <p:blipFill>
                <a:blip r:embed="rId117"/>
                <a:stretch>
                  <a:fillRect/>
                </a:stretch>
              </p:blipFill>
              <p:spPr>
                <a:xfrm>
                  <a:off x="545116" y="1596310"/>
                  <a:ext cx="61200" cy="176400"/>
                </a:xfrm>
                <a:prstGeom prst="rect">
                  <a:avLst/>
                </a:prstGeom>
              </p:spPr>
            </p:pic>
          </mc:Fallback>
        </mc:AlternateContent>
        <mc:AlternateContent xmlns:mc="http://schemas.openxmlformats.org/markup-compatibility/2006" xmlns:p14="http://schemas.microsoft.com/office/powerpoint/2010/main">
          <mc:Choice Requires="p14">
            <p:contentPart p14:bwMode="auto" r:id="rId118">
              <p14:nvContentPartPr>
                <p14:cNvPr id="79" name="Ink 78">
                  <a:extLst>
                    <a:ext uri="{FF2B5EF4-FFF2-40B4-BE49-F238E27FC236}">
                      <a16:creationId xmlns:a16="http://schemas.microsoft.com/office/drawing/2014/main" id="{DA5534BE-B083-950E-2DBB-ABA027855539}"/>
                    </a:ext>
                  </a:extLst>
                </p14:cNvPr>
                <p14:cNvContentPartPr/>
                <p14:nvPr/>
              </p14:nvContentPartPr>
              <p14:xfrm>
                <a:off x="555196" y="1667590"/>
                <a:ext cx="61920" cy="6480"/>
              </p14:xfrm>
            </p:contentPart>
          </mc:Choice>
          <mc:Fallback xmlns="">
            <p:pic>
              <p:nvPicPr>
                <p:cNvPr id="79" name="Ink 78">
                  <a:extLst>
                    <a:ext uri="{FF2B5EF4-FFF2-40B4-BE49-F238E27FC236}">
                      <a16:creationId xmlns:a16="http://schemas.microsoft.com/office/drawing/2014/main" id="{DA5534BE-B083-950E-2DBB-ABA027855539}"/>
                    </a:ext>
                  </a:extLst>
                </p:cNvPr>
                <p:cNvPicPr/>
                <p:nvPr/>
              </p:nvPicPr>
              <p:blipFill>
                <a:blip r:embed="rId119"/>
                <a:stretch>
                  <a:fillRect/>
                </a:stretch>
              </p:blipFill>
              <p:spPr>
                <a:xfrm>
                  <a:off x="537556" y="1649950"/>
                  <a:ext cx="97560" cy="42120"/>
                </a:xfrm>
                <a:prstGeom prst="rect">
                  <a:avLst/>
                </a:prstGeom>
              </p:spPr>
            </p:pic>
          </mc:Fallback>
        </mc:AlternateContent>
        <mc:AlternateContent xmlns:mc="http://schemas.openxmlformats.org/markup-compatibility/2006" xmlns:p14="http://schemas.microsoft.com/office/powerpoint/2010/main">
          <mc:Choice Requires="p14">
            <p:contentPart p14:bwMode="auto" r:id="rId120">
              <p14:nvContentPartPr>
                <p14:cNvPr id="80" name="Ink 79">
                  <a:extLst>
                    <a:ext uri="{FF2B5EF4-FFF2-40B4-BE49-F238E27FC236}">
                      <a16:creationId xmlns:a16="http://schemas.microsoft.com/office/drawing/2014/main" id="{401D3D85-347A-3EA1-38CC-D9136BF1C645}"/>
                    </a:ext>
                  </a:extLst>
                </p14:cNvPr>
                <p14:cNvContentPartPr/>
                <p14:nvPr/>
              </p14:nvContentPartPr>
              <p14:xfrm>
                <a:off x="688036" y="1642030"/>
                <a:ext cx="84600" cy="117360"/>
              </p14:xfrm>
            </p:contentPart>
          </mc:Choice>
          <mc:Fallback xmlns="">
            <p:pic>
              <p:nvPicPr>
                <p:cNvPr id="80" name="Ink 79">
                  <a:extLst>
                    <a:ext uri="{FF2B5EF4-FFF2-40B4-BE49-F238E27FC236}">
                      <a16:creationId xmlns:a16="http://schemas.microsoft.com/office/drawing/2014/main" id="{401D3D85-347A-3EA1-38CC-D9136BF1C645}"/>
                    </a:ext>
                  </a:extLst>
                </p:cNvPr>
                <p:cNvPicPr/>
                <p:nvPr/>
              </p:nvPicPr>
              <p:blipFill>
                <a:blip r:embed="rId121"/>
                <a:stretch>
                  <a:fillRect/>
                </a:stretch>
              </p:blipFill>
              <p:spPr>
                <a:xfrm>
                  <a:off x="670036" y="1624390"/>
                  <a:ext cx="120240" cy="153000"/>
                </a:xfrm>
                <a:prstGeom prst="rect">
                  <a:avLst/>
                </a:prstGeom>
              </p:spPr>
            </p:pic>
          </mc:Fallback>
        </mc:AlternateContent>
      </p:grpSp>
    </p:spTree>
    <p:extLst>
      <p:ext uri="{BB962C8B-B14F-4D97-AF65-F5344CB8AC3E}">
        <p14:creationId xmlns:p14="http://schemas.microsoft.com/office/powerpoint/2010/main" val="115463216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B7CA86-2CAA-7CD2-0B24-BD1D29FBF2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F6D72A-73D6-08DA-DE8A-B68C36679A3B}"/>
              </a:ext>
            </a:extLst>
          </p:cNvPr>
          <p:cNvSpPr>
            <a:spLocks noGrp="1"/>
          </p:cNvSpPr>
          <p:nvPr>
            <p:ph type="title"/>
          </p:nvPr>
        </p:nvSpPr>
        <p:spPr>
          <a:xfrm>
            <a:off x="919119" y="296928"/>
            <a:ext cx="10353762" cy="812800"/>
          </a:xfrm>
        </p:spPr>
        <p:txBody>
          <a:bodyPr>
            <a:normAutofit/>
          </a:bodyPr>
          <a:lstStyle/>
          <a:p>
            <a:r>
              <a:rPr lang="fa-IR" sz="3600" dirty="0">
                <a:latin typeface="IRANSans" panose="02040503050201020203" pitchFamily="18" charset="-78"/>
                <a:cs typeface="B Titr" panose="00000700000000000000" pitchFamily="2" charset="-78"/>
              </a:rPr>
              <a:t>تعاریف اولیه</a:t>
            </a:r>
            <a:endParaRPr lang="en-US" sz="3600" dirty="0">
              <a:latin typeface="IRANSans" panose="02040503050201020203" pitchFamily="18" charset="-78"/>
              <a:cs typeface="B Titr" panose="00000700000000000000" pitchFamily="2" charset="-78"/>
            </a:endParaRPr>
          </a:p>
        </p:txBody>
      </p:sp>
      <p:sp>
        <p:nvSpPr>
          <p:cNvPr id="7" name="TextBox 6">
            <a:extLst>
              <a:ext uri="{FF2B5EF4-FFF2-40B4-BE49-F238E27FC236}">
                <a16:creationId xmlns:a16="http://schemas.microsoft.com/office/drawing/2014/main" id="{E6509E10-D899-4CEC-A744-521F3AB9A6EB}"/>
              </a:ext>
            </a:extLst>
          </p:cNvPr>
          <p:cNvSpPr txBox="1"/>
          <p:nvPr/>
        </p:nvSpPr>
        <p:spPr>
          <a:xfrm>
            <a:off x="1058541" y="1193876"/>
            <a:ext cx="4282004" cy="5047536"/>
          </a:xfrm>
          <a:prstGeom prst="rect">
            <a:avLst/>
          </a:prstGeom>
          <a:noFill/>
        </p:spPr>
        <p:txBody>
          <a:bodyPr wrap="square">
            <a:spAutoFit/>
          </a:bodyPr>
          <a:lstStyle/>
          <a:p>
            <a:pPr>
              <a:buNone/>
            </a:pPr>
            <a:r>
              <a:rPr lang="en-US" sz="1400" b="0" dirty="0">
                <a:solidFill>
                  <a:srgbClr val="C586C0"/>
                </a:solidFill>
                <a:effectLst/>
                <a:latin typeface="Consolas" panose="020B0609020204030204" pitchFamily="49" charset="0"/>
              </a:rPr>
              <a:t>#include</a:t>
            </a:r>
            <a:r>
              <a:rPr lang="en-US" sz="1400" b="0" dirty="0">
                <a:solidFill>
                  <a:srgbClr val="DAE3E3"/>
                </a:solidFill>
                <a:effectLst/>
                <a:latin typeface="Consolas" panose="020B0609020204030204" pitchFamily="49" charset="0"/>
              </a:rPr>
              <a:t> </a:t>
            </a:r>
            <a:r>
              <a:rPr lang="en-US" sz="1400" b="0" dirty="0">
                <a:solidFill>
                  <a:srgbClr val="7FCBCD"/>
                </a:solidFill>
                <a:effectLst/>
                <a:latin typeface="Consolas" panose="020B0609020204030204" pitchFamily="49" charset="0"/>
              </a:rPr>
              <a:t>&lt;</a:t>
            </a:r>
            <a:r>
              <a:rPr lang="en-US" sz="1400" b="0" dirty="0" err="1">
                <a:solidFill>
                  <a:srgbClr val="7FCBCD"/>
                </a:solidFill>
                <a:effectLst/>
                <a:latin typeface="Consolas" panose="020B0609020204030204" pitchFamily="49" charset="0"/>
              </a:rPr>
              <a:t>Wire.h</a:t>
            </a:r>
            <a:r>
              <a:rPr lang="en-US" sz="1400" b="0" dirty="0">
                <a:solidFill>
                  <a:srgbClr val="7FCBCD"/>
                </a:solidFill>
                <a:effectLst/>
                <a:latin typeface="Consolas" panose="020B0609020204030204" pitchFamily="49" charset="0"/>
              </a:rPr>
              <a:t>&gt;</a:t>
            </a:r>
            <a:endParaRPr lang="en-US" sz="1400" b="0" dirty="0">
              <a:solidFill>
                <a:srgbClr val="DAE3E3"/>
              </a:solidFill>
              <a:effectLst/>
              <a:latin typeface="Consolas" panose="020B0609020204030204" pitchFamily="49" charset="0"/>
            </a:endParaRPr>
          </a:p>
          <a:p>
            <a:pPr>
              <a:buNone/>
            </a:pPr>
            <a:r>
              <a:rPr lang="en-US" sz="1400" b="0" dirty="0">
                <a:solidFill>
                  <a:srgbClr val="C586C0"/>
                </a:solidFill>
                <a:effectLst/>
                <a:latin typeface="Consolas" panose="020B0609020204030204" pitchFamily="49" charset="0"/>
              </a:rPr>
              <a:t>#include</a:t>
            </a:r>
            <a:r>
              <a:rPr lang="en-US" sz="1400" b="0" dirty="0">
                <a:solidFill>
                  <a:srgbClr val="DAE3E3"/>
                </a:solidFill>
                <a:effectLst/>
                <a:latin typeface="Consolas" panose="020B0609020204030204" pitchFamily="49" charset="0"/>
              </a:rPr>
              <a:t> </a:t>
            </a:r>
            <a:r>
              <a:rPr lang="en-US" sz="1400" b="0" dirty="0">
                <a:solidFill>
                  <a:srgbClr val="7FCBCD"/>
                </a:solidFill>
                <a:effectLst/>
                <a:latin typeface="Consolas" panose="020B0609020204030204" pitchFamily="49" charset="0"/>
              </a:rPr>
              <a:t>&lt;TDAxis12.h&gt;</a:t>
            </a:r>
            <a:endParaRPr lang="en-US" sz="1400" b="0" dirty="0">
              <a:solidFill>
                <a:srgbClr val="DAE3E3"/>
              </a:solidFill>
              <a:effectLst/>
              <a:latin typeface="Consolas" panose="020B0609020204030204" pitchFamily="49" charset="0"/>
            </a:endParaRPr>
          </a:p>
          <a:p>
            <a:pPr>
              <a:buNone/>
            </a:pPr>
            <a:r>
              <a:rPr lang="en-US" sz="1400" b="0" dirty="0">
                <a:solidFill>
                  <a:srgbClr val="C586C0"/>
                </a:solidFill>
                <a:effectLst/>
                <a:latin typeface="Consolas" panose="020B0609020204030204" pitchFamily="49" charset="0"/>
              </a:rPr>
              <a:t>#include</a:t>
            </a:r>
            <a:r>
              <a:rPr lang="en-US" sz="1400" b="0" dirty="0">
                <a:solidFill>
                  <a:srgbClr val="DAE3E3"/>
                </a:solidFill>
                <a:effectLst/>
                <a:latin typeface="Consolas" panose="020B0609020204030204" pitchFamily="49" charset="0"/>
              </a:rPr>
              <a:t> </a:t>
            </a:r>
            <a:r>
              <a:rPr lang="en-US" sz="1400" b="0" dirty="0">
                <a:solidFill>
                  <a:srgbClr val="7FCBCD"/>
                </a:solidFill>
                <a:effectLst/>
                <a:latin typeface="Consolas" panose="020B0609020204030204" pitchFamily="49" charset="0"/>
              </a:rPr>
              <a:t>&lt;Adafruit_SH1106_STM32.h&gt;</a:t>
            </a:r>
            <a:endParaRPr lang="en-US" sz="1400" b="0" dirty="0">
              <a:solidFill>
                <a:srgbClr val="DAE3E3"/>
              </a:solidFill>
              <a:effectLst/>
              <a:latin typeface="Consolas" panose="020B0609020204030204" pitchFamily="49" charset="0"/>
            </a:endParaRPr>
          </a:p>
          <a:p>
            <a:pPr>
              <a:buNone/>
            </a:pPr>
            <a:r>
              <a:rPr lang="en-US" sz="1400" b="0" dirty="0">
                <a:solidFill>
                  <a:srgbClr val="C586C0"/>
                </a:solidFill>
                <a:effectLst/>
                <a:latin typeface="Consolas" panose="020B0609020204030204" pitchFamily="49" charset="0"/>
              </a:rPr>
              <a:t>#include</a:t>
            </a:r>
            <a:r>
              <a:rPr lang="en-US" sz="1400" b="0" dirty="0">
                <a:solidFill>
                  <a:srgbClr val="DAE3E3"/>
                </a:solidFill>
                <a:effectLst/>
                <a:latin typeface="Consolas" panose="020B0609020204030204" pitchFamily="49" charset="0"/>
              </a:rPr>
              <a:t> </a:t>
            </a:r>
            <a:r>
              <a:rPr lang="en-US" sz="1400" b="0" dirty="0">
                <a:solidFill>
                  <a:srgbClr val="7FCBCD"/>
                </a:solidFill>
                <a:effectLst/>
                <a:latin typeface="Consolas" panose="020B0609020204030204" pitchFamily="49" charset="0"/>
              </a:rPr>
              <a:t>&lt;</a:t>
            </a:r>
            <a:r>
              <a:rPr lang="en-US" sz="1400" b="0" dirty="0" err="1">
                <a:solidFill>
                  <a:srgbClr val="7FCBCD"/>
                </a:solidFill>
                <a:effectLst/>
                <a:latin typeface="Consolas" panose="020B0609020204030204" pitchFamily="49" charset="0"/>
              </a:rPr>
              <a:t>LDR.h</a:t>
            </a:r>
            <a:r>
              <a:rPr lang="en-US" sz="1400" b="0" dirty="0">
                <a:solidFill>
                  <a:srgbClr val="7FCBCD"/>
                </a:solidFill>
                <a:effectLst/>
                <a:latin typeface="Consolas" panose="020B0609020204030204" pitchFamily="49" charset="0"/>
              </a:rPr>
              <a:t>&gt;</a:t>
            </a:r>
            <a:endParaRPr lang="en-US" sz="1400" b="0" dirty="0">
              <a:solidFill>
                <a:srgbClr val="DAE3E3"/>
              </a:solidFill>
              <a:effectLst/>
              <a:latin typeface="Consolas" panose="020B0609020204030204" pitchFamily="49" charset="0"/>
            </a:endParaRPr>
          </a:p>
          <a:p>
            <a:pPr>
              <a:buNone/>
            </a:pPr>
            <a:r>
              <a:rPr lang="en-US" sz="1400" b="0" dirty="0">
                <a:solidFill>
                  <a:srgbClr val="C586C0"/>
                </a:solidFill>
                <a:effectLst/>
                <a:latin typeface="Consolas" panose="020B0609020204030204" pitchFamily="49" charset="0"/>
              </a:rPr>
              <a:t>#include</a:t>
            </a:r>
            <a:r>
              <a:rPr lang="en-US" sz="1400" b="0" dirty="0">
                <a:solidFill>
                  <a:srgbClr val="DAE3E3"/>
                </a:solidFill>
                <a:effectLst/>
                <a:latin typeface="Consolas" panose="020B0609020204030204" pitchFamily="49" charset="0"/>
              </a:rPr>
              <a:t> </a:t>
            </a:r>
            <a:r>
              <a:rPr lang="en-US" sz="1400" b="0" dirty="0">
                <a:solidFill>
                  <a:srgbClr val="7FCBCD"/>
                </a:solidFill>
                <a:effectLst/>
                <a:latin typeface="Consolas" panose="020B0609020204030204" pitchFamily="49" charset="0"/>
              </a:rPr>
              <a:t>&lt;</a:t>
            </a:r>
            <a:r>
              <a:rPr lang="en-US" sz="1400" b="0" dirty="0" err="1">
                <a:solidFill>
                  <a:srgbClr val="7FCBCD"/>
                </a:solidFill>
                <a:effectLst/>
                <a:latin typeface="Consolas" panose="020B0609020204030204" pitchFamily="49" charset="0"/>
              </a:rPr>
              <a:t>libmaple</a:t>
            </a:r>
            <a:r>
              <a:rPr lang="en-US" sz="1400" b="0" dirty="0">
                <a:solidFill>
                  <a:srgbClr val="7FCBCD"/>
                </a:solidFill>
                <a:effectLst/>
                <a:latin typeface="Consolas" panose="020B0609020204030204" pitchFamily="49" charset="0"/>
              </a:rPr>
              <a:t>/</a:t>
            </a:r>
            <a:r>
              <a:rPr lang="en-US" sz="1400" b="0" dirty="0" err="1">
                <a:solidFill>
                  <a:srgbClr val="7FCBCD"/>
                </a:solidFill>
                <a:effectLst/>
                <a:latin typeface="Consolas" panose="020B0609020204030204" pitchFamily="49" charset="0"/>
              </a:rPr>
              <a:t>iwdg.h</a:t>
            </a:r>
            <a:r>
              <a:rPr lang="en-US" sz="1400" b="0" dirty="0">
                <a:solidFill>
                  <a:srgbClr val="7FCBCD"/>
                </a:solidFill>
                <a:effectLst/>
                <a:latin typeface="Consolas" panose="020B0609020204030204" pitchFamily="49" charset="0"/>
              </a:rPr>
              <a:t>&gt;</a:t>
            </a:r>
            <a:endParaRPr lang="en-US" sz="1400" b="0" dirty="0">
              <a:solidFill>
                <a:srgbClr val="DAE3E3"/>
              </a:solidFill>
              <a:effectLst/>
              <a:latin typeface="Consolas" panose="020B0609020204030204" pitchFamily="49" charset="0"/>
            </a:endParaRPr>
          </a:p>
          <a:p>
            <a:pPr>
              <a:buNone/>
            </a:pPr>
            <a:br>
              <a:rPr lang="en-US" sz="1400" b="0" dirty="0">
                <a:solidFill>
                  <a:srgbClr val="DAE3E3"/>
                </a:solidFill>
                <a:effectLst/>
                <a:latin typeface="Consolas" panose="020B0609020204030204" pitchFamily="49" charset="0"/>
              </a:rPr>
            </a:br>
            <a:endParaRPr lang="en-US" sz="1400" b="0" dirty="0">
              <a:solidFill>
                <a:srgbClr val="DAE3E3"/>
              </a:solidFill>
              <a:effectLst/>
              <a:latin typeface="Consolas" panose="020B0609020204030204" pitchFamily="49" charset="0"/>
            </a:endParaRPr>
          </a:p>
          <a:p>
            <a:pPr>
              <a:buNone/>
            </a:pPr>
            <a:r>
              <a:rPr lang="en-US" sz="1400" b="0" dirty="0">
                <a:solidFill>
                  <a:srgbClr val="C586C0"/>
                </a:solidFill>
                <a:effectLst/>
                <a:latin typeface="Consolas" panose="020B0609020204030204" pitchFamily="49" charset="0"/>
              </a:rPr>
              <a:t>#define</a:t>
            </a:r>
            <a:r>
              <a:rPr lang="en-US" sz="1400" b="0" dirty="0">
                <a:solidFill>
                  <a:srgbClr val="DAE3E3"/>
                </a:solidFill>
                <a:effectLst/>
                <a:latin typeface="Consolas" panose="020B0609020204030204" pitchFamily="49" charset="0"/>
              </a:rPr>
              <a:t> </a:t>
            </a:r>
            <a:r>
              <a:rPr lang="en-US" sz="1400" b="0" dirty="0">
                <a:solidFill>
                  <a:srgbClr val="F39C12"/>
                </a:solidFill>
                <a:effectLst/>
                <a:latin typeface="Consolas" panose="020B0609020204030204" pitchFamily="49" charset="0"/>
              </a:rPr>
              <a:t>MAX_SPEED</a:t>
            </a:r>
            <a:r>
              <a:rPr lang="en-US" sz="1400" b="0" dirty="0">
                <a:solidFill>
                  <a:srgbClr val="DAE3E3"/>
                </a:solidFill>
                <a:effectLst/>
                <a:latin typeface="Consolas" panose="020B0609020204030204" pitchFamily="49" charset="0"/>
              </a:rPr>
              <a:t> </a:t>
            </a:r>
            <a:r>
              <a:rPr lang="en-US" sz="1400" b="0" dirty="0">
                <a:solidFill>
                  <a:srgbClr val="7FCBCD"/>
                </a:solidFill>
                <a:effectLst/>
                <a:latin typeface="Consolas" panose="020B0609020204030204" pitchFamily="49" charset="0"/>
              </a:rPr>
              <a:t>65000</a:t>
            </a:r>
            <a:endParaRPr lang="en-US" sz="1400" b="0" dirty="0">
              <a:solidFill>
                <a:srgbClr val="DAE3E3"/>
              </a:solidFill>
              <a:effectLst/>
              <a:latin typeface="Consolas" panose="020B0609020204030204" pitchFamily="49" charset="0"/>
            </a:endParaRPr>
          </a:p>
          <a:p>
            <a:pPr>
              <a:buNone/>
            </a:pPr>
            <a:r>
              <a:rPr lang="en-US" sz="1400" b="0" dirty="0">
                <a:solidFill>
                  <a:srgbClr val="C586C0"/>
                </a:solidFill>
                <a:effectLst/>
                <a:latin typeface="Consolas" panose="020B0609020204030204" pitchFamily="49" charset="0"/>
              </a:rPr>
              <a:t>#define</a:t>
            </a:r>
            <a:r>
              <a:rPr lang="en-US" sz="1400" b="0" dirty="0">
                <a:solidFill>
                  <a:srgbClr val="DAE3E3"/>
                </a:solidFill>
                <a:effectLst/>
                <a:latin typeface="Consolas" panose="020B0609020204030204" pitchFamily="49" charset="0"/>
              </a:rPr>
              <a:t> </a:t>
            </a:r>
            <a:r>
              <a:rPr lang="en-US" sz="1400" b="0" dirty="0">
                <a:solidFill>
                  <a:srgbClr val="F39C12"/>
                </a:solidFill>
                <a:effectLst/>
                <a:latin typeface="Consolas" panose="020B0609020204030204" pitchFamily="49" charset="0"/>
              </a:rPr>
              <a:t>HIGH_SPEED</a:t>
            </a:r>
            <a:r>
              <a:rPr lang="en-US" sz="1400" b="0" dirty="0">
                <a:solidFill>
                  <a:srgbClr val="DAE3E3"/>
                </a:solidFill>
                <a:effectLst/>
                <a:latin typeface="Consolas" panose="020B0609020204030204" pitchFamily="49" charset="0"/>
              </a:rPr>
              <a:t> </a:t>
            </a:r>
            <a:r>
              <a:rPr lang="en-US" sz="1400" b="0" dirty="0">
                <a:solidFill>
                  <a:srgbClr val="7FCBCD"/>
                </a:solidFill>
                <a:effectLst/>
                <a:latin typeface="Consolas" panose="020B0609020204030204" pitchFamily="49" charset="0"/>
              </a:rPr>
              <a:t>65000</a:t>
            </a:r>
            <a:endParaRPr lang="en-US" sz="1400" b="0" dirty="0">
              <a:solidFill>
                <a:srgbClr val="DAE3E3"/>
              </a:solidFill>
              <a:effectLst/>
              <a:latin typeface="Consolas" panose="020B0609020204030204" pitchFamily="49" charset="0"/>
            </a:endParaRPr>
          </a:p>
          <a:p>
            <a:pPr>
              <a:buNone/>
            </a:pPr>
            <a:r>
              <a:rPr lang="en-US" sz="1400" b="0" dirty="0">
                <a:solidFill>
                  <a:srgbClr val="C586C0"/>
                </a:solidFill>
                <a:effectLst/>
                <a:latin typeface="Consolas" panose="020B0609020204030204" pitchFamily="49" charset="0"/>
              </a:rPr>
              <a:t>#define</a:t>
            </a:r>
            <a:r>
              <a:rPr lang="en-US" sz="1400" b="0" dirty="0">
                <a:solidFill>
                  <a:srgbClr val="DAE3E3"/>
                </a:solidFill>
                <a:effectLst/>
                <a:latin typeface="Consolas" panose="020B0609020204030204" pitchFamily="49" charset="0"/>
              </a:rPr>
              <a:t> </a:t>
            </a:r>
            <a:r>
              <a:rPr lang="en-US" sz="1400" b="0" dirty="0">
                <a:solidFill>
                  <a:srgbClr val="F39C12"/>
                </a:solidFill>
                <a:effectLst/>
                <a:latin typeface="Consolas" panose="020B0609020204030204" pitchFamily="49" charset="0"/>
              </a:rPr>
              <a:t>MID_SPEED</a:t>
            </a:r>
            <a:r>
              <a:rPr lang="en-US" sz="1400" b="0" dirty="0">
                <a:solidFill>
                  <a:srgbClr val="DAE3E3"/>
                </a:solidFill>
                <a:effectLst/>
                <a:latin typeface="Consolas" panose="020B0609020204030204" pitchFamily="49" charset="0"/>
              </a:rPr>
              <a:t> </a:t>
            </a:r>
            <a:r>
              <a:rPr lang="en-US" sz="1400" b="0" dirty="0">
                <a:solidFill>
                  <a:srgbClr val="7FCBCD"/>
                </a:solidFill>
                <a:effectLst/>
                <a:latin typeface="Consolas" panose="020B0609020204030204" pitchFamily="49" charset="0"/>
              </a:rPr>
              <a:t>50000</a:t>
            </a:r>
            <a:endParaRPr lang="en-US" sz="1400" b="0" dirty="0">
              <a:solidFill>
                <a:srgbClr val="DAE3E3"/>
              </a:solidFill>
              <a:effectLst/>
              <a:latin typeface="Consolas" panose="020B0609020204030204" pitchFamily="49" charset="0"/>
            </a:endParaRPr>
          </a:p>
          <a:p>
            <a:pPr>
              <a:buNone/>
            </a:pPr>
            <a:r>
              <a:rPr lang="en-US" sz="1400" b="0" dirty="0">
                <a:solidFill>
                  <a:srgbClr val="C586C0"/>
                </a:solidFill>
                <a:effectLst/>
                <a:latin typeface="Consolas" panose="020B0609020204030204" pitchFamily="49" charset="0"/>
              </a:rPr>
              <a:t>#define</a:t>
            </a:r>
            <a:r>
              <a:rPr lang="en-US" sz="1400" b="0" dirty="0">
                <a:solidFill>
                  <a:srgbClr val="DAE3E3"/>
                </a:solidFill>
                <a:effectLst/>
                <a:latin typeface="Consolas" panose="020B0609020204030204" pitchFamily="49" charset="0"/>
              </a:rPr>
              <a:t> </a:t>
            </a:r>
            <a:r>
              <a:rPr lang="en-US" sz="1400" b="0" dirty="0">
                <a:solidFill>
                  <a:srgbClr val="F39C12"/>
                </a:solidFill>
                <a:effectLst/>
                <a:latin typeface="Consolas" panose="020B0609020204030204" pitchFamily="49" charset="0"/>
              </a:rPr>
              <a:t>LOW_SPEED</a:t>
            </a:r>
            <a:r>
              <a:rPr lang="en-US" sz="1400" b="0" dirty="0">
                <a:solidFill>
                  <a:srgbClr val="DAE3E3"/>
                </a:solidFill>
                <a:effectLst/>
                <a:latin typeface="Consolas" panose="020B0609020204030204" pitchFamily="49" charset="0"/>
              </a:rPr>
              <a:t> </a:t>
            </a:r>
            <a:r>
              <a:rPr lang="en-US" sz="1400" b="0" dirty="0">
                <a:solidFill>
                  <a:srgbClr val="7FCBCD"/>
                </a:solidFill>
                <a:effectLst/>
                <a:latin typeface="Consolas" panose="020B0609020204030204" pitchFamily="49" charset="0"/>
              </a:rPr>
              <a:t>30000</a:t>
            </a:r>
            <a:endParaRPr lang="en-US" sz="1400" b="0" dirty="0">
              <a:solidFill>
                <a:srgbClr val="DAE3E3"/>
              </a:solidFill>
              <a:effectLst/>
              <a:latin typeface="Consolas" panose="020B0609020204030204" pitchFamily="49" charset="0"/>
            </a:endParaRPr>
          </a:p>
          <a:p>
            <a:pPr>
              <a:buNone/>
            </a:pPr>
            <a:r>
              <a:rPr lang="en-US" sz="1400" b="0" dirty="0">
                <a:solidFill>
                  <a:srgbClr val="C586C0"/>
                </a:solidFill>
                <a:effectLst/>
                <a:latin typeface="Consolas" panose="020B0609020204030204" pitchFamily="49" charset="0"/>
              </a:rPr>
              <a:t>#define</a:t>
            </a:r>
            <a:r>
              <a:rPr lang="en-US" sz="1400" b="0" dirty="0">
                <a:solidFill>
                  <a:srgbClr val="DAE3E3"/>
                </a:solidFill>
                <a:effectLst/>
                <a:latin typeface="Consolas" panose="020B0609020204030204" pitchFamily="49" charset="0"/>
              </a:rPr>
              <a:t> </a:t>
            </a:r>
            <a:r>
              <a:rPr lang="en-US" sz="1400" b="0" dirty="0">
                <a:solidFill>
                  <a:srgbClr val="F39C12"/>
                </a:solidFill>
                <a:effectLst/>
                <a:latin typeface="Consolas" panose="020B0609020204030204" pitchFamily="49" charset="0"/>
              </a:rPr>
              <a:t>VERYLOW_SPEED</a:t>
            </a:r>
            <a:r>
              <a:rPr lang="en-US" sz="1400" b="0" dirty="0">
                <a:solidFill>
                  <a:srgbClr val="DAE3E3"/>
                </a:solidFill>
                <a:effectLst/>
                <a:latin typeface="Consolas" panose="020B0609020204030204" pitchFamily="49" charset="0"/>
              </a:rPr>
              <a:t> </a:t>
            </a:r>
            <a:r>
              <a:rPr lang="en-US" sz="1400" b="0" dirty="0">
                <a:solidFill>
                  <a:srgbClr val="7FCBCD"/>
                </a:solidFill>
                <a:effectLst/>
                <a:latin typeface="Consolas" panose="020B0609020204030204" pitchFamily="49" charset="0"/>
              </a:rPr>
              <a:t>20000</a:t>
            </a:r>
            <a:endParaRPr lang="en-US" sz="1400" b="0" dirty="0">
              <a:solidFill>
                <a:srgbClr val="DAE3E3"/>
              </a:solidFill>
              <a:effectLst/>
              <a:latin typeface="Consolas" panose="020B0609020204030204" pitchFamily="49" charset="0"/>
            </a:endParaRPr>
          </a:p>
          <a:p>
            <a:pPr>
              <a:buNone/>
            </a:pPr>
            <a:r>
              <a:rPr lang="en-US" sz="1400" b="0" dirty="0">
                <a:solidFill>
                  <a:srgbClr val="C586C0"/>
                </a:solidFill>
                <a:effectLst/>
                <a:latin typeface="Consolas" panose="020B0609020204030204" pitchFamily="49" charset="0"/>
              </a:rPr>
              <a:t>#define</a:t>
            </a:r>
            <a:r>
              <a:rPr lang="en-US" sz="1400" b="0" dirty="0">
                <a:solidFill>
                  <a:srgbClr val="DAE3E3"/>
                </a:solidFill>
                <a:effectLst/>
                <a:latin typeface="Consolas" panose="020B0609020204030204" pitchFamily="49" charset="0"/>
              </a:rPr>
              <a:t> </a:t>
            </a:r>
            <a:r>
              <a:rPr lang="en-US" sz="1400" b="0" dirty="0" err="1">
                <a:solidFill>
                  <a:srgbClr val="F39C12"/>
                </a:solidFill>
                <a:effectLst/>
                <a:latin typeface="Consolas" panose="020B0609020204030204" pitchFamily="49" charset="0"/>
              </a:rPr>
              <a:t>Team_Yellow</a:t>
            </a:r>
            <a:r>
              <a:rPr lang="en-US" sz="1400" b="0" dirty="0">
                <a:solidFill>
                  <a:srgbClr val="DAE3E3"/>
                </a:solidFill>
                <a:effectLst/>
                <a:latin typeface="Consolas" panose="020B0609020204030204" pitchFamily="49" charset="0"/>
              </a:rPr>
              <a:t> </a:t>
            </a:r>
            <a:r>
              <a:rPr lang="en-US" sz="1400" b="0" dirty="0">
                <a:solidFill>
                  <a:srgbClr val="7FCBCD"/>
                </a:solidFill>
                <a:effectLst/>
                <a:latin typeface="Consolas" panose="020B0609020204030204" pitchFamily="49" charset="0"/>
              </a:rPr>
              <a:t>true</a:t>
            </a:r>
            <a:endParaRPr lang="en-US" sz="1400" b="0" dirty="0">
              <a:solidFill>
                <a:srgbClr val="DAE3E3"/>
              </a:solidFill>
              <a:effectLst/>
              <a:latin typeface="Consolas" panose="020B0609020204030204" pitchFamily="49" charset="0"/>
            </a:endParaRPr>
          </a:p>
          <a:p>
            <a:pPr>
              <a:buNone/>
            </a:pPr>
            <a:r>
              <a:rPr lang="en-US" sz="1400" b="0" dirty="0">
                <a:solidFill>
                  <a:srgbClr val="C586C0"/>
                </a:solidFill>
                <a:effectLst/>
                <a:latin typeface="Consolas" panose="020B0609020204030204" pitchFamily="49" charset="0"/>
              </a:rPr>
              <a:t>#define</a:t>
            </a:r>
            <a:r>
              <a:rPr lang="en-US" sz="1400" b="0" dirty="0">
                <a:solidFill>
                  <a:srgbClr val="DAE3E3"/>
                </a:solidFill>
                <a:effectLst/>
                <a:latin typeface="Consolas" panose="020B0609020204030204" pitchFamily="49" charset="0"/>
              </a:rPr>
              <a:t> </a:t>
            </a:r>
            <a:r>
              <a:rPr lang="en-US" sz="1400" b="0" dirty="0">
                <a:solidFill>
                  <a:srgbClr val="F39C12"/>
                </a:solidFill>
                <a:effectLst/>
                <a:latin typeface="Consolas" panose="020B0609020204030204" pitchFamily="49" charset="0"/>
              </a:rPr>
              <a:t>SPIN_ON</a:t>
            </a:r>
            <a:r>
              <a:rPr lang="en-US" sz="1400" b="0" dirty="0">
                <a:solidFill>
                  <a:srgbClr val="DAE3E3"/>
                </a:solidFill>
                <a:effectLst/>
                <a:latin typeface="Consolas" panose="020B0609020204030204" pitchFamily="49" charset="0"/>
              </a:rPr>
              <a:t> </a:t>
            </a:r>
            <a:r>
              <a:rPr lang="en-US" sz="1400" b="0" dirty="0" err="1">
                <a:solidFill>
                  <a:srgbClr val="F39C12"/>
                </a:solidFill>
                <a:effectLst/>
                <a:latin typeface="Consolas" panose="020B0609020204030204" pitchFamily="49" charset="0"/>
              </a:rPr>
              <a:t>digitalWrite</a:t>
            </a:r>
            <a:r>
              <a:rPr lang="en-US" sz="1400" b="0" dirty="0">
                <a:solidFill>
                  <a:srgbClr val="DAE3E3"/>
                </a:solidFill>
                <a:effectLst/>
                <a:latin typeface="Consolas" panose="020B0609020204030204" pitchFamily="49" charset="0"/>
              </a:rPr>
              <a:t>(PC14, </a:t>
            </a:r>
            <a:r>
              <a:rPr lang="en-US" sz="1400" b="0" dirty="0">
                <a:solidFill>
                  <a:srgbClr val="7FCBCD"/>
                </a:solidFill>
                <a:effectLst/>
                <a:latin typeface="Consolas" panose="020B0609020204030204" pitchFamily="49" charset="0"/>
              </a:rPr>
              <a:t>1</a:t>
            </a:r>
            <a:r>
              <a:rPr lang="en-US" sz="1400" b="0" dirty="0">
                <a:solidFill>
                  <a:srgbClr val="DAE3E3"/>
                </a:solidFill>
                <a:effectLst/>
                <a:latin typeface="Consolas" panose="020B0609020204030204" pitchFamily="49" charset="0"/>
              </a:rPr>
              <a:t>)</a:t>
            </a:r>
          </a:p>
          <a:p>
            <a:pPr>
              <a:buNone/>
            </a:pPr>
            <a:r>
              <a:rPr lang="en-US" sz="1400" b="0" dirty="0">
                <a:solidFill>
                  <a:srgbClr val="C586C0"/>
                </a:solidFill>
                <a:effectLst/>
                <a:latin typeface="Consolas" panose="020B0609020204030204" pitchFamily="49" charset="0"/>
              </a:rPr>
              <a:t>#define</a:t>
            </a:r>
            <a:r>
              <a:rPr lang="en-US" sz="1400" b="0" dirty="0">
                <a:solidFill>
                  <a:srgbClr val="DAE3E3"/>
                </a:solidFill>
                <a:effectLst/>
                <a:latin typeface="Consolas" panose="020B0609020204030204" pitchFamily="49" charset="0"/>
              </a:rPr>
              <a:t> </a:t>
            </a:r>
            <a:r>
              <a:rPr lang="en-US" sz="1400" b="0" dirty="0">
                <a:solidFill>
                  <a:srgbClr val="F39C12"/>
                </a:solidFill>
                <a:effectLst/>
                <a:latin typeface="Consolas" panose="020B0609020204030204" pitchFamily="49" charset="0"/>
              </a:rPr>
              <a:t>SPIN_OFF</a:t>
            </a:r>
            <a:r>
              <a:rPr lang="en-US" sz="1400" b="0" dirty="0">
                <a:solidFill>
                  <a:srgbClr val="DAE3E3"/>
                </a:solidFill>
                <a:effectLst/>
                <a:latin typeface="Consolas" panose="020B0609020204030204" pitchFamily="49" charset="0"/>
              </a:rPr>
              <a:t> </a:t>
            </a:r>
            <a:r>
              <a:rPr lang="en-US" sz="1400" b="0" dirty="0" err="1">
                <a:solidFill>
                  <a:srgbClr val="F39C12"/>
                </a:solidFill>
                <a:effectLst/>
                <a:latin typeface="Consolas" panose="020B0609020204030204" pitchFamily="49" charset="0"/>
              </a:rPr>
              <a:t>digitalWrite</a:t>
            </a:r>
            <a:r>
              <a:rPr lang="en-US" sz="1400" b="0" dirty="0">
                <a:solidFill>
                  <a:srgbClr val="DAE3E3"/>
                </a:solidFill>
                <a:effectLst/>
                <a:latin typeface="Consolas" panose="020B0609020204030204" pitchFamily="49" charset="0"/>
              </a:rPr>
              <a:t>(PC14, </a:t>
            </a:r>
            <a:r>
              <a:rPr lang="en-US" sz="1400" b="0" dirty="0">
                <a:solidFill>
                  <a:srgbClr val="7FCBCD"/>
                </a:solidFill>
                <a:effectLst/>
                <a:latin typeface="Consolas" panose="020B0609020204030204" pitchFamily="49" charset="0"/>
              </a:rPr>
              <a:t>0</a:t>
            </a:r>
            <a:r>
              <a:rPr lang="en-US" sz="1400" b="0" dirty="0">
                <a:solidFill>
                  <a:srgbClr val="DAE3E3"/>
                </a:solidFill>
                <a:effectLst/>
                <a:latin typeface="Consolas" panose="020B0609020204030204" pitchFamily="49" charset="0"/>
              </a:rPr>
              <a:t>)</a:t>
            </a:r>
          </a:p>
          <a:p>
            <a:pPr>
              <a:buNone/>
            </a:pPr>
            <a:r>
              <a:rPr lang="en-US" sz="1400" b="0" dirty="0">
                <a:solidFill>
                  <a:srgbClr val="C586C0"/>
                </a:solidFill>
                <a:effectLst/>
                <a:latin typeface="Consolas" panose="020B0609020204030204" pitchFamily="49" charset="0"/>
              </a:rPr>
              <a:t>#define</a:t>
            </a:r>
            <a:r>
              <a:rPr lang="en-US" sz="1400" b="0" dirty="0">
                <a:solidFill>
                  <a:srgbClr val="DAE3E3"/>
                </a:solidFill>
                <a:effectLst/>
                <a:latin typeface="Consolas" panose="020B0609020204030204" pitchFamily="49" charset="0"/>
              </a:rPr>
              <a:t> </a:t>
            </a:r>
            <a:r>
              <a:rPr lang="en-US" sz="1400" b="0" dirty="0">
                <a:solidFill>
                  <a:srgbClr val="F39C12"/>
                </a:solidFill>
                <a:effectLst/>
                <a:latin typeface="Consolas" panose="020B0609020204030204" pitchFamily="49" charset="0"/>
              </a:rPr>
              <a:t>BALL_IN_KICKER</a:t>
            </a:r>
            <a:r>
              <a:rPr lang="en-US" sz="1400" b="0" dirty="0">
                <a:solidFill>
                  <a:srgbClr val="DAE3E3"/>
                </a:solidFill>
                <a:effectLst/>
                <a:latin typeface="Consolas" panose="020B0609020204030204" pitchFamily="49" charset="0"/>
              </a:rPr>
              <a:t> </a:t>
            </a:r>
            <a:r>
              <a:rPr lang="en-US" sz="1400" b="0" dirty="0" err="1">
                <a:solidFill>
                  <a:srgbClr val="F39C12"/>
                </a:solidFill>
                <a:effectLst/>
                <a:latin typeface="Consolas" panose="020B0609020204030204" pitchFamily="49" charset="0"/>
              </a:rPr>
              <a:t>digitalRead</a:t>
            </a:r>
            <a:r>
              <a:rPr lang="en-US" sz="1400" b="0" dirty="0">
                <a:solidFill>
                  <a:srgbClr val="DAE3E3"/>
                </a:solidFill>
                <a:effectLst/>
                <a:latin typeface="Consolas" panose="020B0609020204030204" pitchFamily="49" charset="0"/>
              </a:rPr>
              <a:t>(PA4)</a:t>
            </a:r>
          </a:p>
          <a:p>
            <a:pPr>
              <a:buNone/>
            </a:pPr>
            <a:r>
              <a:rPr lang="en-US" sz="1400" b="0" dirty="0">
                <a:solidFill>
                  <a:srgbClr val="C586C0"/>
                </a:solidFill>
                <a:effectLst/>
                <a:latin typeface="Consolas" panose="020B0609020204030204" pitchFamily="49" charset="0"/>
              </a:rPr>
              <a:t>#define</a:t>
            </a:r>
            <a:r>
              <a:rPr lang="en-US" sz="1400" b="0" dirty="0">
                <a:solidFill>
                  <a:srgbClr val="DAE3E3"/>
                </a:solidFill>
                <a:effectLst/>
                <a:latin typeface="Consolas" panose="020B0609020204030204" pitchFamily="49" charset="0"/>
              </a:rPr>
              <a:t> </a:t>
            </a:r>
            <a:r>
              <a:rPr lang="en-US" sz="1400" b="0" dirty="0" err="1">
                <a:solidFill>
                  <a:srgbClr val="F39C12"/>
                </a:solidFill>
                <a:effectLst/>
                <a:latin typeface="Consolas" panose="020B0609020204030204" pitchFamily="49" charset="0"/>
              </a:rPr>
              <a:t>IS_Goaler</a:t>
            </a:r>
            <a:r>
              <a:rPr lang="en-US" sz="1400" b="0" dirty="0">
                <a:solidFill>
                  <a:srgbClr val="DAE3E3"/>
                </a:solidFill>
                <a:effectLst/>
                <a:latin typeface="Consolas" panose="020B0609020204030204" pitchFamily="49" charset="0"/>
              </a:rPr>
              <a:t> !</a:t>
            </a:r>
            <a:r>
              <a:rPr lang="en-US" sz="1400" b="0" dirty="0" err="1">
                <a:solidFill>
                  <a:srgbClr val="F39C12"/>
                </a:solidFill>
                <a:effectLst/>
                <a:latin typeface="Consolas" panose="020B0609020204030204" pitchFamily="49" charset="0"/>
              </a:rPr>
              <a:t>digitalRead</a:t>
            </a:r>
            <a:r>
              <a:rPr lang="en-US" sz="1400" b="0" dirty="0">
                <a:solidFill>
                  <a:srgbClr val="DAE3E3"/>
                </a:solidFill>
                <a:effectLst/>
                <a:latin typeface="Consolas" panose="020B0609020204030204" pitchFamily="49" charset="0"/>
              </a:rPr>
              <a:t>(PA11)</a:t>
            </a:r>
          </a:p>
          <a:p>
            <a:pPr>
              <a:buNone/>
            </a:pPr>
            <a:br>
              <a:rPr lang="en-US" sz="1400" b="0" dirty="0">
                <a:solidFill>
                  <a:srgbClr val="DAE3E3"/>
                </a:solidFill>
                <a:effectLst/>
                <a:latin typeface="Consolas" panose="020B0609020204030204" pitchFamily="49" charset="0"/>
              </a:rPr>
            </a:br>
            <a:endParaRPr lang="en-US" sz="1400" b="0" dirty="0">
              <a:solidFill>
                <a:srgbClr val="DAE3E3"/>
              </a:solidFill>
              <a:effectLst/>
              <a:latin typeface="Consolas" panose="020B0609020204030204" pitchFamily="49" charset="0"/>
            </a:endParaRPr>
          </a:p>
          <a:p>
            <a:pPr>
              <a:buNone/>
            </a:pPr>
            <a:r>
              <a:rPr lang="en-US" sz="1400" b="0" dirty="0">
                <a:solidFill>
                  <a:srgbClr val="DAE3E3"/>
                </a:solidFill>
                <a:effectLst/>
                <a:latin typeface="Consolas" panose="020B0609020204030204" pitchFamily="49" charset="0"/>
              </a:rPr>
              <a:t>Adafruit_SH1106 </a:t>
            </a:r>
            <a:r>
              <a:rPr lang="en-US" sz="1400" b="0" dirty="0">
                <a:solidFill>
                  <a:srgbClr val="F39C12"/>
                </a:solidFill>
                <a:effectLst/>
                <a:latin typeface="Consolas" panose="020B0609020204030204" pitchFamily="49" charset="0"/>
              </a:rPr>
              <a:t>display</a:t>
            </a:r>
            <a:r>
              <a:rPr lang="en-US" sz="1400" b="0" dirty="0">
                <a:solidFill>
                  <a:srgbClr val="DAE3E3"/>
                </a:solidFill>
                <a:effectLst/>
                <a:latin typeface="Consolas" panose="020B0609020204030204" pitchFamily="49" charset="0"/>
              </a:rPr>
              <a:t>(-</a:t>
            </a:r>
            <a:r>
              <a:rPr lang="en-US" sz="1400" b="0" dirty="0">
                <a:solidFill>
                  <a:srgbClr val="7FCBCD"/>
                </a:solidFill>
                <a:effectLst/>
                <a:latin typeface="Consolas" panose="020B0609020204030204" pitchFamily="49" charset="0"/>
              </a:rPr>
              <a:t>1</a:t>
            </a:r>
            <a:r>
              <a:rPr lang="en-US" sz="1400" b="0" dirty="0">
                <a:solidFill>
                  <a:srgbClr val="DAE3E3"/>
                </a:solidFill>
                <a:effectLst/>
                <a:latin typeface="Consolas" panose="020B0609020204030204" pitchFamily="49" charset="0"/>
              </a:rPr>
              <a:t>);</a:t>
            </a:r>
          </a:p>
          <a:p>
            <a:pPr>
              <a:buNone/>
            </a:pPr>
            <a:r>
              <a:rPr lang="en-US" sz="1400" b="0" dirty="0" err="1">
                <a:solidFill>
                  <a:srgbClr val="DAE3E3"/>
                </a:solidFill>
                <a:effectLst/>
                <a:latin typeface="Consolas" panose="020B0609020204030204" pitchFamily="49" charset="0"/>
              </a:rPr>
              <a:t>TwoWire</a:t>
            </a:r>
            <a:r>
              <a:rPr lang="en-US" sz="1400" b="0" dirty="0">
                <a:solidFill>
                  <a:srgbClr val="DAE3E3"/>
                </a:solidFill>
                <a:effectLst/>
                <a:latin typeface="Consolas" panose="020B0609020204030204" pitchFamily="49" charset="0"/>
              </a:rPr>
              <a:t> </a:t>
            </a:r>
            <a:r>
              <a:rPr lang="en-US" sz="1400" b="0" dirty="0">
                <a:solidFill>
                  <a:srgbClr val="F39C12"/>
                </a:solidFill>
                <a:effectLst/>
                <a:latin typeface="Consolas" panose="020B0609020204030204" pitchFamily="49" charset="0"/>
              </a:rPr>
              <a:t>i2c</a:t>
            </a:r>
            <a:r>
              <a:rPr lang="en-US" sz="1400" b="0" dirty="0">
                <a:solidFill>
                  <a:srgbClr val="DAE3E3"/>
                </a:solidFill>
                <a:effectLst/>
                <a:latin typeface="Consolas" panose="020B0609020204030204" pitchFamily="49" charset="0"/>
              </a:rPr>
              <a:t>(</a:t>
            </a:r>
            <a:r>
              <a:rPr lang="en-US" sz="1400" b="0" dirty="0">
                <a:solidFill>
                  <a:srgbClr val="7FCBCD"/>
                </a:solidFill>
                <a:effectLst/>
                <a:latin typeface="Consolas" panose="020B0609020204030204" pitchFamily="49" charset="0"/>
              </a:rPr>
              <a:t>2</a:t>
            </a:r>
            <a:r>
              <a:rPr lang="en-US" sz="1400" b="0" dirty="0">
                <a:solidFill>
                  <a:srgbClr val="DAE3E3"/>
                </a:solidFill>
                <a:effectLst/>
                <a:latin typeface="Consolas" panose="020B0609020204030204" pitchFamily="49" charset="0"/>
              </a:rPr>
              <a:t>, I2C_FAST_MODE);</a:t>
            </a:r>
          </a:p>
          <a:p>
            <a:pPr>
              <a:buNone/>
            </a:pPr>
            <a:r>
              <a:rPr lang="en-US" sz="1400" b="0" dirty="0">
                <a:solidFill>
                  <a:srgbClr val="DAE3E3"/>
                </a:solidFill>
                <a:effectLst/>
                <a:latin typeface="Consolas" panose="020B0609020204030204" pitchFamily="49" charset="0"/>
              </a:rPr>
              <a:t>TDAxis12 </a:t>
            </a:r>
            <a:r>
              <a:rPr lang="en-US" sz="1400" b="0" dirty="0">
                <a:solidFill>
                  <a:srgbClr val="F39C12"/>
                </a:solidFill>
                <a:effectLst/>
                <a:latin typeface="Consolas" panose="020B0609020204030204" pitchFamily="49" charset="0"/>
              </a:rPr>
              <a:t>gyro</a:t>
            </a:r>
            <a:r>
              <a:rPr lang="en-US" sz="1400" b="0" dirty="0">
                <a:solidFill>
                  <a:srgbClr val="DAE3E3"/>
                </a:solidFill>
                <a:effectLst/>
                <a:latin typeface="Consolas" panose="020B0609020204030204" pitchFamily="49" charset="0"/>
              </a:rPr>
              <a:t>(&amp;i2c, 0x</a:t>
            </a:r>
            <a:r>
              <a:rPr lang="en-US" sz="1400" b="0" dirty="0">
                <a:solidFill>
                  <a:srgbClr val="7FCBCD"/>
                </a:solidFill>
                <a:effectLst/>
                <a:latin typeface="Consolas" panose="020B0609020204030204" pitchFamily="49" charset="0"/>
              </a:rPr>
              <a:t>10</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LDR </a:t>
            </a:r>
            <a:r>
              <a:rPr lang="en-US" sz="1400" b="0" dirty="0" err="1">
                <a:solidFill>
                  <a:srgbClr val="F39C12"/>
                </a:solidFill>
                <a:effectLst/>
                <a:latin typeface="Consolas" panose="020B0609020204030204" pitchFamily="49" charset="0"/>
              </a:rPr>
              <a:t>ldr</a:t>
            </a:r>
            <a:r>
              <a:rPr lang="en-US" sz="1400" b="0" dirty="0">
                <a:solidFill>
                  <a:srgbClr val="DAE3E3"/>
                </a:solidFill>
                <a:effectLst/>
                <a:latin typeface="Consolas" panose="020B0609020204030204" pitchFamily="49" charset="0"/>
              </a:rPr>
              <a:t>(&amp;i2c);</a:t>
            </a:r>
          </a:p>
        </p:txBody>
      </p:sp>
      <p:sp>
        <p:nvSpPr>
          <p:cNvPr id="9" name="TextBox 8">
            <a:extLst>
              <a:ext uri="{FF2B5EF4-FFF2-40B4-BE49-F238E27FC236}">
                <a16:creationId xmlns:a16="http://schemas.microsoft.com/office/drawing/2014/main" id="{320E7BAE-DC57-4312-BA14-856B8256BD24}"/>
              </a:ext>
            </a:extLst>
          </p:cNvPr>
          <p:cNvSpPr txBox="1"/>
          <p:nvPr/>
        </p:nvSpPr>
        <p:spPr>
          <a:xfrm>
            <a:off x="7080990" y="1193876"/>
            <a:ext cx="4434735" cy="5101397"/>
          </a:xfrm>
          <a:prstGeom prst="rect">
            <a:avLst/>
          </a:prstGeom>
          <a:noFill/>
        </p:spPr>
        <p:txBody>
          <a:bodyPr wrap="square">
            <a:spAutoFit/>
          </a:bodyPr>
          <a:lstStyle/>
          <a:p>
            <a:pPr>
              <a:buNone/>
            </a:pPr>
            <a:r>
              <a:rPr lang="en-US" sz="1050" b="0" dirty="0">
                <a:solidFill>
                  <a:srgbClr val="0CA1A6"/>
                </a:solidFill>
                <a:effectLst/>
                <a:latin typeface="Consolas" panose="020B0609020204030204" pitchFamily="49" charset="0"/>
              </a:rPr>
              <a:t>bool</a:t>
            </a:r>
            <a:r>
              <a:rPr lang="en-US" sz="1050" b="0" dirty="0">
                <a:solidFill>
                  <a:srgbClr val="DAE3E3"/>
                </a:solidFill>
                <a:effectLst/>
                <a:latin typeface="Consolas" panose="020B0609020204030204" pitchFamily="49" charset="0"/>
              </a:rPr>
              <a:t> OLED_EN = </a:t>
            </a:r>
            <a:r>
              <a:rPr lang="en-US" sz="1050" b="0" dirty="0">
                <a:solidFill>
                  <a:srgbClr val="7FCBCD"/>
                </a:solidFill>
                <a:effectLst/>
                <a:latin typeface="Consolas" panose="020B0609020204030204" pitchFamily="49" charset="0"/>
              </a:rPr>
              <a:t>false</a:t>
            </a:r>
            <a:r>
              <a:rPr lang="en-US" sz="1050" b="0" dirty="0">
                <a:solidFill>
                  <a:srgbClr val="DAE3E3"/>
                </a:solidFill>
                <a:effectLst/>
                <a:latin typeface="Consolas" panose="020B0609020204030204" pitchFamily="49" charset="0"/>
              </a:rPr>
              <a:t>;</a:t>
            </a:r>
          </a:p>
          <a:p>
            <a:pPr>
              <a:buNone/>
            </a:pPr>
            <a:r>
              <a:rPr lang="en-US" sz="1050" b="0" dirty="0">
                <a:solidFill>
                  <a:srgbClr val="0CA1A6"/>
                </a:solidFill>
                <a:effectLst/>
                <a:latin typeface="Consolas" panose="020B0609020204030204" pitchFamily="49" charset="0"/>
              </a:rPr>
              <a:t>bool</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use_gyro</a:t>
            </a:r>
            <a:r>
              <a:rPr lang="en-US" sz="1050" b="0" dirty="0">
                <a:solidFill>
                  <a:srgbClr val="DAE3E3"/>
                </a:solidFill>
                <a:effectLst/>
                <a:latin typeface="Consolas" panose="020B0609020204030204" pitchFamily="49" charset="0"/>
              </a:rPr>
              <a:t> = </a:t>
            </a:r>
            <a:r>
              <a:rPr lang="en-US" sz="1050" b="0" dirty="0">
                <a:solidFill>
                  <a:srgbClr val="7FCBCD"/>
                </a:solidFill>
                <a:effectLst/>
                <a:latin typeface="Consolas" panose="020B0609020204030204" pitchFamily="49" charset="0"/>
              </a:rPr>
              <a:t>true</a:t>
            </a:r>
            <a:r>
              <a:rPr lang="en-US" sz="1050" b="0" dirty="0">
                <a:solidFill>
                  <a:srgbClr val="DAE3E3"/>
                </a:solidFill>
                <a:effectLst/>
                <a:latin typeface="Consolas" panose="020B0609020204030204" pitchFamily="49" charset="0"/>
              </a:rPr>
              <a:t>;</a:t>
            </a:r>
          </a:p>
          <a:p>
            <a:pPr>
              <a:buNone/>
            </a:pPr>
            <a:r>
              <a:rPr lang="en-US" sz="1050" b="0" dirty="0">
                <a:solidFill>
                  <a:srgbClr val="0CA1A6"/>
                </a:solidFill>
                <a:effectLst/>
                <a:latin typeface="Consolas" panose="020B0609020204030204" pitchFamily="49" charset="0"/>
              </a:rPr>
              <a:t>bool</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gyro_reverse</a:t>
            </a:r>
            <a:r>
              <a:rPr lang="en-US" sz="1050" b="0" dirty="0">
                <a:solidFill>
                  <a:srgbClr val="DAE3E3"/>
                </a:solidFill>
                <a:effectLst/>
                <a:latin typeface="Consolas" panose="020B0609020204030204" pitchFamily="49" charset="0"/>
              </a:rPr>
              <a:t> = </a:t>
            </a:r>
            <a:r>
              <a:rPr lang="en-US" sz="1050" b="0" dirty="0">
                <a:solidFill>
                  <a:srgbClr val="7FCBCD"/>
                </a:solidFill>
                <a:effectLst/>
                <a:latin typeface="Consolas" panose="020B0609020204030204" pitchFamily="49" charset="0"/>
              </a:rPr>
              <a:t>false</a:t>
            </a:r>
            <a:r>
              <a:rPr lang="en-US" sz="1050" b="0" dirty="0">
                <a:solidFill>
                  <a:srgbClr val="DAE3E3"/>
                </a:solidFill>
                <a:effectLst/>
                <a:latin typeface="Consolas" panose="020B0609020204030204" pitchFamily="49" charset="0"/>
              </a:rPr>
              <a:t>;</a:t>
            </a:r>
          </a:p>
          <a:p>
            <a:pPr>
              <a:buNone/>
            </a:pPr>
            <a:r>
              <a:rPr lang="en-US" sz="1050" b="0" dirty="0">
                <a:solidFill>
                  <a:srgbClr val="0CA1A6"/>
                </a:solidFill>
                <a:effectLst/>
                <a:latin typeface="Consolas" panose="020B0609020204030204" pitchFamily="49" charset="0"/>
              </a:rPr>
              <a:t>bool</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already_shooted</a:t>
            </a:r>
            <a:r>
              <a:rPr lang="en-US" sz="1050" b="0" dirty="0">
                <a:solidFill>
                  <a:srgbClr val="DAE3E3"/>
                </a:solidFill>
                <a:effectLst/>
                <a:latin typeface="Consolas" panose="020B0609020204030204" pitchFamily="49" charset="0"/>
              </a:rPr>
              <a:t> = </a:t>
            </a:r>
            <a:r>
              <a:rPr lang="en-US" sz="1050" b="0" dirty="0">
                <a:solidFill>
                  <a:srgbClr val="7FCBCD"/>
                </a:solidFill>
                <a:effectLst/>
                <a:latin typeface="Consolas" panose="020B0609020204030204" pitchFamily="49" charset="0"/>
              </a:rPr>
              <a:t>false</a:t>
            </a:r>
            <a:r>
              <a:rPr lang="en-US" sz="1050" b="0" dirty="0">
                <a:solidFill>
                  <a:srgbClr val="DAE3E3"/>
                </a:solidFill>
                <a:effectLst/>
                <a:latin typeface="Consolas" panose="020B0609020204030204" pitchFamily="49" charset="0"/>
              </a:rPr>
              <a:t>;</a:t>
            </a:r>
          </a:p>
          <a:p>
            <a:pPr>
              <a:buNone/>
            </a:pPr>
            <a:r>
              <a:rPr lang="en-US" sz="1050" b="0" dirty="0">
                <a:solidFill>
                  <a:srgbClr val="0CA1A6"/>
                </a:solidFill>
                <a:effectLst/>
                <a:latin typeface="Consolas" panose="020B0609020204030204" pitchFamily="49" charset="0"/>
              </a:rPr>
              <a:t>bool</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is_ball</a:t>
            </a:r>
            <a:r>
              <a:rPr lang="en-US" sz="1050" b="0" dirty="0">
                <a:solidFill>
                  <a:srgbClr val="DAE3E3"/>
                </a:solidFill>
                <a:effectLst/>
                <a:latin typeface="Consolas" panose="020B0609020204030204" pitchFamily="49" charset="0"/>
              </a:rPr>
              <a:t>;</a:t>
            </a:r>
          </a:p>
          <a:p>
            <a:pPr>
              <a:buNone/>
            </a:pPr>
            <a:r>
              <a:rPr lang="en-US" sz="1050" b="0" dirty="0">
                <a:solidFill>
                  <a:srgbClr val="0CA1A6"/>
                </a:solidFill>
                <a:effectLst/>
                <a:latin typeface="Consolas" panose="020B0609020204030204" pitchFamily="49" charset="0"/>
              </a:rPr>
              <a:t>bool</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is_yellow</a:t>
            </a:r>
            <a:r>
              <a:rPr lang="en-US" sz="1050" b="0" dirty="0">
                <a:solidFill>
                  <a:srgbClr val="DAE3E3"/>
                </a:solidFill>
                <a:effectLst/>
                <a:latin typeface="Consolas" panose="020B0609020204030204" pitchFamily="49" charset="0"/>
              </a:rPr>
              <a:t>;</a:t>
            </a:r>
          </a:p>
          <a:p>
            <a:pPr>
              <a:buNone/>
            </a:pPr>
            <a:r>
              <a:rPr lang="en-US" sz="1050" b="0" dirty="0">
                <a:solidFill>
                  <a:srgbClr val="0CA1A6"/>
                </a:solidFill>
                <a:effectLst/>
                <a:latin typeface="Consolas" panose="020B0609020204030204" pitchFamily="49" charset="0"/>
              </a:rPr>
              <a:t>bool</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is_blue</a:t>
            </a:r>
            <a:r>
              <a:rPr lang="en-US" sz="1050" b="0" dirty="0">
                <a:solidFill>
                  <a:srgbClr val="DAE3E3"/>
                </a:solidFill>
                <a:effectLst/>
                <a:latin typeface="Consolas" panose="020B0609020204030204" pitchFamily="49" charset="0"/>
              </a:rPr>
              <a:t>;</a:t>
            </a:r>
          </a:p>
          <a:p>
            <a:pPr>
              <a:buNone/>
            </a:pPr>
            <a:r>
              <a:rPr lang="en-US" sz="1050" b="0" dirty="0">
                <a:solidFill>
                  <a:srgbClr val="0CA1A6"/>
                </a:solidFill>
                <a:effectLst/>
                <a:latin typeface="Consolas" panose="020B0609020204030204" pitchFamily="49" charset="0"/>
              </a:rPr>
              <a:t>bool</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is_goal</a:t>
            </a:r>
            <a:r>
              <a:rPr lang="en-US" sz="1050" b="0" dirty="0">
                <a:solidFill>
                  <a:srgbClr val="DAE3E3"/>
                </a:solidFill>
                <a:effectLst/>
                <a:latin typeface="Consolas" panose="020B0609020204030204" pitchFamily="49" charset="0"/>
              </a:rPr>
              <a:t>;</a:t>
            </a:r>
          </a:p>
          <a:p>
            <a:pPr>
              <a:buNone/>
            </a:pPr>
            <a:r>
              <a:rPr lang="en-US" sz="1050" b="0" dirty="0">
                <a:solidFill>
                  <a:srgbClr val="0CA1A6"/>
                </a:solidFill>
                <a:effectLst/>
                <a:latin typeface="Consolas" panose="020B0609020204030204" pitchFamily="49" charset="0"/>
              </a:rPr>
              <a:t>bool</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arrived_to_goal</a:t>
            </a:r>
            <a:r>
              <a:rPr lang="en-US" sz="1050" b="0" dirty="0">
                <a:solidFill>
                  <a:srgbClr val="DAE3E3"/>
                </a:solidFill>
                <a:effectLst/>
                <a:latin typeface="Consolas" panose="020B0609020204030204" pitchFamily="49" charset="0"/>
              </a:rPr>
              <a:t> = </a:t>
            </a:r>
            <a:r>
              <a:rPr lang="en-US" sz="1050" b="0" dirty="0">
                <a:solidFill>
                  <a:srgbClr val="7FCBCD"/>
                </a:solidFill>
                <a:effectLst/>
                <a:latin typeface="Consolas" panose="020B0609020204030204" pitchFamily="49" charset="0"/>
              </a:rPr>
              <a:t>false</a:t>
            </a:r>
            <a:r>
              <a:rPr lang="en-US" sz="1050" b="0" dirty="0">
                <a:solidFill>
                  <a:srgbClr val="DAE3E3"/>
                </a:solidFill>
                <a:effectLst/>
                <a:latin typeface="Consolas" panose="020B0609020204030204" pitchFamily="49" charset="0"/>
              </a:rPr>
              <a:t>;</a:t>
            </a:r>
          </a:p>
          <a:p>
            <a:pPr>
              <a:buNone/>
            </a:pPr>
            <a:r>
              <a:rPr lang="en-US" sz="1050" b="0" dirty="0">
                <a:solidFill>
                  <a:srgbClr val="0CA1A6"/>
                </a:solidFill>
                <a:effectLst/>
                <a:latin typeface="Consolas" panose="020B0609020204030204" pitchFamily="49" charset="0"/>
              </a:rPr>
              <a:t>float</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robot_angle</a:t>
            </a:r>
            <a:r>
              <a:rPr lang="en-US" sz="1050" b="0" dirty="0">
                <a:solidFill>
                  <a:srgbClr val="DAE3E3"/>
                </a:solidFill>
                <a:effectLst/>
                <a:latin typeface="Consolas" panose="020B0609020204030204" pitchFamily="49" charset="0"/>
              </a:rPr>
              <a:t>;</a:t>
            </a:r>
          </a:p>
          <a:p>
            <a:pPr>
              <a:buNone/>
            </a:pPr>
            <a:r>
              <a:rPr lang="en-US" sz="1050" b="0" dirty="0">
                <a:solidFill>
                  <a:srgbClr val="0CA1A6"/>
                </a:solidFill>
                <a:effectLst/>
                <a:latin typeface="Consolas" panose="020B0609020204030204" pitchFamily="49" charset="0"/>
              </a:rPr>
              <a:t>float</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ball_x</a:t>
            </a:r>
            <a:r>
              <a:rPr lang="en-US" sz="1050" b="0" dirty="0">
                <a:solidFill>
                  <a:srgbClr val="DAE3E3"/>
                </a:solidFill>
                <a:effectLst/>
                <a:latin typeface="Consolas" panose="020B0609020204030204" pitchFamily="49" charset="0"/>
              </a:rPr>
              <a:t>;</a:t>
            </a:r>
          </a:p>
          <a:p>
            <a:pPr>
              <a:buNone/>
            </a:pPr>
            <a:r>
              <a:rPr lang="en-US" sz="1050" b="0" dirty="0">
                <a:solidFill>
                  <a:srgbClr val="0CA1A6"/>
                </a:solidFill>
                <a:effectLst/>
                <a:latin typeface="Consolas" panose="020B0609020204030204" pitchFamily="49" charset="0"/>
              </a:rPr>
              <a:t>float</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ball_y</a:t>
            </a:r>
            <a:r>
              <a:rPr lang="en-US" sz="1050" b="0" dirty="0">
                <a:solidFill>
                  <a:srgbClr val="DAE3E3"/>
                </a:solidFill>
                <a:effectLst/>
                <a:latin typeface="Consolas" panose="020B0609020204030204" pitchFamily="49" charset="0"/>
              </a:rPr>
              <a:t>;</a:t>
            </a:r>
          </a:p>
          <a:p>
            <a:pPr>
              <a:buNone/>
            </a:pPr>
            <a:r>
              <a:rPr lang="en-US" sz="1050" b="0" dirty="0">
                <a:solidFill>
                  <a:srgbClr val="0CA1A6"/>
                </a:solidFill>
                <a:effectLst/>
                <a:latin typeface="Consolas" panose="020B0609020204030204" pitchFamily="49" charset="0"/>
              </a:rPr>
              <a:t>float</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yellow_angle</a:t>
            </a:r>
            <a:r>
              <a:rPr lang="en-US" sz="1050" b="0" dirty="0">
                <a:solidFill>
                  <a:srgbClr val="DAE3E3"/>
                </a:solidFill>
                <a:effectLst/>
                <a:latin typeface="Consolas" panose="020B0609020204030204" pitchFamily="49" charset="0"/>
              </a:rPr>
              <a:t>;</a:t>
            </a:r>
          </a:p>
          <a:p>
            <a:pPr>
              <a:buNone/>
            </a:pPr>
            <a:r>
              <a:rPr lang="en-US" sz="1050" b="0" dirty="0">
                <a:solidFill>
                  <a:srgbClr val="0CA1A6"/>
                </a:solidFill>
                <a:effectLst/>
                <a:latin typeface="Consolas" panose="020B0609020204030204" pitchFamily="49" charset="0"/>
              </a:rPr>
              <a:t>float</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yellow_x</a:t>
            </a:r>
            <a:r>
              <a:rPr lang="en-US" sz="1050" b="0" dirty="0">
                <a:solidFill>
                  <a:srgbClr val="DAE3E3"/>
                </a:solidFill>
                <a:effectLst/>
                <a:latin typeface="Consolas" panose="020B0609020204030204" pitchFamily="49" charset="0"/>
              </a:rPr>
              <a:t>;</a:t>
            </a:r>
          </a:p>
          <a:p>
            <a:pPr>
              <a:buNone/>
            </a:pPr>
            <a:r>
              <a:rPr lang="en-US" sz="1050" b="0" dirty="0">
                <a:solidFill>
                  <a:srgbClr val="0CA1A6"/>
                </a:solidFill>
                <a:effectLst/>
                <a:latin typeface="Consolas" panose="020B0609020204030204" pitchFamily="49" charset="0"/>
              </a:rPr>
              <a:t>float</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yellow_y</a:t>
            </a:r>
            <a:r>
              <a:rPr lang="en-US" sz="1050" b="0" dirty="0">
                <a:solidFill>
                  <a:srgbClr val="DAE3E3"/>
                </a:solidFill>
                <a:effectLst/>
                <a:latin typeface="Consolas" panose="020B0609020204030204" pitchFamily="49" charset="0"/>
              </a:rPr>
              <a:t>;</a:t>
            </a:r>
          </a:p>
          <a:p>
            <a:pPr>
              <a:buNone/>
            </a:pPr>
            <a:r>
              <a:rPr lang="en-US" sz="1050" b="0" dirty="0">
                <a:solidFill>
                  <a:srgbClr val="0CA1A6"/>
                </a:solidFill>
                <a:effectLst/>
                <a:latin typeface="Consolas" panose="020B0609020204030204" pitchFamily="49" charset="0"/>
              </a:rPr>
              <a:t>float</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blue_angle</a:t>
            </a:r>
            <a:r>
              <a:rPr lang="en-US" sz="1050" b="0" dirty="0">
                <a:solidFill>
                  <a:srgbClr val="DAE3E3"/>
                </a:solidFill>
                <a:effectLst/>
                <a:latin typeface="Consolas" panose="020B0609020204030204" pitchFamily="49" charset="0"/>
              </a:rPr>
              <a:t>;</a:t>
            </a:r>
          </a:p>
          <a:p>
            <a:pPr>
              <a:buNone/>
            </a:pPr>
            <a:r>
              <a:rPr lang="en-US" sz="1050" b="0" dirty="0">
                <a:solidFill>
                  <a:srgbClr val="0CA1A6"/>
                </a:solidFill>
                <a:effectLst/>
                <a:latin typeface="Consolas" panose="020B0609020204030204" pitchFamily="49" charset="0"/>
              </a:rPr>
              <a:t>float</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blue_x</a:t>
            </a:r>
            <a:r>
              <a:rPr lang="en-US" sz="1050" b="0" dirty="0">
                <a:solidFill>
                  <a:srgbClr val="DAE3E3"/>
                </a:solidFill>
                <a:effectLst/>
                <a:latin typeface="Consolas" panose="020B0609020204030204" pitchFamily="49" charset="0"/>
              </a:rPr>
              <a:t>;</a:t>
            </a:r>
          </a:p>
          <a:p>
            <a:pPr>
              <a:buNone/>
            </a:pPr>
            <a:r>
              <a:rPr lang="en-US" sz="1050" b="0" dirty="0">
                <a:solidFill>
                  <a:srgbClr val="0CA1A6"/>
                </a:solidFill>
                <a:effectLst/>
                <a:latin typeface="Consolas" panose="020B0609020204030204" pitchFamily="49" charset="0"/>
              </a:rPr>
              <a:t>float</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blue_y</a:t>
            </a:r>
            <a:r>
              <a:rPr lang="en-US" sz="1050" b="0" dirty="0">
                <a:solidFill>
                  <a:srgbClr val="DAE3E3"/>
                </a:solidFill>
                <a:effectLst/>
                <a:latin typeface="Consolas" panose="020B0609020204030204" pitchFamily="49" charset="0"/>
              </a:rPr>
              <a:t>;</a:t>
            </a:r>
          </a:p>
          <a:p>
            <a:pPr>
              <a:buNone/>
            </a:pPr>
            <a:r>
              <a:rPr lang="en-US" sz="1050" b="0" dirty="0">
                <a:solidFill>
                  <a:srgbClr val="0CA1A6"/>
                </a:solidFill>
                <a:effectLst/>
                <a:latin typeface="Consolas" panose="020B0609020204030204" pitchFamily="49" charset="0"/>
              </a:rPr>
              <a:t>float</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goal_angle</a:t>
            </a:r>
            <a:r>
              <a:rPr lang="en-US" sz="1050" b="0" dirty="0">
                <a:solidFill>
                  <a:srgbClr val="DAE3E3"/>
                </a:solidFill>
                <a:effectLst/>
                <a:latin typeface="Consolas" panose="020B0609020204030204" pitchFamily="49" charset="0"/>
              </a:rPr>
              <a:t>;</a:t>
            </a:r>
          </a:p>
          <a:p>
            <a:pPr>
              <a:buNone/>
            </a:pPr>
            <a:r>
              <a:rPr lang="en-US" sz="1050" b="0" dirty="0">
                <a:solidFill>
                  <a:srgbClr val="0CA1A6"/>
                </a:solidFill>
                <a:effectLst/>
                <a:latin typeface="Consolas" panose="020B0609020204030204" pitchFamily="49" charset="0"/>
              </a:rPr>
              <a:t>float</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goal_x</a:t>
            </a:r>
            <a:r>
              <a:rPr lang="en-US" sz="1050" b="0" dirty="0">
                <a:solidFill>
                  <a:srgbClr val="DAE3E3"/>
                </a:solidFill>
                <a:effectLst/>
                <a:latin typeface="Consolas" panose="020B0609020204030204" pitchFamily="49" charset="0"/>
              </a:rPr>
              <a:t>;</a:t>
            </a:r>
          </a:p>
          <a:p>
            <a:pPr>
              <a:buNone/>
            </a:pPr>
            <a:r>
              <a:rPr lang="en-US" sz="1050" b="0" dirty="0">
                <a:solidFill>
                  <a:srgbClr val="0CA1A6"/>
                </a:solidFill>
                <a:effectLst/>
                <a:latin typeface="Consolas" panose="020B0609020204030204" pitchFamily="49" charset="0"/>
              </a:rPr>
              <a:t>float</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goal_y</a:t>
            </a:r>
            <a:r>
              <a:rPr lang="en-US" sz="1050" b="0" dirty="0">
                <a:solidFill>
                  <a:srgbClr val="DAE3E3"/>
                </a:solidFill>
                <a:effectLst/>
                <a:latin typeface="Consolas" panose="020B0609020204030204" pitchFamily="49" charset="0"/>
              </a:rPr>
              <a:t>;</a:t>
            </a:r>
          </a:p>
          <a:p>
            <a:pPr>
              <a:buNone/>
            </a:pPr>
            <a:r>
              <a:rPr lang="en-US" sz="1050" b="0" dirty="0">
                <a:solidFill>
                  <a:srgbClr val="0CA1A6"/>
                </a:solidFill>
                <a:effectLst/>
                <a:latin typeface="Consolas" panose="020B0609020204030204" pitchFamily="49" charset="0"/>
              </a:rPr>
              <a:t>float</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ball_angle</a:t>
            </a:r>
            <a:r>
              <a:rPr lang="en-US" sz="1050" b="0" dirty="0">
                <a:solidFill>
                  <a:srgbClr val="DAE3E3"/>
                </a:solidFill>
                <a:effectLst/>
                <a:latin typeface="Consolas" panose="020B0609020204030204" pitchFamily="49" charset="0"/>
              </a:rPr>
              <a:t>;</a:t>
            </a:r>
          </a:p>
          <a:p>
            <a:pPr>
              <a:buNone/>
            </a:pPr>
            <a:r>
              <a:rPr lang="en-US" sz="1050" b="0" dirty="0">
                <a:solidFill>
                  <a:srgbClr val="0CA1A6"/>
                </a:solidFill>
                <a:effectLst/>
                <a:latin typeface="Consolas" panose="020B0609020204030204" pitchFamily="49" charset="0"/>
              </a:rPr>
              <a:t>float</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ball_distance</a:t>
            </a:r>
            <a:r>
              <a:rPr lang="en-US" sz="1050" b="0" dirty="0">
                <a:solidFill>
                  <a:srgbClr val="DAE3E3"/>
                </a:solidFill>
                <a:effectLst/>
                <a:latin typeface="Consolas" panose="020B0609020204030204" pitchFamily="49" charset="0"/>
              </a:rPr>
              <a:t>;</a:t>
            </a:r>
          </a:p>
          <a:p>
            <a:pPr>
              <a:buNone/>
            </a:pPr>
            <a:r>
              <a:rPr lang="en-US" sz="1050" b="0" dirty="0">
                <a:solidFill>
                  <a:srgbClr val="0CA1A6"/>
                </a:solidFill>
                <a:effectLst/>
                <a:latin typeface="Consolas" panose="020B0609020204030204" pitchFamily="49" charset="0"/>
              </a:rPr>
              <a:t>int</a:t>
            </a:r>
            <a:r>
              <a:rPr lang="en-US" sz="1050" b="0" dirty="0">
                <a:solidFill>
                  <a:srgbClr val="DAE3E3"/>
                </a:solidFill>
                <a:effectLst/>
                <a:latin typeface="Consolas" panose="020B0609020204030204" pitchFamily="49" charset="0"/>
              </a:rPr>
              <a:t> robot_x_1 = </a:t>
            </a:r>
            <a:r>
              <a:rPr lang="en-US" sz="1050" b="0" dirty="0">
                <a:solidFill>
                  <a:srgbClr val="7FCBCD"/>
                </a:solidFill>
                <a:effectLst/>
                <a:latin typeface="Consolas" panose="020B0609020204030204" pitchFamily="49" charset="0"/>
              </a:rPr>
              <a:t>171</a:t>
            </a:r>
            <a:r>
              <a:rPr lang="en-US" sz="1050" b="0" dirty="0">
                <a:solidFill>
                  <a:srgbClr val="DAE3E3"/>
                </a:solidFill>
                <a:effectLst/>
                <a:latin typeface="Consolas" panose="020B0609020204030204" pitchFamily="49" charset="0"/>
              </a:rPr>
              <a:t>;</a:t>
            </a:r>
            <a:r>
              <a:rPr lang="en-US" sz="1050" b="0" dirty="0">
                <a:solidFill>
                  <a:srgbClr val="7F8C8D"/>
                </a:solidFill>
                <a:effectLst/>
                <a:latin typeface="Consolas" panose="020B0609020204030204" pitchFamily="49" charset="0"/>
              </a:rPr>
              <a:t>  // </a:t>
            </a:r>
            <a:r>
              <a:rPr lang="en-US" sz="1050" b="0" dirty="0" err="1">
                <a:solidFill>
                  <a:srgbClr val="7F8C8D"/>
                </a:solidFill>
                <a:effectLst/>
                <a:latin typeface="Consolas" panose="020B0609020204030204" pitchFamily="49" charset="0"/>
              </a:rPr>
              <a:t>OpenMV</a:t>
            </a:r>
            <a:endParaRPr lang="en-US" sz="1050" b="0" dirty="0">
              <a:solidFill>
                <a:srgbClr val="DAE3E3"/>
              </a:solidFill>
              <a:effectLst/>
              <a:latin typeface="Consolas" panose="020B0609020204030204" pitchFamily="49" charset="0"/>
            </a:endParaRPr>
          </a:p>
          <a:p>
            <a:pPr>
              <a:buNone/>
            </a:pPr>
            <a:r>
              <a:rPr lang="en-US" sz="1050" b="0" dirty="0">
                <a:solidFill>
                  <a:srgbClr val="0CA1A6"/>
                </a:solidFill>
                <a:effectLst/>
                <a:latin typeface="Consolas" panose="020B0609020204030204" pitchFamily="49" charset="0"/>
              </a:rPr>
              <a:t>int</a:t>
            </a:r>
            <a:r>
              <a:rPr lang="en-US" sz="1050" b="0" dirty="0">
                <a:solidFill>
                  <a:srgbClr val="DAE3E3"/>
                </a:solidFill>
                <a:effectLst/>
                <a:latin typeface="Consolas" panose="020B0609020204030204" pitchFamily="49" charset="0"/>
              </a:rPr>
              <a:t> robot_y_1 = </a:t>
            </a:r>
            <a:r>
              <a:rPr lang="en-US" sz="1050" b="0" dirty="0">
                <a:solidFill>
                  <a:srgbClr val="7FCBCD"/>
                </a:solidFill>
                <a:effectLst/>
                <a:latin typeface="Consolas" panose="020B0609020204030204" pitchFamily="49" charset="0"/>
              </a:rPr>
              <a:t>118</a:t>
            </a:r>
            <a:r>
              <a:rPr lang="en-US" sz="1050" b="0" dirty="0">
                <a:solidFill>
                  <a:srgbClr val="DAE3E3"/>
                </a:solidFill>
                <a:effectLst/>
                <a:latin typeface="Consolas" panose="020B0609020204030204" pitchFamily="49" charset="0"/>
              </a:rPr>
              <a:t>;</a:t>
            </a:r>
            <a:r>
              <a:rPr lang="en-US" sz="1050" b="0" dirty="0">
                <a:solidFill>
                  <a:srgbClr val="7F8C8D"/>
                </a:solidFill>
                <a:effectLst/>
                <a:latin typeface="Consolas" panose="020B0609020204030204" pitchFamily="49" charset="0"/>
              </a:rPr>
              <a:t>  // </a:t>
            </a:r>
            <a:r>
              <a:rPr lang="en-US" sz="1050" b="0" dirty="0" err="1">
                <a:solidFill>
                  <a:srgbClr val="7F8C8D"/>
                </a:solidFill>
                <a:effectLst/>
                <a:latin typeface="Consolas" panose="020B0609020204030204" pitchFamily="49" charset="0"/>
              </a:rPr>
              <a:t>OpenMV</a:t>
            </a:r>
            <a:endParaRPr lang="en-US" sz="1050" b="0" dirty="0">
              <a:solidFill>
                <a:srgbClr val="DAE3E3"/>
              </a:solidFill>
              <a:effectLst/>
              <a:latin typeface="Consolas" panose="020B0609020204030204" pitchFamily="49" charset="0"/>
            </a:endParaRPr>
          </a:p>
          <a:p>
            <a:pPr>
              <a:buNone/>
            </a:pPr>
            <a:r>
              <a:rPr lang="en-US" sz="1050" b="0" dirty="0">
                <a:solidFill>
                  <a:srgbClr val="0CA1A6"/>
                </a:solidFill>
                <a:effectLst/>
                <a:latin typeface="Consolas" panose="020B0609020204030204" pitchFamily="49" charset="0"/>
              </a:rPr>
              <a:t>int</a:t>
            </a:r>
            <a:r>
              <a:rPr lang="en-US" sz="1050" b="0" dirty="0">
                <a:solidFill>
                  <a:srgbClr val="DAE3E3"/>
                </a:solidFill>
                <a:effectLst/>
                <a:latin typeface="Consolas" panose="020B0609020204030204" pitchFamily="49" charset="0"/>
              </a:rPr>
              <a:t> robot_x_2 = </a:t>
            </a:r>
            <a:r>
              <a:rPr lang="en-US" sz="1050" b="0" dirty="0">
                <a:solidFill>
                  <a:srgbClr val="7FCBCD"/>
                </a:solidFill>
                <a:effectLst/>
                <a:latin typeface="Consolas" panose="020B0609020204030204" pitchFamily="49" charset="0"/>
              </a:rPr>
              <a:t>146</a:t>
            </a:r>
            <a:r>
              <a:rPr lang="en-US" sz="1050" b="0" dirty="0">
                <a:solidFill>
                  <a:srgbClr val="DAE3E3"/>
                </a:solidFill>
                <a:effectLst/>
                <a:latin typeface="Consolas" panose="020B0609020204030204" pitchFamily="49" charset="0"/>
              </a:rPr>
              <a:t>;</a:t>
            </a:r>
            <a:r>
              <a:rPr lang="en-US" sz="1050" b="0" dirty="0">
                <a:solidFill>
                  <a:srgbClr val="7F8C8D"/>
                </a:solidFill>
                <a:effectLst/>
                <a:latin typeface="Consolas" panose="020B0609020204030204" pitchFamily="49" charset="0"/>
              </a:rPr>
              <a:t>  // </a:t>
            </a:r>
            <a:r>
              <a:rPr lang="en-US" sz="1050" b="0" dirty="0" err="1">
                <a:solidFill>
                  <a:srgbClr val="7F8C8D"/>
                </a:solidFill>
                <a:effectLst/>
                <a:latin typeface="Consolas" panose="020B0609020204030204" pitchFamily="49" charset="0"/>
              </a:rPr>
              <a:t>OpenMV</a:t>
            </a:r>
            <a:endParaRPr lang="en-US" sz="1050" b="0" dirty="0">
              <a:solidFill>
                <a:srgbClr val="DAE3E3"/>
              </a:solidFill>
              <a:effectLst/>
              <a:latin typeface="Consolas" panose="020B0609020204030204" pitchFamily="49" charset="0"/>
            </a:endParaRPr>
          </a:p>
          <a:p>
            <a:pPr>
              <a:buNone/>
            </a:pPr>
            <a:r>
              <a:rPr lang="en-US" sz="1050" b="0" dirty="0">
                <a:solidFill>
                  <a:srgbClr val="0CA1A6"/>
                </a:solidFill>
                <a:effectLst/>
                <a:latin typeface="Consolas" panose="020B0609020204030204" pitchFamily="49" charset="0"/>
              </a:rPr>
              <a:t>int</a:t>
            </a:r>
            <a:r>
              <a:rPr lang="en-US" sz="1050" b="0" dirty="0">
                <a:solidFill>
                  <a:srgbClr val="DAE3E3"/>
                </a:solidFill>
                <a:effectLst/>
                <a:latin typeface="Consolas" panose="020B0609020204030204" pitchFamily="49" charset="0"/>
              </a:rPr>
              <a:t> robot_y_2 = </a:t>
            </a:r>
            <a:r>
              <a:rPr lang="en-US" sz="1050" b="0" dirty="0">
                <a:solidFill>
                  <a:srgbClr val="7FCBCD"/>
                </a:solidFill>
                <a:effectLst/>
                <a:latin typeface="Consolas" panose="020B0609020204030204" pitchFamily="49" charset="0"/>
              </a:rPr>
              <a:t>134</a:t>
            </a:r>
            <a:r>
              <a:rPr lang="en-US" sz="1050" b="0" dirty="0">
                <a:solidFill>
                  <a:srgbClr val="DAE3E3"/>
                </a:solidFill>
                <a:effectLst/>
                <a:latin typeface="Consolas" panose="020B0609020204030204" pitchFamily="49" charset="0"/>
              </a:rPr>
              <a:t>;</a:t>
            </a:r>
            <a:r>
              <a:rPr lang="en-US" sz="1050" b="0" dirty="0">
                <a:solidFill>
                  <a:srgbClr val="7F8C8D"/>
                </a:solidFill>
                <a:effectLst/>
                <a:latin typeface="Consolas" panose="020B0609020204030204" pitchFamily="49" charset="0"/>
              </a:rPr>
              <a:t>  // </a:t>
            </a:r>
            <a:r>
              <a:rPr lang="en-US" sz="1050" b="0" dirty="0" err="1">
                <a:solidFill>
                  <a:srgbClr val="7F8C8D"/>
                </a:solidFill>
                <a:effectLst/>
                <a:latin typeface="Consolas" panose="020B0609020204030204" pitchFamily="49" charset="0"/>
              </a:rPr>
              <a:t>OpenMV</a:t>
            </a:r>
            <a:endParaRPr lang="en-US" sz="1050" b="0" dirty="0">
              <a:solidFill>
                <a:srgbClr val="DAE3E3"/>
              </a:solidFill>
              <a:effectLst/>
              <a:latin typeface="Consolas" panose="020B0609020204030204" pitchFamily="49" charset="0"/>
            </a:endParaRPr>
          </a:p>
          <a:p>
            <a:pPr>
              <a:buNone/>
            </a:pPr>
            <a:r>
              <a:rPr lang="en-US" sz="1050" b="0" dirty="0">
                <a:solidFill>
                  <a:srgbClr val="0CA1A6"/>
                </a:solidFill>
                <a:effectLst/>
                <a:latin typeface="Consolas" panose="020B0609020204030204" pitchFamily="49" charset="0"/>
              </a:rPr>
              <a:t>int</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robot_x</a:t>
            </a:r>
            <a:r>
              <a:rPr lang="en-US" sz="1050" b="0" dirty="0">
                <a:solidFill>
                  <a:srgbClr val="DAE3E3"/>
                </a:solidFill>
                <a:effectLst/>
                <a:latin typeface="Consolas" panose="020B0609020204030204" pitchFamily="49" charset="0"/>
              </a:rPr>
              <a:t>;</a:t>
            </a:r>
          </a:p>
          <a:p>
            <a:pPr>
              <a:buNone/>
            </a:pPr>
            <a:r>
              <a:rPr lang="en-US" sz="1050" b="0" dirty="0">
                <a:solidFill>
                  <a:srgbClr val="0CA1A6"/>
                </a:solidFill>
                <a:effectLst/>
                <a:latin typeface="Consolas" panose="020B0609020204030204" pitchFamily="49" charset="0"/>
              </a:rPr>
              <a:t>int</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robot_y</a:t>
            </a:r>
            <a:r>
              <a:rPr lang="en-US" sz="1050" b="0" dirty="0">
                <a:solidFill>
                  <a:srgbClr val="DAE3E3"/>
                </a:solidFill>
                <a:effectLst/>
                <a:latin typeface="Consolas" panose="020B0609020204030204" pitchFamily="49" charset="0"/>
              </a:rPr>
              <a:t>;</a:t>
            </a:r>
          </a:p>
          <a:p>
            <a:pPr>
              <a:buNone/>
            </a:pPr>
            <a:r>
              <a:rPr lang="en-US" sz="1050" b="0" dirty="0">
                <a:solidFill>
                  <a:srgbClr val="0CA1A6"/>
                </a:solidFill>
                <a:effectLst/>
                <a:latin typeface="Consolas" panose="020B0609020204030204" pitchFamily="49" charset="0"/>
              </a:rPr>
              <a:t>int</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robot_id</a:t>
            </a:r>
            <a:r>
              <a:rPr lang="en-US" sz="1050" b="0" dirty="0">
                <a:solidFill>
                  <a:srgbClr val="DAE3E3"/>
                </a:solidFill>
                <a:effectLst/>
                <a:latin typeface="Consolas" panose="020B0609020204030204" pitchFamily="49" charset="0"/>
              </a:rPr>
              <a:t>;</a:t>
            </a:r>
          </a:p>
          <a:p>
            <a:pPr>
              <a:buNone/>
            </a:pPr>
            <a:r>
              <a:rPr lang="en-US" sz="1050" b="0" dirty="0">
                <a:solidFill>
                  <a:srgbClr val="0CA1A6"/>
                </a:solidFill>
                <a:effectLst/>
                <a:latin typeface="Consolas" panose="020B0609020204030204" pitchFamily="49" charset="0"/>
              </a:rPr>
              <a:t>int</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shl</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shb</a:t>
            </a:r>
            <a:r>
              <a:rPr lang="en-US" sz="1050" b="0" dirty="0">
                <a:solidFill>
                  <a:srgbClr val="DAE3E3"/>
                </a:solidFill>
                <a:effectLst/>
                <a:latin typeface="Consolas" panose="020B0609020204030204" pitchFamily="49" charset="0"/>
              </a:rPr>
              <a:t>, </a:t>
            </a:r>
            <a:r>
              <a:rPr lang="en-US" sz="1050" b="0" dirty="0" err="1">
                <a:solidFill>
                  <a:srgbClr val="DAE3E3"/>
                </a:solidFill>
                <a:effectLst/>
                <a:latin typeface="Consolas" panose="020B0609020204030204" pitchFamily="49" charset="0"/>
              </a:rPr>
              <a:t>shr</a:t>
            </a:r>
            <a:r>
              <a:rPr lang="en-US" sz="1050" b="0" dirty="0">
                <a:solidFill>
                  <a:srgbClr val="DAE3E3"/>
                </a:solidFill>
                <a:effectLst/>
                <a:latin typeface="Consolas" panose="020B0609020204030204" pitchFamily="49" charset="0"/>
              </a:rPr>
              <a:t>, D;</a:t>
            </a:r>
          </a:p>
        </p:txBody>
      </p:sp>
    </p:spTree>
    <p:extLst>
      <p:ext uri="{BB962C8B-B14F-4D97-AF65-F5344CB8AC3E}">
        <p14:creationId xmlns:p14="http://schemas.microsoft.com/office/powerpoint/2010/main" val="5939233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BE243-D33A-24F6-5DE0-A65591EA9B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A3E579-0491-1F04-9A02-E75FE7131B0E}"/>
              </a:ext>
            </a:extLst>
          </p:cNvPr>
          <p:cNvSpPr>
            <a:spLocks noGrp="1"/>
          </p:cNvSpPr>
          <p:nvPr>
            <p:ph type="title"/>
          </p:nvPr>
        </p:nvSpPr>
        <p:spPr>
          <a:xfrm>
            <a:off x="919119" y="296928"/>
            <a:ext cx="10353762" cy="812800"/>
          </a:xfrm>
        </p:spPr>
        <p:txBody>
          <a:bodyPr>
            <a:normAutofit/>
          </a:bodyPr>
          <a:lstStyle/>
          <a:p>
            <a:r>
              <a:rPr lang="fa-IR" sz="3600" dirty="0">
                <a:latin typeface="IRANSans" panose="02040503050201020203" pitchFamily="18" charset="-78"/>
                <a:cs typeface="B Titr" panose="00000700000000000000" pitchFamily="2" charset="-78"/>
              </a:rPr>
              <a:t>خواندن شماره ربات</a:t>
            </a:r>
            <a:endParaRPr lang="en-US" sz="3600" dirty="0">
              <a:latin typeface="IRANSans" panose="02040503050201020203" pitchFamily="18" charset="-78"/>
              <a:cs typeface="B Titr" panose="00000700000000000000" pitchFamily="2" charset="-78"/>
            </a:endParaRPr>
          </a:p>
        </p:txBody>
      </p:sp>
      <p:sp>
        <p:nvSpPr>
          <p:cNvPr id="4" name="TextBox 3">
            <a:extLst>
              <a:ext uri="{FF2B5EF4-FFF2-40B4-BE49-F238E27FC236}">
                <a16:creationId xmlns:a16="http://schemas.microsoft.com/office/drawing/2014/main" id="{89D79361-CC9E-E48A-8D70-515DF1107A40}"/>
              </a:ext>
            </a:extLst>
          </p:cNvPr>
          <p:cNvSpPr txBox="1"/>
          <p:nvPr/>
        </p:nvSpPr>
        <p:spPr>
          <a:xfrm>
            <a:off x="919119" y="1458310"/>
            <a:ext cx="6095064" cy="4708981"/>
          </a:xfrm>
          <a:prstGeom prst="rect">
            <a:avLst/>
          </a:prstGeom>
          <a:noFill/>
        </p:spPr>
        <p:txBody>
          <a:bodyPr wrap="square">
            <a:spAutoFit/>
          </a:bodyPr>
          <a:lstStyle/>
          <a:p>
            <a:pPr>
              <a:buNone/>
            </a:pPr>
            <a:r>
              <a:rPr lang="en-US" sz="2000" b="0" dirty="0">
                <a:solidFill>
                  <a:srgbClr val="0CA1A6"/>
                </a:solidFill>
                <a:effectLst/>
                <a:latin typeface="Consolas" panose="020B0609020204030204" pitchFamily="49" charset="0"/>
              </a:rPr>
              <a:t>void</a:t>
            </a:r>
            <a:r>
              <a:rPr lang="en-US" sz="2000" b="0" dirty="0">
                <a:solidFill>
                  <a:srgbClr val="DAE3E3"/>
                </a:solidFill>
                <a:effectLst/>
                <a:latin typeface="Consolas" panose="020B0609020204030204" pitchFamily="49" charset="0"/>
              </a:rPr>
              <a:t> </a:t>
            </a:r>
            <a:r>
              <a:rPr lang="en-US" sz="2000" b="0" dirty="0">
                <a:solidFill>
                  <a:srgbClr val="F39C12"/>
                </a:solidFill>
                <a:effectLst/>
                <a:latin typeface="Consolas" panose="020B0609020204030204" pitchFamily="49" charset="0"/>
              </a:rPr>
              <a:t>setup</a:t>
            </a:r>
            <a:r>
              <a:rPr lang="en-US" sz="2000" b="0" dirty="0">
                <a:solidFill>
                  <a:srgbClr val="DAE3E3"/>
                </a:solidFill>
                <a:effectLst/>
                <a:latin typeface="Consolas" panose="020B0609020204030204" pitchFamily="49" charset="0"/>
              </a:rPr>
              <a:t>() {</a:t>
            </a:r>
          </a:p>
          <a:p>
            <a:pPr>
              <a:buNone/>
            </a:pP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if</a:t>
            </a:r>
            <a:r>
              <a:rPr lang="en-US" sz="2000" b="0" dirty="0">
                <a:solidFill>
                  <a:srgbClr val="DAE3E3"/>
                </a:solidFill>
                <a:effectLst/>
                <a:latin typeface="Consolas" panose="020B0609020204030204" pitchFamily="49" charset="0"/>
              </a:rPr>
              <a:t>(</a:t>
            </a:r>
            <a:r>
              <a:rPr lang="en-US" sz="2000" b="0" dirty="0" err="1">
                <a:solidFill>
                  <a:srgbClr val="F39C12"/>
                </a:solidFill>
                <a:effectLst/>
                <a:latin typeface="Consolas" panose="020B0609020204030204" pitchFamily="49" charset="0"/>
              </a:rPr>
              <a:t>digitalRead</a:t>
            </a:r>
            <a:r>
              <a:rPr lang="en-US" sz="2000" b="0" dirty="0">
                <a:solidFill>
                  <a:srgbClr val="DAE3E3"/>
                </a:solidFill>
                <a:effectLst/>
                <a:latin typeface="Consolas" panose="020B0609020204030204" pitchFamily="49" charset="0"/>
              </a:rPr>
              <a:t>(PA12)) OLED_EN = </a:t>
            </a:r>
            <a:r>
              <a:rPr lang="en-US" sz="2000" b="0" dirty="0">
                <a:solidFill>
                  <a:srgbClr val="7FCBCD"/>
                </a:solidFill>
                <a:effectLst/>
                <a:latin typeface="Consolas" panose="020B0609020204030204" pitchFamily="49" charset="0"/>
              </a:rPr>
              <a:t>true</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r>
              <a:rPr lang="en-US" sz="2000" b="0" dirty="0" err="1">
                <a:solidFill>
                  <a:srgbClr val="DAE3E3"/>
                </a:solidFill>
                <a:effectLst/>
                <a:latin typeface="Consolas" panose="020B0609020204030204" pitchFamily="49" charset="0"/>
              </a:rPr>
              <a:t>robot_id</a:t>
            </a:r>
            <a:r>
              <a:rPr lang="en-US" sz="2000" b="0" dirty="0">
                <a:solidFill>
                  <a:srgbClr val="DAE3E3"/>
                </a:solidFill>
                <a:effectLst/>
                <a:latin typeface="Consolas" panose="020B0609020204030204" pitchFamily="49" charset="0"/>
              </a:rPr>
              <a:t> = </a:t>
            </a:r>
            <a:r>
              <a:rPr lang="en-US" sz="2000" b="0" dirty="0" err="1">
                <a:solidFill>
                  <a:srgbClr val="F39C12"/>
                </a:solidFill>
                <a:effectLst/>
                <a:latin typeface="Consolas" panose="020B0609020204030204" pitchFamily="49" charset="0"/>
              </a:rPr>
              <a:t>digitalRead</a:t>
            </a:r>
            <a:r>
              <a:rPr lang="en-US" sz="2000" b="0" dirty="0">
                <a:solidFill>
                  <a:srgbClr val="DAE3E3"/>
                </a:solidFill>
                <a:effectLst/>
                <a:latin typeface="Consolas" panose="020B0609020204030204" pitchFamily="49" charset="0"/>
              </a:rPr>
              <a:t>(PA15) + </a:t>
            </a:r>
            <a:r>
              <a:rPr lang="en-US" sz="2000" b="0" dirty="0">
                <a:solidFill>
                  <a:srgbClr val="7FCBCD"/>
                </a:solidFill>
                <a:effectLst/>
                <a:latin typeface="Consolas" panose="020B0609020204030204" pitchFamily="49" charset="0"/>
              </a:rPr>
              <a:t>1</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if</a:t>
            </a:r>
            <a:r>
              <a:rPr lang="en-US" sz="2000" b="0" dirty="0">
                <a:solidFill>
                  <a:srgbClr val="DAE3E3"/>
                </a:solidFill>
                <a:effectLst/>
                <a:latin typeface="Consolas" panose="020B0609020204030204" pitchFamily="49" charset="0"/>
              </a:rPr>
              <a:t> (</a:t>
            </a:r>
            <a:r>
              <a:rPr lang="en-US" sz="2000" b="0" dirty="0" err="1">
                <a:solidFill>
                  <a:srgbClr val="DAE3E3"/>
                </a:solidFill>
                <a:effectLst/>
                <a:latin typeface="Consolas" panose="020B0609020204030204" pitchFamily="49" charset="0"/>
              </a:rPr>
              <a:t>robot_id</a:t>
            </a:r>
            <a:r>
              <a:rPr lang="en-US" sz="2000" b="0" dirty="0">
                <a:solidFill>
                  <a:srgbClr val="DAE3E3"/>
                </a:solidFill>
                <a:effectLst/>
                <a:latin typeface="Consolas" panose="020B0609020204030204" pitchFamily="49" charset="0"/>
              </a:rPr>
              <a:t> == </a:t>
            </a:r>
            <a:r>
              <a:rPr lang="en-US" sz="2000" b="0" dirty="0">
                <a:solidFill>
                  <a:srgbClr val="7FCBCD"/>
                </a:solidFill>
                <a:effectLst/>
                <a:latin typeface="Consolas" panose="020B0609020204030204" pitchFamily="49" charset="0"/>
              </a:rPr>
              <a:t>1</a:t>
            </a:r>
            <a:r>
              <a:rPr lang="en-US" sz="2000" b="0" dirty="0">
                <a:solidFill>
                  <a:srgbClr val="DAE3E3"/>
                </a:solidFill>
                <a:effectLst/>
                <a:latin typeface="Consolas" panose="020B0609020204030204" pitchFamily="49" charset="0"/>
              </a:rPr>
              <a:t>) {</a:t>
            </a:r>
          </a:p>
          <a:p>
            <a:pPr>
              <a:buNone/>
            </a:pPr>
            <a:r>
              <a:rPr lang="en-US" sz="2000" b="0" dirty="0">
                <a:solidFill>
                  <a:srgbClr val="DAE3E3"/>
                </a:solidFill>
                <a:effectLst/>
                <a:latin typeface="Consolas" panose="020B0609020204030204" pitchFamily="49" charset="0"/>
              </a:rPr>
              <a:t>    </a:t>
            </a:r>
            <a:r>
              <a:rPr lang="en-US" sz="2000" b="0" dirty="0" err="1">
                <a:solidFill>
                  <a:srgbClr val="DAE3E3"/>
                </a:solidFill>
                <a:effectLst/>
                <a:latin typeface="Consolas" panose="020B0609020204030204" pitchFamily="49" charset="0"/>
              </a:rPr>
              <a:t>robot_x</a:t>
            </a:r>
            <a:r>
              <a:rPr lang="en-US" sz="2000" b="0" dirty="0">
                <a:solidFill>
                  <a:srgbClr val="DAE3E3"/>
                </a:solidFill>
                <a:effectLst/>
                <a:latin typeface="Consolas" panose="020B0609020204030204" pitchFamily="49" charset="0"/>
              </a:rPr>
              <a:t> = robot_x_1;</a:t>
            </a:r>
          </a:p>
          <a:p>
            <a:pPr>
              <a:buNone/>
            </a:pPr>
            <a:r>
              <a:rPr lang="en-US" sz="2000" b="0" dirty="0">
                <a:solidFill>
                  <a:srgbClr val="DAE3E3"/>
                </a:solidFill>
                <a:effectLst/>
                <a:latin typeface="Consolas" panose="020B0609020204030204" pitchFamily="49" charset="0"/>
              </a:rPr>
              <a:t>    </a:t>
            </a:r>
            <a:r>
              <a:rPr lang="en-US" sz="2000" b="0" dirty="0" err="1">
                <a:solidFill>
                  <a:srgbClr val="DAE3E3"/>
                </a:solidFill>
                <a:effectLst/>
                <a:latin typeface="Consolas" panose="020B0609020204030204" pitchFamily="49" charset="0"/>
              </a:rPr>
              <a:t>robot_y</a:t>
            </a:r>
            <a:r>
              <a:rPr lang="en-US" sz="2000" b="0" dirty="0">
                <a:solidFill>
                  <a:srgbClr val="DAE3E3"/>
                </a:solidFill>
                <a:effectLst/>
                <a:latin typeface="Consolas" panose="020B0609020204030204" pitchFamily="49" charset="0"/>
              </a:rPr>
              <a:t> = robot_y_1;</a:t>
            </a:r>
          </a:p>
          <a:p>
            <a:pPr>
              <a:buNone/>
            </a:pPr>
            <a:r>
              <a:rPr lang="en-US" sz="2000" b="0" dirty="0">
                <a:solidFill>
                  <a:srgbClr val="DAE3E3"/>
                </a:solidFill>
                <a:effectLst/>
                <a:latin typeface="Consolas" panose="020B0609020204030204" pitchFamily="49" charset="0"/>
              </a:rPr>
              <a:t>  } </a:t>
            </a:r>
            <a:r>
              <a:rPr lang="en-US" sz="2000" b="0" dirty="0">
                <a:solidFill>
                  <a:srgbClr val="C586C0"/>
                </a:solidFill>
                <a:effectLst/>
                <a:latin typeface="Consolas" panose="020B0609020204030204" pitchFamily="49" charset="0"/>
              </a:rPr>
              <a:t>else</a:t>
            </a:r>
            <a:r>
              <a:rPr lang="en-US" sz="2000" b="0" dirty="0">
                <a:solidFill>
                  <a:srgbClr val="DAE3E3"/>
                </a:solidFill>
                <a:effectLst/>
                <a:latin typeface="Consolas" panose="020B0609020204030204" pitchFamily="49" charset="0"/>
              </a:rPr>
              <a:t> {</a:t>
            </a:r>
          </a:p>
          <a:p>
            <a:pPr>
              <a:buNone/>
            </a:pPr>
            <a:r>
              <a:rPr lang="en-US" sz="2000" b="0" dirty="0">
                <a:solidFill>
                  <a:srgbClr val="DAE3E3"/>
                </a:solidFill>
                <a:effectLst/>
                <a:latin typeface="Consolas" panose="020B0609020204030204" pitchFamily="49" charset="0"/>
              </a:rPr>
              <a:t>    </a:t>
            </a:r>
            <a:r>
              <a:rPr lang="en-US" sz="2000" b="0" dirty="0" err="1">
                <a:solidFill>
                  <a:srgbClr val="DAE3E3"/>
                </a:solidFill>
                <a:effectLst/>
                <a:latin typeface="Consolas" panose="020B0609020204030204" pitchFamily="49" charset="0"/>
              </a:rPr>
              <a:t>robot_x</a:t>
            </a:r>
            <a:r>
              <a:rPr lang="en-US" sz="2000" b="0" dirty="0">
                <a:solidFill>
                  <a:srgbClr val="DAE3E3"/>
                </a:solidFill>
                <a:effectLst/>
                <a:latin typeface="Consolas" panose="020B0609020204030204" pitchFamily="49" charset="0"/>
              </a:rPr>
              <a:t> = robot_x_2;</a:t>
            </a:r>
          </a:p>
          <a:p>
            <a:pPr>
              <a:buNone/>
            </a:pPr>
            <a:r>
              <a:rPr lang="en-US" sz="2000" b="0" dirty="0">
                <a:solidFill>
                  <a:srgbClr val="DAE3E3"/>
                </a:solidFill>
                <a:effectLst/>
                <a:latin typeface="Consolas" panose="020B0609020204030204" pitchFamily="49" charset="0"/>
              </a:rPr>
              <a:t>    </a:t>
            </a:r>
            <a:r>
              <a:rPr lang="en-US" sz="2000" b="0" dirty="0" err="1">
                <a:solidFill>
                  <a:srgbClr val="DAE3E3"/>
                </a:solidFill>
                <a:effectLst/>
                <a:latin typeface="Consolas" panose="020B0609020204030204" pitchFamily="49" charset="0"/>
              </a:rPr>
              <a:t>robot_y</a:t>
            </a:r>
            <a:r>
              <a:rPr lang="en-US" sz="2000" b="0" dirty="0">
                <a:solidFill>
                  <a:srgbClr val="DAE3E3"/>
                </a:solidFill>
                <a:effectLst/>
                <a:latin typeface="Consolas" panose="020B0609020204030204" pitchFamily="49" charset="0"/>
              </a:rPr>
              <a:t> = robot_y_2;</a:t>
            </a:r>
          </a:p>
          <a:p>
            <a:pPr>
              <a:buNone/>
            </a:pPr>
            <a:r>
              <a:rPr lang="en-US" sz="2000" b="0" dirty="0">
                <a:solidFill>
                  <a:srgbClr val="DAE3E3"/>
                </a:solidFill>
                <a:effectLst/>
                <a:latin typeface="Consolas" panose="020B0609020204030204" pitchFamily="49" charset="0"/>
              </a:rPr>
              <a:t>  }</a:t>
            </a:r>
          </a:p>
          <a:p>
            <a:pPr>
              <a:buNone/>
            </a:pPr>
            <a:r>
              <a:rPr lang="en-US" sz="2000" b="0" dirty="0">
                <a:solidFill>
                  <a:srgbClr val="DAE3E3"/>
                </a:solidFill>
                <a:effectLst/>
                <a:latin typeface="Consolas" panose="020B0609020204030204" pitchFamily="49" charset="0"/>
              </a:rPr>
              <a:t>}</a:t>
            </a:r>
          </a:p>
          <a:p>
            <a:pPr>
              <a:buNone/>
            </a:pPr>
            <a:r>
              <a:rPr lang="en-US" sz="2000" dirty="0">
                <a:solidFill>
                  <a:srgbClr val="0CA1A6"/>
                </a:solidFill>
                <a:latin typeface="Consolas" panose="020B0609020204030204" pitchFamily="49" charset="0"/>
              </a:rPr>
              <a:t>void</a:t>
            </a:r>
            <a:r>
              <a:rPr lang="en-US" sz="2000" dirty="0">
                <a:solidFill>
                  <a:srgbClr val="DAE3E3"/>
                </a:solidFill>
                <a:latin typeface="Consolas" panose="020B0609020204030204" pitchFamily="49" charset="0"/>
              </a:rPr>
              <a:t> </a:t>
            </a:r>
            <a:r>
              <a:rPr lang="en-US" sz="2000" dirty="0">
                <a:solidFill>
                  <a:srgbClr val="F39C12"/>
                </a:solidFill>
                <a:latin typeface="Consolas" panose="020B0609020204030204" pitchFamily="49" charset="0"/>
              </a:rPr>
              <a:t>loop</a:t>
            </a:r>
            <a:r>
              <a:rPr lang="en-US" sz="2000" dirty="0">
                <a:solidFill>
                  <a:srgbClr val="DAE3E3"/>
                </a:solidFill>
                <a:latin typeface="Consolas" panose="020B0609020204030204" pitchFamily="49" charset="0"/>
              </a:rPr>
              <a:t>() {</a:t>
            </a:r>
          </a:p>
          <a:p>
            <a:pPr>
              <a:buNone/>
            </a:pPr>
            <a:r>
              <a:rPr lang="en-US" sz="2000" dirty="0">
                <a:solidFill>
                  <a:srgbClr val="DAE3E3"/>
                </a:solidFill>
                <a:latin typeface="Consolas" panose="020B0609020204030204" pitchFamily="49" charset="0"/>
              </a:rPr>
              <a:t>  </a:t>
            </a:r>
          </a:p>
          <a:p>
            <a:pPr>
              <a:buNone/>
            </a:pPr>
            <a:r>
              <a:rPr lang="en-US" sz="2000" dirty="0">
                <a:solidFill>
                  <a:srgbClr val="DAE3E3"/>
                </a:solidFill>
                <a:latin typeface="Consolas" panose="020B0609020204030204" pitchFamily="49" charset="0"/>
              </a:rPr>
              <a:t>}</a:t>
            </a:r>
          </a:p>
          <a:p>
            <a:pPr>
              <a:buNone/>
            </a:pPr>
            <a:endParaRPr lang="en-US" sz="2000" b="0" dirty="0">
              <a:solidFill>
                <a:srgbClr val="DAE3E3"/>
              </a:solidFill>
              <a:effectLst/>
              <a:latin typeface="Consolas" panose="020B0609020204030204" pitchFamily="49" charset="0"/>
            </a:endParaRPr>
          </a:p>
        </p:txBody>
      </p:sp>
      <p:sp>
        <p:nvSpPr>
          <p:cNvPr id="8" name="TextBox 7">
            <a:extLst>
              <a:ext uri="{FF2B5EF4-FFF2-40B4-BE49-F238E27FC236}">
                <a16:creationId xmlns:a16="http://schemas.microsoft.com/office/drawing/2014/main" id="{9EEA1C2E-1E24-6C30-271D-61A697B9B6C3}"/>
              </a:ext>
            </a:extLst>
          </p:cNvPr>
          <p:cNvSpPr txBox="1"/>
          <p:nvPr/>
        </p:nvSpPr>
        <p:spPr>
          <a:xfrm>
            <a:off x="7003811" y="1458310"/>
            <a:ext cx="4269070" cy="4212692"/>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آی دی ربات ها با یکی از پایه های میکروکنترلر به نام </a:t>
            </a:r>
            <a:r>
              <a:rPr lang="en-US" dirty="0">
                <a:latin typeface="IRANSans" panose="02040503050201020203" pitchFamily="18" charset="-78"/>
                <a:cs typeface="IRANSans" panose="02040503050201020203" pitchFamily="18" charset="-78"/>
              </a:rPr>
              <a:t>PA15</a:t>
            </a:r>
            <a:r>
              <a:rPr lang="fa-IR" dirty="0">
                <a:latin typeface="IRANSans" panose="02040503050201020203" pitchFamily="18" charset="-78"/>
                <a:cs typeface="IRANSans" panose="02040503050201020203" pitchFamily="18" charset="-78"/>
              </a:rPr>
              <a:t> مشخص می‌شود. با استفاده از یک شرط می‌توان مشخص کرد که از کدام </a:t>
            </a:r>
            <a:r>
              <a:rPr lang="en-US" dirty="0">
                <a:latin typeface="IRANSans" panose="02040503050201020203" pitchFamily="18" charset="-78"/>
                <a:cs typeface="IRANSans" panose="02040503050201020203" pitchFamily="18" charset="-78"/>
              </a:rPr>
              <a:t>x</a:t>
            </a:r>
            <a:r>
              <a:rPr lang="fa-IR" dirty="0">
                <a:latin typeface="IRANSans" panose="02040503050201020203" pitchFamily="18" charset="-78"/>
                <a:cs typeface="IRANSans" panose="02040503050201020203" pitchFamily="18" charset="-78"/>
              </a:rPr>
              <a:t> و </a:t>
            </a:r>
            <a:r>
              <a:rPr lang="en-US" dirty="0">
                <a:latin typeface="IRANSans" panose="02040503050201020203" pitchFamily="18" charset="-78"/>
                <a:cs typeface="IRANSans" panose="02040503050201020203" pitchFamily="18" charset="-78"/>
              </a:rPr>
              <a:t>y</a:t>
            </a:r>
            <a:r>
              <a:rPr lang="fa-IR" dirty="0">
                <a:latin typeface="IRANSans" panose="02040503050201020203" pitchFamily="18" charset="-78"/>
                <a:cs typeface="IRANSans" panose="02040503050201020203" pitchFamily="18" charset="-78"/>
              </a:rPr>
              <a:t> استفاده شود.</a:t>
            </a:r>
          </a:p>
          <a:p>
            <a:pPr algn="just" rtl="1">
              <a:lnSpc>
                <a:spcPct val="150000"/>
              </a:lnSpc>
            </a:pPr>
            <a:endParaRPr lang="fa-IR" dirty="0">
              <a:latin typeface="IRANSans" panose="02040503050201020203" pitchFamily="18" charset="-78"/>
              <a:cs typeface="IRANSans" panose="02040503050201020203" pitchFamily="18" charset="-78"/>
            </a:endParaRPr>
          </a:p>
          <a:p>
            <a:pPr algn="just" rtl="1">
              <a:lnSpc>
                <a:spcPct val="150000"/>
              </a:lnSpc>
            </a:pPr>
            <a:r>
              <a:rPr lang="fa-IR" dirty="0">
                <a:latin typeface="IRANSans" panose="02040503050201020203" pitchFamily="18" charset="-78"/>
                <a:cs typeface="IRANSans" panose="02040503050201020203" pitchFamily="18" charset="-78"/>
              </a:rPr>
              <a:t>از آنجایی که استفاده از </a:t>
            </a:r>
            <a:r>
              <a:rPr lang="en-US" dirty="0">
                <a:latin typeface="IRANSans" panose="02040503050201020203" pitchFamily="18" charset="-78"/>
                <a:cs typeface="IRANSans" panose="02040503050201020203" pitchFamily="18" charset="-78"/>
              </a:rPr>
              <a:t>OLED</a:t>
            </a:r>
            <a:r>
              <a:rPr lang="fa-IR" dirty="0">
                <a:latin typeface="IRANSans" panose="02040503050201020203" pitchFamily="18" charset="-78"/>
                <a:cs typeface="IRANSans" panose="02040503050201020203" pitchFamily="18" charset="-78"/>
              </a:rPr>
              <a:t> در مواقعی موجب هنگ کردن ربات می‌شود. می‌توان برنامه را طوری تنظیم کرد که اگر هنگام روشن شدن ربات کلید فشار داده شده بود از نمایشگر استفاده شود.</a:t>
            </a:r>
            <a:endParaRPr lang="en-US" dirty="0">
              <a:latin typeface="IRANSans" panose="02040503050201020203" pitchFamily="18" charset="-78"/>
              <a:cs typeface="IRANSans" panose="02040503050201020203" pitchFamily="18" charset="-78"/>
            </a:endParaRPr>
          </a:p>
        </p:txBody>
      </p:sp>
    </p:spTree>
    <p:extLst>
      <p:ext uri="{BB962C8B-B14F-4D97-AF65-F5344CB8AC3E}">
        <p14:creationId xmlns:p14="http://schemas.microsoft.com/office/powerpoint/2010/main" val="10971582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D05EB-7082-CCE7-59EF-84142250A9C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71CE76-3FDD-736F-8AB3-2512CCFD059F}"/>
              </a:ext>
            </a:extLst>
          </p:cNvPr>
          <p:cNvSpPr>
            <a:spLocks noGrp="1"/>
          </p:cNvSpPr>
          <p:nvPr>
            <p:ph type="title"/>
          </p:nvPr>
        </p:nvSpPr>
        <p:spPr>
          <a:xfrm>
            <a:off x="919119" y="495300"/>
            <a:ext cx="10353762" cy="812800"/>
          </a:xfrm>
        </p:spPr>
        <p:txBody>
          <a:bodyPr>
            <a:normAutofit/>
          </a:bodyPr>
          <a:lstStyle/>
          <a:p>
            <a:r>
              <a:rPr lang="fa-IR" sz="3600" dirty="0">
                <a:latin typeface="IRANSans" panose="02040503050201020203" pitchFamily="18" charset="-78"/>
                <a:cs typeface="B Titr" panose="00000700000000000000" pitchFamily="2" charset="-78"/>
              </a:rPr>
              <a:t>راه اندازی موتور ها</a:t>
            </a:r>
            <a:endParaRPr lang="en-US" sz="3600" dirty="0">
              <a:latin typeface="IRANSans" panose="02040503050201020203" pitchFamily="18" charset="-78"/>
              <a:cs typeface="B Titr" panose="00000700000000000000" pitchFamily="2" charset="-78"/>
            </a:endParaRPr>
          </a:p>
        </p:txBody>
      </p:sp>
      <p:sp>
        <p:nvSpPr>
          <p:cNvPr id="4" name="TextBox 3">
            <a:extLst>
              <a:ext uri="{FF2B5EF4-FFF2-40B4-BE49-F238E27FC236}">
                <a16:creationId xmlns:a16="http://schemas.microsoft.com/office/drawing/2014/main" id="{E06EB89E-5296-38A5-CE91-8619EFFF66BF}"/>
              </a:ext>
            </a:extLst>
          </p:cNvPr>
          <p:cNvSpPr txBox="1"/>
          <p:nvPr/>
        </p:nvSpPr>
        <p:spPr>
          <a:xfrm>
            <a:off x="919119" y="1968958"/>
            <a:ext cx="5459242" cy="3970318"/>
          </a:xfrm>
          <a:prstGeom prst="rect">
            <a:avLst/>
          </a:prstGeom>
          <a:noFill/>
        </p:spPr>
        <p:txBody>
          <a:bodyPr wrap="square">
            <a:spAutoFit/>
          </a:bodyPr>
          <a:lstStyle/>
          <a:p>
            <a:pPr>
              <a:buNone/>
            </a:pPr>
            <a:r>
              <a:rPr lang="en-US" sz="2800" b="0" dirty="0">
                <a:solidFill>
                  <a:srgbClr val="C586C0"/>
                </a:solidFill>
                <a:effectLst/>
                <a:latin typeface="Consolas" panose="020B0609020204030204" pitchFamily="49" charset="0"/>
              </a:rPr>
              <a:t>#define</a:t>
            </a:r>
            <a:r>
              <a:rPr lang="en-US" sz="2800" b="0" dirty="0">
                <a:solidFill>
                  <a:srgbClr val="DAE3E3"/>
                </a:solidFill>
                <a:effectLst/>
                <a:latin typeface="Consolas" panose="020B0609020204030204" pitchFamily="49" charset="0"/>
              </a:rPr>
              <a:t> </a:t>
            </a:r>
            <a:r>
              <a:rPr lang="en-US" sz="2800" b="0" dirty="0">
                <a:solidFill>
                  <a:srgbClr val="F39C12"/>
                </a:solidFill>
                <a:effectLst/>
                <a:latin typeface="Consolas" panose="020B0609020204030204" pitchFamily="49" charset="0"/>
              </a:rPr>
              <a:t>IN_1</a:t>
            </a:r>
            <a:r>
              <a:rPr lang="en-US" sz="2800" b="0" dirty="0">
                <a:solidFill>
                  <a:srgbClr val="DAE3E3"/>
                </a:solidFill>
                <a:effectLst/>
                <a:latin typeface="Consolas" panose="020B0609020204030204" pitchFamily="49" charset="0"/>
              </a:rPr>
              <a:t> PB15</a:t>
            </a:r>
          </a:p>
          <a:p>
            <a:pPr>
              <a:buNone/>
            </a:pPr>
            <a:r>
              <a:rPr lang="en-US" sz="2800" b="0" dirty="0">
                <a:solidFill>
                  <a:srgbClr val="C586C0"/>
                </a:solidFill>
                <a:effectLst/>
                <a:latin typeface="Consolas" panose="020B0609020204030204" pitchFamily="49" charset="0"/>
              </a:rPr>
              <a:t>#define</a:t>
            </a:r>
            <a:r>
              <a:rPr lang="en-US" sz="2800" b="0" dirty="0">
                <a:solidFill>
                  <a:srgbClr val="DAE3E3"/>
                </a:solidFill>
                <a:effectLst/>
                <a:latin typeface="Consolas" panose="020B0609020204030204" pitchFamily="49" charset="0"/>
              </a:rPr>
              <a:t> </a:t>
            </a:r>
            <a:r>
              <a:rPr lang="en-US" sz="2800" b="0" dirty="0">
                <a:solidFill>
                  <a:srgbClr val="F39C12"/>
                </a:solidFill>
                <a:effectLst/>
                <a:latin typeface="Consolas" panose="020B0609020204030204" pitchFamily="49" charset="0"/>
              </a:rPr>
              <a:t>IN_2</a:t>
            </a:r>
            <a:r>
              <a:rPr lang="en-US" sz="2800" b="0" dirty="0">
                <a:solidFill>
                  <a:srgbClr val="DAE3E3"/>
                </a:solidFill>
                <a:effectLst/>
                <a:latin typeface="Consolas" panose="020B0609020204030204" pitchFamily="49" charset="0"/>
              </a:rPr>
              <a:t> PB14</a:t>
            </a:r>
          </a:p>
          <a:p>
            <a:pPr>
              <a:buNone/>
            </a:pPr>
            <a:r>
              <a:rPr lang="en-US" sz="2800" b="0" dirty="0">
                <a:solidFill>
                  <a:srgbClr val="C586C0"/>
                </a:solidFill>
                <a:effectLst/>
                <a:latin typeface="Consolas" panose="020B0609020204030204" pitchFamily="49" charset="0"/>
              </a:rPr>
              <a:t>#define</a:t>
            </a:r>
            <a:r>
              <a:rPr lang="en-US" sz="2800" b="0" dirty="0">
                <a:solidFill>
                  <a:srgbClr val="DAE3E3"/>
                </a:solidFill>
                <a:effectLst/>
                <a:latin typeface="Consolas" panose="020B0609020204030204" pitchFamily="49" charset="0"/>
              </a:rPr>
              <a:t> </a:t>
            </a:r>
            <a:r>
              <a:rPr lang="en-US" sz="2800" b="0" dirty="0">
                <a:solidFill>
                  <a:srgbClr val="F39C12"/>
                </a:solidFill>
                <a:effectLst/>
                <a:latin typeface="Consolas" panose="020B0609020204030204" pitchFamily="49" charset="0"/>
              </a:rPr>
              <a:t>IN_3</a:t>
            </a:r>
            <a:r>
              <a:rPr lang="en-US" sz="2800" b="0" dirty="0">
                <a:solidFill>
                  <a:srgbClr val="DAE3E3"/>
                </a:solidFill>
                <a:effectLst/>
                <a:latin typeface="Consolas" panose="020B0609020204030204" pitchFamily="49" charset="0"/>
              </a:rPr>
              <a:t> PB13</a:t>
            </a:r>
          </a:p>
          <a:p>
            <a:pPr>
              <a:buNone/>
            </a:pPr>
            <a:r>
              <a:rPr lang="en-US" sz="2800" b="0" dirty="0">
                <a:solidFill>
                  <a:srgbClr val="C586C0"/>
                </a:solidFill>
                <a:effectLst/>
                <a:latin typeface="Consolas" panose="020B0609020204030204" pitchFamily="49" charset="0"/>
              </a:rPr>
              <a:t>#define</a:t>
            </a:r>
            <a:r>
              <a:rPr lang="en-US" sz="2800" b="0" dirty="0">
                <a:solidFill>
                  <a:srgbClr val="DAE3E3"/>
                </a:solidFill>
                <a:effectLst/>
                <a:latin typeface="Consolas" panose="020B0609020204030204" pitchFamily="49" charset="0"/>
              </a:rPr>
              <a:t> </a:t>
            </a:r>
            <a:r>
              <a:rPr lang="en-US" sz="2800" b="0" dirty="0">
                <a:solidFill>
                  <a:srgbClr val="F39C12"/>
                </a:solidFill>
                <a:effectLst/>
                <a:latin typeface="Consolas" panose="020B0609020204030204" pitchFamily="49" charset="0"/>
              </a:rPr>
              <a:t>IN_4</a:t>
            </a:r>
            <a:r>
              <a:rPr lang="en-US" sz="2800" b="0" dirty="0">
                <a:solidFill>
                  <a:srgbClr val="DAE3E3"/>
                </a:solidFill>
                <a:effectLst/>
                <a:latin typeface="Consolas" panose="020B0609020204030204" pitchFamily="49" charset="0"/>
              </a:rPr>
              <a:t> PB12</a:t>
            </a:r>
          </a:p>
          <a:p>
            <a:pPr>
              <a:buNone/>
            </a:pPr>
            <a:r>
              <a:rPr lang="en-US" sz="2800" b="0" dirty="0">
                <a:solidFill>
                  <a:srgbClr val="C586C0"/>
                </a:solidFill>
                <a:effectLst/>
                <a:latin typeface="Consolas" panose="020B0609020204030204" pitchFamily="49" charset="0"/>
              </a:rPr>
              <a:t>#define</a:t>
            </a:r>
            <a:r>
              <a:rPr lang="en-US" sz="2800" b="0" dirty="0">
                <a:solidFill>
                  <a:srgbClr val="DAE3E3"/>
                </a:solidFill>
                <a:effectLst/>
                <a:latin typeface="Consolas" panose="020B0609020204030204" pitchFamily="49" charset="0"/>
              </a:rPr>
              <a:t> </a:t>
            </a:r>
            <a:r>
              <a:rPr lang="en-US" sz="2800" b="0" dirty="0">
                <a:solidFill>
                  <a:srgbClr val="F39C12"/>
                </a:solidFill>
                <a:effectLst/>
                <a:latin typeface="Consolas" panose="020B0609020204030204" pitchFamily="49" charset="0"/>
              </a:rPr>
              <a:t>PWM_1</a:t>
            </a:r>
            <a:r>
              <a:rPr lang="en-US" sz="2800" b="0" dirty="0">
                <a:solidFill>
                  <a:srgbClr val="DAE3E3"/>
                </a:solidFill>
                <a:effectLst/>
                <a:latin typeface="Consolas" panose="020B0609020204030204" pitchFamily="49" charset="0"/>
              </a:rPr>
              <a:t> PB9</a:t>
            </a:r>
          </a:p>
          <a:p>
            <a:pPr>
              <a:buNone/>
            </a:pPr>
            <a:r>
              <a:rPr lang="en-US" sz="2800" b="0" dirty="0">
                <a:solidFill>
                  <a:srgbClr val="C586C0"/>
                </a:solidFill>
                <a:effectLst/>
                <a:latin typeface="Consolas" panose="020B0609020204030204" pitchFamily="49" charset="0"/>
              </a:rPr>
              <a:t>#define</a:t>
            </a:r>
            <a:r>
              <a:rPr lang="en-US" sz="2800" b="0" dirty="0">
                <a:solidFill>
                  <a:srgbClr val="DAE3E3"/>
                </a:solidFill>
                <a:effectLst/>
                <a:latin typeface="Consolas" panose="020B0609020204030204" pitchFamily="49" charset="0"/>
              </a:rPr>
              <a:t> </a:t>
            </a:r>
            <a:r>
              <a:rPr lang="en-US" sz="2800" b="0" dirty="0">
                <a:solidFill>
                  <a:srgbClr val="F39C12"/>
                </a:solidFill>
                <a:effectLst/>
                <a:latin typeface="Consolas" panose="020B0609020204030204" pitchFamily="49" charset="0"/>
              </a:rPr>
              <a:t>PWM_2</a:t>
            </a:r>
            <a:r>
              <a:rPr lang="en-US" sz="2800" b="0" dirty="0">
                <a:solidFill>
                  <a:srgbClr val="DAE3E3"/>
                </a:solidFill>
                <a:effectLst/>
                <a:latin typeface="Consolas" panose="020B0609020204030204" pitchFamily="49" charset="0"/>
              </a:rPr>
              <a:t> PB8</a:t>
            </a:r>
          </a:p>
          <a:p>
            <a:pPr>
              <a:buNone/>
            </a:pPr>
            <a:r>
              <a:rPr lang="en-US" sz="2800" b="0" dirty="0">
                <a:solidFill>
                  <a:srgbClr val="C586C0"/>
                </a:solidFill>
                <a:effectLst/>
                <a:latin typeface="Consolas" panose="020B0609020204030204" pitchFamily="49" charset="0"/>
              </a:rPr>
              <a:t>#define</a:t>
            </a:r>
            <a:r>
              <a:rPr lang="en-US" sz="2800" b="0" dirty="0">
                <a:solidFill>
                  <a:srgbClr val="DAE3E3"/>
                </a:solidFill>
                <a:effectLst/>
                <a:latin typeface="Consolas" panose="020B0609020204030204" pitchFamily="49" charset="0"/>
              </a:rPr>
              <a:t> </a:t>
            </a:r>
            <a:r>
              <a:rPr lang="en-US" sz="2800" b="0" dirty="0">
                <a:solidFill>
                  <a:srgbClr val="F39C12"/>
                </a:solidFill>
                <a:effectLst/>
                <a:latin typeface="Consolas" panose="020B0609020204030204" pitchFamily="49" charset="0"/>
              </a:rPr>
              <a:t>PWM_3</a:t>
            </a:r>
            <a:r>
              <a:rPr lang="en-US" sz="2800" b="0" dirty="0">
                <a:solidFill>
                  <a:srgbClr val="DAE3E3"/>
                </a:solidFill>
                <a:effectLst/>
                <a:latin typeface="Consolas" panose="020B0609020204030204" pitchFamily="49" charset="0"/>
              </a:rPr>
              <a:t> PB7</a:t>
            </a:r>
          </a:p>
          <a:p>
            <a:pPr>
              <a:buNone/>
            </a:pPr>
            <a:r>
              <a:rPr lang="en-US" sz="2800" b="0" dirty="0">
                <a:solidFill>
                  <a:srgbClr val="C586C0"/>
                </a:solidFill>
                <a:effectLst/>
                <a:latin typeface="Consolas" panose="020B0609020204030204" pitchFamily="49" charset="0"/>
              </a:rPr>
              <a:t>#define</a:t>
            </a:r>
            <a:r>
              <a:rPr lang="en-US" sz="2800" b="0" dirty="0">
                <a:solidFill>
                  <a:srgbClr val="DAE3E3"/>
                </a:solidFill>
                <a:effectLst/>
                <a:latin typeface="Consolas" panose="020B0609020204030204" pitchFamily="49" charset="0"/>
              </a:rPr>
              <a:t> </a:t>
            </a:r>
            <a:r>
              <a:rPr lang="en-US" sz="2800" b="0" dirty="0">
                <a:solidFill>
                  <a:srgbClr val="F39C12"/>
                </a:solidFill>
                <a:effectLst/>
                <a:latin typeface="Consolas" panose="020B0609020204030204" pitchFamily="49" charset="0"/>
              </a:rPr>
              <a:t>PWM_4</a:t>
            </a:r>
            <a:r>
              <a:rPr lang="en-US" sz="2800" b="0" dirty="0">
                <a:solidFill>
                  <a:srgbClr val="DAE3E3"/>
                </a:solidFill>
                <a:effectLst/>
                <a:latin typeface="Consolas" panose="020B0609020204030204" pitchFamily="49" charset="0"/>
              </a:rPr>
              <a:t> PB6</a:t>
            </a:r>
          </a:p>
          <a:p>
            <a:pPr>
              <a:buNone/>
            </a:pPr>
            <a:r>
              <a:rPr lang="en-US" sz="2800" b="0" dirty="0">
                <a:solidFill>
                  <a:srgbClr val="C586C0"/>
                </a:solidFill>
                <a:effectLst/>
                <a:latin typeface="Consolas" panose="020B0609020204030204" pitchFamily="49" charset="0"/>
              </a:rPr>
              <a:t>#define</a:t>
            </a:r>
            <a:r>
              <a:rPr lang="en-US" sz="2800" b="0" dirty="0">
                <a:solidFill>
                  <a:srgbClr val="DAE3E3"/>
                </a:solidFill>
                <a:effectLst/>
                <a:latin typeface="Consolas" panose="020B0609020204030204" pitchFamily="49" charset="0"/>
              </a:rPr>
              <a:t> </a:t>
            </a:r>
            <a:r>
              <a:rPr lang="en-US" sz="2800" b="0" dirty="0">
                <a:solidFill>
                  <a:srgbClr val="F39C12"/>
                </a:solidFill>
                <a:effectLst/>
                <a:latin typeface="Consolas" panose="020B0609020204030204" pitchFamily="49" charset="0"/>
              </a:rPr>
              <a:t>REVERSE_MOTORS</a:t>
            </a:r>
            <a:r>
              <a:rPr lang="en-US" sz="2800" b="0" dirty="0">
                <a:solidFill>
                  <a:srgbClr val="DAE3E3"/>
                </a:solidFill>
                <a:effectLst/>
                <a:latin typeface="Consolas" panose="020B0609020204030204" pitchFamily="49" charset="0"/>
              </a:rPr>
              <a:t> </a:t>
            </a:r>
            <a:r>
              <a:rPr lang="en-US" sz="2800" b="0" dirty="0">
                <a:solidFill>
                  <a:srgbClr val="7FCBCD"/>
                </a:solidFill>
                <a:effectLst/>
                <a:latin typeface="Consolas" panose="020B0609020204030204" pitchFamily="49" charset="0"/>
              </a:rPr>
              <a:t>true</a:t>
            </a:r>
            <a:endParaRPr lang="en-US" sz="2800" b="0" dirty="0">
              <a:solidFill>
                <a:srgbClr val="DAE3E3"/>
              </a:solidFill>
              <a:effectLst/>
              <a:latin typeface="Consolas" panose="020B0609020204030204" pitchFamily="49" charset="0"/>
            </a:endParaRPr>
          </a:p>
        </p:txBody>
      </p:sp>
      <p:sp>
        <p:nvSpPr>
          <p:cNvPr id="3" name="TextBox 2">
            <a:extLst>
              <a:ext uri="{FF2B5EF4-FFF2-40B4-BE49-F238E27FC236}">
                <a16:creationId xmlns:a16="http://schemas.microsoft.com/office/drawing/2014/main" id="{C21E2119-9E46-97D2-3318-8337CDE96451}"/>
              </a:ext>
            </a:extLst>
          </p:cNvPr>
          <p:cNvSpPr txBox="1"/>
          <p:nvPr/>
        </p:nvSpPr>
        <p:spPr>
          <a:xfrm>
            <a:off x="7003811" y="1851239"/>
            <a:ext cx="4269070" cy="3381695"/>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یک فایل جدید باز کنید (</a:t>
            </a:r>
            <a:r>
              <a:rPr lang="en-US" dirty="0" err="1">
                <a:latin typeface="IRANSans" panose="02040503050201020203" pitchFamily="18" charset="-78"/>
                <a:cs typeface="IRANSans" panose="02040503050201020203" pitchFamily="18" charset="-78"/>
              </a:rPr>
              <a:t>ctrl+shift+n</a:t>
            </a:r>
            <a:r>
              <a:rPr lang="fa-IR" dirty="0">
                <a:latin typeface="IRANSans" panose="02040503050201020203" pitchFamily="18" charset="-78"/>
                <a:cs typeface="IRANSans" panose="02040503050201020203" pitchFamily="18" charset="-78"/>
              </a:rPr>
              <a:t>) و تعاریف مقابل را اضافه کنید. در اینجا هر موتور یک پایه </a:t>
            </a:r>
            <a:r>
              <a:rPr lang="en-US" dirty="0">
                <a:latin typeface="IRANSans" panose="02040503050201020203" pitchFamily="18" charset="-78"/>
                <a:cs typeface="IRANSans" panose="02040503050201020203" pitchFamily="18" charset="-78"/>
              </a:rPr>
              <a:t>IN</a:t>
            </a:r>
            <a:r>
              <a:rPr lang="fa-IR" dirty="0">
                <a:latin typeface="IRANSans" panose="02040503050201020203" pitchFamily="18" charset="-78"/>
                <a:cs typeface="IRANSans" panose="02040503050201020203" pitchFamily="18" charset="-78"/>
              </a:rPr>
              <a:t> برای کنترل جهت و یک پایه </a:t>
            </a:r>
            <a:r>
              <a:rPr lang="en-US" dirty="0">
                <a:latin typeface="IRANSans" panose="02040503050201020203" pitchFamily="18" charset="-78"/>
                <a:cs typeface="IRANSans" panose="02040503050201020203" pitchFamily="18" charset="-78"/>
              </a:rPr>
              <a:t>PWM</a:t>
            </a:r>
            <a:r>
              <a:rPr lang="fa-IR" dirty="0">
                <a:latin typeface="IRANSans" panose="02040503050201020203" pitchFamily="18" charset="-78"/>
                <a:cs typeface="IRANSans" panose="02040503050201020203" pitchFamily="18" charset="-78"/>
              </a:rPr>
              <a:t> برای کنترل سرعت دارد. </a:t>
            </a:r>
          </a:p>
          <a:p>
            <a:pPr algn="just" rtl="1">
              <a:lnSpc>
                <a:spcPct val="150000"/>
              </a:lnSpc>
            </a:pPr>
            <a:endParaRPr lang="fa-IR" dirty="0">
              <a:latin typeface="IRANSans" panose="02040503050201020203" pitchFamily="18" charset="-78"/>
              <a:cs typeface="IRANSans" panose="02040503050201020203" pitchFamily="18" charset="-78"/>
            </a:endParaRPr>
          </a:p>
          <a:p>
            <a:pPr algn="just" rtl="1">
              <a:lnSpc>
                <a:spcPct val="150000"/>
              </a:lnSpc>
            </a:pPr>
            <a:r>
              <a:rPr lang="fa-IR" dirty="0">
                <a:latin typeface="IRANSans" panose="02040503050201020203" pitchFamily="18" charset="-78"/>
                <a:cs typeface="IRANSans" panose="02040503050201020203" pitchFamily="18" charset="-78"/>
              </a:rPr>
              <a:t>در صورتی جهت چرخش موتور ها برعکس باشند میتوان </a:t>
            </a:r>
            <a:r>
              <a:rPr lang="en-US" dirty="0">
                <a:latin typeface="IRANSans" panose="02040503050201020203" pitchFamily="18" charset="-78"/>
                <a:cs typeface="IRANSans" panose="02040503050201020203" pitchFamily="18" charset="-78"/>
              </a:rPr>
              <a:t>REVERSE_MOTORS</a:t>
            </a:r>
            <a:r>
              <a:rPr lang="fa-IR" dirty="0">
                <a:latin typeface="IRANSans" panose="02040503050201020203" pitchFamily="18" charset="-78"/>
                <a:cs typeface="IRANSans" panose="02040503050201020203" pitchFamily="18" charset="-78"/>
              </a:rPr>
              <a:t> را </a:t>
            </a:r>
            <a:r>
              <a:rPr lang="en-US" dirty="0">
                <a:latin typeface="IRANSans" panose="02040503050201020203" pitchFamily="18" charset="-78"/>
                <a:cs typeface="IRANSans" panose="02040503050201020203" pitchFamily="18" charset="-78"/>
              </a:rPr>
              <a:t>true</a:t>
            </a:r>
            <a:r>
              <a:rPr lang="fa-IR" dirty="0">
                <a:latin typeface="IRANSans" panose="02040503050201020203" pitchFamily="18" charset="-78"/>
                <a:cs typeface="IRANSans" panose="02040503050201020203" pitchFamily="18" charset="-78"/>
              </a:rPr>
              <a:t> قرار داد.</a:t>
            </a:r>
            <a:endParaRPr lang="en-US" dirty="0">
              <a:latin typeface="IRANSans" panose="02040503050201020203" pitchFamily="18" charset="-78"/>
              <a:cs typeface="IRANSans" panose="02040503050201020203" pitchFamily="18" charset="-78"/>
            </a:endParaRPr>
          </a:p>
        </p:txBody>
      </p:sp>
    </p:spTree>
    <p:extLst>
      <p:ext uri="{BB962C8B-B14F-4D97-AF65-F5344CB8AC3E}">
        <p14:creationId xmlns:p14="http://schemas.microsoft.com/office/powerpoint/2010/main" val="1434285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C89578-9CC7-6341-0E87-600166817F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2723DF-1288-7F42-FEFA-25A28E07DF2D}"/>
              </a:ext>
            </a:extLst>
          </p:cNvPr>
          <p:cNvSpPr>
            <a:spLocks noGrp="1"/>
          </p:cNvSpPr>
          <p:nvPr>
            <p:ph type="title"/>
          </p:nvPr>
        </p:nvSpPr>
        <p:spPr>
          <a:xfrm>
            <a:off x="919119" y="495300"/>
            <a:ext cx="10353762" cy="812800"/>
          </a:xfrm>
        </p:spPr>
        <p:txBody>
          <a:bodyPr>
            <a:normAutofit/>
          </a:bodyPr>
          <a:lstStyle/>
          <a:p>
            <a:r>
              <a:rPr lang="fa-IR" sz="3600" dirty="0">
                <a:latin typeface="IRANSans" panose="02040503050201020203" pitchFamily="18" charset="-78"/>
                <a:cs typeface="B Titr" panose="00000700000000000000" pitchFamily="2" charset="-78"/>
              </a:rPr>
              <a:t>تابع تنظیمات موتورها</a:t>
            </a:r>
            <a:endParaRPr lang="en-US" sz="3600" dirty="0">
              <a:latin typeface="IRANSans" panose="02040503050201020203" pitchFamily="18" charset="-78"/>
              <a:cs typeface="B Titr" panose="00000700000000000000" pitchFamily="2" charset="-78"/>
            </a:endParaRPr>
          </a:p>
        </p:txBody>
      </p:sp>
      <p:sp>
        <p:nvSpPr>
          <p:cNvPr id="3" name="TextBox 2">
            <a:extLst>
              <a:ext uri="{FF2B5EF4-FFF2-40B4-BE49-F238E27FC236}">
                <a16:creationId xmlns:a16="http://schemas.microsoft.com/office/drawing/2014/main" id="{238BA66C-4357-2776-D25C-778D416CAFDB}"/>
              </a:ext>
            </a:extLst>
          </p:cNvPr>
          <p:cNvSpPr txBox="1"/>
          <p:nvPr/>
        </p:nvSpPr>
        <p:spPr>
          <a:xfrm>
            <a:off x="7003811" y="1851239"/>
            <a:ext cx="4269070" cy="1304203"/>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با استفاده از این تابع پایه های مربوط به موتور ها را تنظیم میکنیم. این تابع باید در تابع </a:t>
            </a:r>
            <a:r>
              <a:rPr lang="en-US" dirty="0">
                <a:latin typeface="IRANSans" panose="02040503050201020203" pitchFamily="18" charset="-78"/>
                <a:cs typeface="IRANSans" panose="02040503050201020203" pitchFamily="18" charset="-78"/>
              </a:rPr>
              <a:t>setup</a:t>
            </a:r>
            <a:r>
              <a:rPr lang="fa-IR" dirty="0">
                <a:latin typeface="IRANSans" panose="02040503050201020203" pitchFamily="18" charset="-78"/>
                <a:cs typeface="IRANSans" panose="02040503050201020203" pitchFamily="18" charset="-78"/>
              </a:rPr>
              <a:t> فراخوانی شود.</a:t>
            </a:r>
            <a:endParaRPr lang="en-US" dirty="0">
              <a:latin typeface="IRANSans" panose="02040503050201020203" pitchFamily="18" charset="-78"/>
              <a:cs typeface="IRANSans" panose="02040503050201020203" pitchFamily="18" charset="-78"/>
            </a:endParaRPr>
          </a:p>
        </p:txBody>
      </p:sp>
      <p:sp>
        <p:nvSpPr>
          <p:cNvPr id="6" name="TextBox 5">
            <a:extLst>
              <a:ext uri="{FF2B5EF4-FFF2-40B4-BE49-F238E27FC236}">
                <a16:creationId xmlns:a16="http://schemas.microsoft.com/office/drawing/2014/main" id="{97EA34BA-3DE7-203F-D024-AF2040C2C1FD}"/>
              </a:ext>
            </a:extLst>
          </p:cNvPr>
          <p:cNvSpPr txBox="1"/>
          <p:nvPr/>
        </p:nvSpPr>
        <p:spPr>
          <a:xfrm>
            <a:off x="919119" y="1851239"/>
            <a:ext cx="6096000" cy="4154984"/>
          </a:xfrm>
          <a:prstGeom prst="rect">
            <a:avLst/>
          </a:prstGeom>
          <a:noFill/>
        </p:spPr>
        <p:txBody>
          <a:bodyPr wrap="square">
            <a:spAutoFit/>
          </a:bodyPr>
          <a:lstStyle/>
          <a:p>
            <a:pPr>
              <a:buNone/>
            </a:pPr>
            <a:r>
              <a:rPr lang="en-US" sz="2400" b="0" dirty="0">
                <a:solidFill>
                  <a:srgbClr val="0CA1A6"/>
                </a:solidFill>
                <a:effectLst/>
                <a:latin typeface="Consolas" panose="020B0609020204030204" pitchFamily="49" charset="0"/>
              </a:rPr>
              <a:t>void</a:t>
            </a:r>
            <a:r>
              <a:rPr lang="en-US" sz="2400" b="0" dirty="0">
                <a:solidFill>
                  <a:srgbClr val="DAE3E3"/>
                </a:solidFill>
                <a:effectLst/>
                <a:latin typeface="Consolas" panose="020B0609020204030204" pitchFamily="49" charset="0"/>
              </a:rPr>
              <a:t> </a:t>
            </a:r>
            <a:r>
              <a:rPr lang="en-US" sz="2400" b="0" dirty="0" err="1">
                <a:solidFill>
                  <a:srgbClr val="F39C12"/>
                </a:solidFill>
                <a:effectLst/>
                <a:latin typeface="Consolas" panose="020B0609020204030204" pitchFamily="49" charset="0"/>
              </a:rPr>
              <a:t>init_motors</a:t>
            </a:r>
            <a:r>
              <a:rPr lang="en-US" sz="2400" b="0" dirty="0">
                <a:solidFill>
                  <a:srgbClr val="DAE3E3"/>
                </a:solidFill>
                <a:effectLst/>
                <a:latin typeface="Consolas" panose="020B0609020204030204" pitchFamily="49" charset="0"/>
              </a:rPr>
              <a:t>() {</a:t>
            </a:r>
          </a:p>
          <a:p>
            <a:pPr>
              <a:buNone/>
            </a:pPr>
            <a:r>
              <a:rPr lang="en-US" sz="2400" b="0" dirty="0">
                <a:solidFill>
                  <a:srgbClr val="DAE3E3"/>
                </a:solidFill>
                <a:effectLst/>
                <a:latin typeface="Consolas" panose="020B0609020204030204" pitchFamily="49" charset="0"/>
              </a:rPr>
              <a:t>  </a:t>
            </a:r>
            <a:r>
              <a:rPr lang="en-US" sz="2400" b="0" dirty="0" err="1">
                <a:solidFill>
                  <a:srgbClr val="F39C12"/>
                </a:solidFill>
                <a:effectLst/>
                <a:latin typeface="Consolas" panose="020B0609020204030204" pitchFamily="49" charset="0"/>
              </a:rPr>
              <a:t>pinMode</a:t>
            </a:r>
            <a:r>
              <a:rPr lang="en-US" sz="2400" b="0" dirty="0">
                <a:solidFill>
                  <a:srgbClr val="DAE3E3"/>
                </a:solidFill>
                <a:effectLst/>
                <a:latin typeface="Consolas" panose="020B0609020204030204" pitchFamily="49" charset="0"/>
              </a:rPr>
              <a:t>(IN_1, OUTPUT);</a:t>
            </a:r>
          </a:p>
          <a:p>
            <a:pPr>
              <a:buNone/>
            </a:pPr>
            <a:r>
              <a:rPr lang="en-US" sz="2400" b="0" dirty="0">
                <a:solidFill>
                  <a:srgbClr val="DAE3E3"/>
                </a:solidFill>
                <a:effectLst/>
                <a:latin typeface="Consolas" panose="020B0609020204030204" pitchFamily="49" charset="0"/>
              </a:rPr>
              <a:t>  </a:t>
            </a:r>
            <a:r>
              <a:rPr lang="en-US" sz="2400" b="0" dirty="0" err="1">
                <a:solidFill>
                  <a:srgbClr val="F39C12"/>
                </a:solidFill>
                <a:effectLst/>
                <a:latin typeface="Consolas" panose="020B0609020204030204" pitchFamily="49" charset="0"/>
              </a:rPr>
              <a:t>pinMode</a:t>
            </a:r>
            <a:r>
              <a:rPr lang="en-US" sz="2400" b="0" dirty="0">
                <a:solidFill>
                  <a:srgbClr val="DAE3E3"/>
                </a:solidFill>
                <a:effectLst/>
                <a:latin typeface="Consolas" panose="020B0609020204030204" pitchFamily="49" charset="0"/>
              </a:rPr>
              <a:t>(IN_2, OUTPUT);</a:t>
            </a:r>
          </a:p>
          <a:p>
            <a:pPr>
              <a:buNone/>
            </a:pPr>
            <a:r>
              <a:rPr lang="en-US" sz="2400" b="0" dirty="0">
                <a:solidFill>
                  <a:srgbClr val="DAE3E3"/>
                </a:solidFill>
                <a:effectLst/>
                <a:latin typeface="Consolas" panose="020B0609020204030204" pitchFamily="49" charset="0"/>
              </a:rPr>
              <a:t>  </a:t>
            </a:r>
            <a:r>
              <a:rPr lang="en-US" sz="2400" b="0" dirty="0" err="1">
                <a:solidFill>
                  <a:srgbClr val="F39C12"/>
                </a:solidFill>
                <a:effectLst/>
                <a:latin typeface="Consolas" panose="020B0609020204030204" pitchFamily="49" charset="0"/>
              </a:rPr>
              <a:t>pinMode</a:t>
            </a:r>
            <a:r>
              <a:rPr lang="en-US" sz="2400" b="0" dirty="0">
                <a:solidFill>
                  <a:srgbClr val="DAE3E3"/>
                </a:solidFill>
                <a:effectLst/>
                <a:latin typeface="Consolas" panose="020B0609020204030204" pitchFamily="49" charset="0"/>
              </a:rPr>
              <a:t>(IN_3, OUTPUT);</a:t>
            </a:r>
          </a:p>
          <a:p>
            <a:pPr>
              <a:buNone/>
            </a:pPr>
            <a:r>
              <a:rPr lang="en-US" sz="2400" b="0" dirty="0">
                <a:solidFill>
                  <a:srgbClr val="DAE3E3"/>
                </a:solidFill>
                <a:effectLst/>
                <a:latin typeface="Consolas" panose="020B0609020204030204" pitchFamily="49" charset="0"/>
              </a:rPr>
              <a:t>  </a:t>
            </a:r>
            <a:r>
              <a:rPr lang="en-US" sz="2400" b="0" dirty="0" err="1">
                <a:solidFill>
                  <a:srgbClr val="F39C12"/>
                </a:solidFill>
                <a:effectLst/>
                <a:latin typeface="Consolas" panose="020B0609020204030204" pitchFamily="49" charset="0"/>
              </a:rPr>
              <a:t>pinMode</a:t>
            </a:r>
            <a:r>
              <a:rPr lang="en-US" sz="2400" b="0" dirty="0">
                <a:solidFill>
                  <a:srgbClr val="DAE3E3"/>
                </a:solidFill>
                <a:effectLst/>
                <a:latin typeface="Consolas" panose="020B0609020204030204" pitchFamily="49" charset="0"/>
              </a:rPr>
              <a:t>(IN_4, OUTPUT);</a:t>
            </a:r>
          </a:p>
          <a:p>
            <a:pPr>
              <a:buNone/>
            </a:pPr>
            <a:r>
              <a:rPr lang="en-US" sz="2400" b="0" dirty="0">
                <a:solidFill>
                  <a:srgbClr val="DAE3E3"/>
                </a:solidFill>
                <a:effectLst/>
                <a:latin typeface="Consolas" panose="020B0609020204030204" pitchFamily="49" charset="0"/>
              </a:rPr>
              <a:t>  </a:t>
            </a:r>
            <a:r>
              <a:rPr lang="en-US" sz="2400" b="0" dirty="0" err="1">
                <a:solidFill>
                  <a:srgbClr val="F39C12"/>
                </a:solidFill>
                <a:effectLst/>
                <a:latin typeface="Consolas" panose="020B0609020204030204" pitchFamily="49" charset="0"/>
              </a:rPr>
              <a:t>pinMode</a:t>
            </a:r>
            <a:r>
              <a:rPr lang="en-US" sz="2400" b="0" dirty="0">
                <a:solidFill>
                  <a:srgbClr val="DAE3E3"/>
                </a:solidFill>
                <a:effectLst/>
                <a:latin typeface="Consolas" panose="020B0609020204030204" pitchFamily="49" charset="0"/>
              </a:rPr>
              <a:t>(PWM_1, PWM);</a:t>
            </a:r>
          </a:p>
          <a:p>
            <a:pPr>
              <a:buNone/>
            </a:pPr>
            <a:r>
              <a:rPr lang="en-US" sz="2400" b="0" dirty="0">
                <a:solidFill>
                  <a:srgbClr val="DAE3E3"/>
                </a:solidFill>
                <a:effectLst/>
                <a:latin typeface="Consolas" panose="020B0609020204030204" pitchFamily="49" charset="0"/>
              </a:rPr>
              <a:t>  </a:t>
            </a:r>
            <a:r>
              <a:rPr lang="en-US" sz="2400" b="0" dirty="0" err="1">
                <a:solidFill>
                  <a:srgbClr val="F39C12"/>
                </a:solidFill>
                <a:effectLst/>
                <a:latin typeface="Consolas" panose="020B0609020204030204" pitchFamily="49" charset="0"/>
              </a:rPr>
              <a:t>pinMode</a:t>
            </a:r>
            <a:r>
              <a:rPr lang="en-US" sz="2400" b="0" dirty="0">
                <a:solidFill>
                  <a:srgbClr val="DAE3E3"/>
                </a:solidFill>
                <a:effectLst/>
                <a:latin typeface="Consolas" panose="020B0609020204030204" pitchFamily="49" charset="0"/>
              </a:rPr>
              <a:t>(PWM_2, PWM);</a:t>
            </a:r>
          </a:p>
          <a:p>
            <a:pPr>
              <a:buNone/>
            </a:pPr>
            <a:r>
              <a:rPr lang="en-US" sz="2400" b="0" dirty="0">
                <a:solidFill>
                  <a:srgbClr val="DAE3E3"/>
                </a:solidFill>
                <a:effectLst/>
                <a:latin typeface="Consolas" panose="020B0609020204030204" pitchFamily="49" charset="0"/>
              </a:rPr>
              <a:t>  </a:t>
            </a:r>
            <a:r>
              <a:rPr lang="en-US" sz="2400" b="0" dirty="0" err="1">
                <a:solidFill>
                  <a:srgbClr val="F39C12"/>
                </a:solidFill>
                <a:effectLst/>
                <a:latin typeface="Consolas" panose="020B0609020204030204" pitchFamily="49" charset="0"/>
              </a:rPr>
              <a:t>pinMode</a:t>
            </a:r>
            <a:r>
              <a:rPr lang="en-US" sz="2400" b="0" dirty="0">
                <a:solidFill>
                  <a:srgbClr val="DAE3E3"/>
                </a:solidFill>
                <a:effectLst/>
                <a:latin typeface="Consolas" panose="020B0609020204030204" pitchFamily="49" charset="0"/>
              </a:rPr>
              <a:t>(PWM_3, PWM);</a:t>
            </a:r>
          </a:p>
          <a:p>
            <a:pPr>
              <a:buNone/>
            </a:pPr>
            <a:r>
              <a:rPr lang="en-US" sz="2400" b="0" dirty="0">
                <a:solidFill>
                  <a:srgbClr val="DAE3E3"/>
                </a:solidFill>
                <a:effectLst/>
                <a:latin typeface="Consolas" panose="020B0609020204030204" pitchFamily="49" charset="0"/>
              </a:rPr>
              <a:t>  </a:t>
            </a:r>
            <a:r>
              <a:rPr lang="en-US" sz="2400" b="0" dirty="0" err="1">
                <a:solidFill>
                  <a:srgbClr val="F39C12"/>
                </a:solidFill>
                <a:effectLst/>
                <a:latin typeface="Consolas" panose="020B0609020204030204" pitchFamily="49" charset="0"/>
              </a:rPr>
              <a:t>pinMode</a:t>
            </a:r>
            <a:r>
              <a:rPr lang="en-US" sz="2400" b="0" dirty="0">
                <a:solidFill>
                  <a:srgbClr val="DAE3E3"/>
                </a:solidFill>
                <a:effectLst/>
                <a:latin typeface="Consolas" panose="020B0609020204030204" pitchFamily="49" charset="0"/>
              </a:rPr>
              <a:t>(PWM_4, PWM);</a:t>
            </a:r>
          </a:p>
          <a:p>
            <a:pPr>
              <a:buNone/>
            </a:pPr>
            <a:r>
              <a:rPr lang="en-US" sz="2400" b="0" dirty="0">
                <a:solidFill>
                  <a:srgbClr val="DAE3E3"/>
                </a:solidFill>
                <a:effectLst/>
                <a:latin typeface="Consolas" panose="020B0609020204030204" pitchFamily="49" charset="0"/>
              </a:rPr>
              <a:t>  </a:t>
            </a:r>
            <a:r>
              <a:rPr lang="en-US" sz="2400" b="0" dirty="0">
                <a:solidFill>
                  <a:srgbClr val="F39C12"/>
                </a:solidFill>
                <a:effectLst/>
                <a:latin typeface="Consolas" panose="020B0609020204030204" pitchFamily="49" charset="0"/>
              </a:rPr>
              <a:t>motor</a:t>
            </a:r>
            <a:r>
              <a:rPr lang="en-US" sz="2400" b="0" dirty="0">
                <a:solidFill>
                  <a:srgbClr val="DAE3E3"/>
                </a:solidFill>
                <a:effectLst/>
                <a:latin typeface="Consolas" panose="020B0609020204030204" pitchFamily="49" charset="0"/>
              </a:rPr>
              <a:t>(</a:t>
            </a:r>
            <a:r>
              <a:rPr lang="en-US" sz="2400" b="0" dirty="0">
                <a:solidFill>
                  <a:srgbClr val="7FCBCD"/>
                </a:solidFill>
                <a:effectLst/>
                <a:latin typeface="Consolas" panose="020B0609020204030204" pitchFamily="49" charset="0"/>
              </a:rPr>
              <a:t>0</a:t>
            </a:r>
            <a:r>
              <a:rPr lang="en-US" sz="2400" b="0" dirty="0">
                <a:solidFill>
                  <a:srgbClr val="DAE3E3"/>
                </a:solidFill>
                <a:effectLst/>
                <a:latin typeface="Consolas" panose="020B0609020204030204" pitchFamily="49" charset="0"/>
              </a:rPr>
              <a:t>, </a:t>
            </a:r>
            <a:r>
              <a:rPr lang="en-US" sz="2400" b="0" dirty="0">
                <a:solidFill>
                  <a:srgbClr val="7FCBCD"/>
                </a:solidFill>
                <a:effectLst/>
                <a:latin typeface="Consolas" panose="020B0609020204030204" pitchFamily="49" charset="0"/>
              </a:rPr>
              <a:t>0</a:t>
            </a:r>
            <a:r>
              <a:rPr lang="en-US" sz="2400" b="0" dirty="0">
                <a:solidFill>
                  <a:srgbClr val="DAE3E3"/>
                </a:solidFill>
                <a:effectLst/>
                <a:latin typeface="Consolas" panose="020B0609020204030204" pitchFamily="49" charset="0"/>
              </a:rPr>
              <a:t>, </a:t>
            </a:r>
            <a:r>
              <a:rPr lang="en-US" sz="2400" b="0" dirty="0">
                <a:solidFill>
                  <a:srgbClr val="7FCBCD"/>
                </a:solidFill>
                <a:effectLst/>
                <a:latin typeface="Consolas" panose="020B0609020204030204" pitchFamily="49" charset="0"/>
              </a:rPr>
              <a:t>0</a:t>
            </a:r>
            <a:r>
              <a:rPr lang="en-US" sz="2400" b="0" dirty="0">
                <a:solidFill>
                  <a:srgbClr val="DAE3E3"/>
                </a:solidFill>
                <a:effectLst/>
                <a:latin typeface="Consolas" panose="020B0609020204030204" pitchFamily="49" charset="0"/>
              </a:rPr>
              <a:t>, </a:t>
            </a:r>
            <a:r>
              <a:rPr lang="en-US" sz="2400" b="0" dirty="0">
                <a:solidFill>
                  <a:srgbClr val="7FCBCD"/>
                </a:solidFill>
                <a:effectLst/>
                <a:latin typeface="Consolas" panose="020B0609020204030204" pitchFamily="49" charset="0"/>
              </a:rPr>
              <a:t>0</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333122E9-2B6C-BBAE-1AD9-9F1699BD597A}"/>
              </a:ext>
            </a:extLst>
          </p:cNvPr>
          <p:cNvSpPr txBox="1"/>
          <p:nvPr/>
        </p:nvSpPr>
        <p:spPr>
          <a:xfrm>
            <a:off x="7003811" y="3273246"/>
            <a:ext cx="6096000" cy="2677656"/>
          </a:xfrm>
          <a:prstGeom prst="rect">
            <a:avLst/>
          </a:prstGeom>
          <a:noFill/>
        </p:spPr>
        <p:txBody>
          <a:bodyPr wrap="square">
            <a:spAutoFit/>
          </a:bodyPr>
          <a:lstStyle/>
          <a:p>
            <a:pPr>
              <a:buNone/>
            </a:pPr>
            <a:r>
              <a:rPr lang="en-US" sz="1400" b="0" dirty="0">
                <a:solidFill>
                  <a:srgbClr val="0CA1A6"/>
                </a:solidFill>
                <a:effectLst/>
                <a:latin typeface="Consolas" panose="020B0609020204030204" pitchFamily="49" charset="0"/>
              </a:rPr>
              <a:t>void</a:t>
            </a:r>
            <a:r>
              <a:rPr lang="en-US" sz="1400" b="0" dirty="0">
                <a:solidFill>
                  <a:srgbClr val="DAE3E3"/>
                </a:solidFill>
                <a:effectLst/>
                <a:latin typeface="Consolas" panose="020B0609020204030204" pitchFamily="49" charset="0"/>
              </a:rPr>
              <a:t> </a:t>
            </a:r>
            <a:r>
              <a:rPr lang="en-US" sz="1400" b="0" dirty="0">
                <a:solidFill>
                  <a:srgbClr val="F39C12"/>
                </a:solidFill>
                <a:effectLst/>
                <a:latin typeface="Consolas" panose="020B0609020204030204" pitchFamily="49" charset="0"/>
              </a:rPr>
              <a:t>setup</a:t>
            </a:r>
            <a:r>
              <a:rPr lang="en-US" sz="1400" b="0" dirty="0">
                <a:solidFill>
                  <a:srgbClr val="DAE3E3"/>
                </a:solidFill>
                <a:effectLst/>
                <a:latin typeface="Consolas" panose="020B0609020204030204" pitchFamily="49" charset="0"/>
              </a:rPr>
              <a:t>() {</a:t>
            </a:r>
          </a:p>
          <a:p>
            <a:pPr>
              <a:buNone/>
            </a:pP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if</a:t>
            </a:r>
            <a:r>
              <a:rPr lang="en-US" sz="1400" b="0" dirty="0">
                <a:solidFill>
                  <a:srgbClr val="DAE3E3"/>
                </a:solidFill>
                <a:effectLst/>
                <a:latin typeface="Consolas" panose="020B0609020204030204" pitchFamily="49" charset="0"/>
              </a:rPr>
              <a:t>(</a:t>
            </a:r>
            <a:r>
              <a:rPr lang="en-US" sz="1400" b="0" dirty="0" err="1">
                <a:solidFill>
                  <a:srgbClr val="F39C12"/>
                </a:solidFill>
                <a:effectLst/>
                <a:latin typeface="Consolas" panose="020B0609020204030204" pitchFamily="49" charset="0"/>
              </a:rPr>
              <a:t>digitalRead</a:t>
            </a:r>
            <a:r>
              <a:rPr lang="en-US" sz="1400" b="0" dirty="0">
                <a:solidFill>
                  <a:srgbClr val="DAE3E3"/>
                </a:solidFill>
                <a:effectLst/>
                <a:latin typeface="Consolas" panose="020B0609020204030204" pitchFamily="49" charset="0"/>
              </a:rPr>
              <a:t>(PA12)) OLED_EN = </a:t>
            </a:r>
            <a:r>
              <a:rPr lang="en-US" sz="1400" b="0" dirty="0">
                <a:solidFill>
                  <a:srgbClr val="7FCBCD"/>
                </a:solidFill>
                <a:effectLst/>
                <a:latin typeface="Consolas" panose="020B0609020204030204" pitchFamily="49" charset="0"/>
              </a:rPr>
              <a:t>true</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robot_id</a:t>
            </a:r>
            <a:r>
              <a:rPr lang="en-US" sz="1400" b="0" dirty="0">
                <a:solidFill>
                  <a:srgbClr val="DAE3E3"/>
                </a:solidFill>
                <a:effectLst/>
                <a:latin typeface="Consolas" panose="020B0609020204030204" pitchFamily="49" charset="0"/>
              </a:rPr>
              <a:t> = </a:t>
            </a:r>
            <a:r>
              <a:rPr lang="en-US" sz="1400" b="0" dirty="0" err="1">
                <a:solidFill>
                  <a:srgbClr val="F39C12"/>
                </a:solidFill>
                <a:effectLst/>
                <a:latin typeface="Consolas" panose="020B0609020204030204" pitchFamily="49" charset="0"/>
              </a:rPr>
              <a:t>digitalRead</a:t>
            </a:r>
            <a:r>
              <a:rPr lang="en-US" sz="1400" b="0" dirty="0">
                <a:solidFill>
                  <a:srgbClr val="DAE3E3"/>
                </a:solidFill>
                <a:effectLst/>
                <a:latin typeface="Consolas" panose="020B0609020204030204" pitchFamily="49" charset="0"/>
              </a:rPr>
              <a:t>(PA15) + </a:t>
            </a:r>
            <a:r>
              <a:rPr lang="en-US" sz="1400" b="0" dirty="0">
                <a:solidFill>
                  <a:srgbClr val="7FCBCD"/>
                </a:solidFill>
                <a:effectLst/>
                <a:latin typeface="Consolas" panose="020B0609020204030204" pitchFamily="49" charset="0"/>
              </a:rPr>
              <a:t>1</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if</a:t>
            </a: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robot_id</a:t>
            </a:r>
            <a:r>
              <a:rPr lang="en-US" sz="1400" b="0" dirty="0">
                <a:solidFill>
                  <a:srgbClr val="DAE3E3"/>
                </a:solidFill>
                <a:effectLst/>
                <a:latin typeface="Consolas" panose="020B0609020204030204" pitchFamily="49" charset="0"/>
              </a:rPr>
              <a:t> == </a:t>
            </a:r>
            <a:r>
              <a:rPr lang="en-US" sz="1400" b="0" dirty="0">
                <a:solidFill>
                  <a:srgbClr val="7FCBCD"/>
                </a:solidFill>
                <a:effectLst/>
                <a:latin typeface="Consolas" panose="020B0609020204030204" pitchFamily="49" charset="0"/>
              </a:rPr>
              <a:t>1</a:t>
            </a:r>
            <a:r>
              <a:rPr lang="en-US" sz="1400" b="0" dirty="0">
                <a:solidFill>
                  <a:srgbClr val="DAE3E3"/>
                </a:solidFill>
                <a:effectLst/>
                <a:latin typeface="Consolas" panose="020B0609020204030204" pitchFamily="49" charset="0"/>
              </a:rPr>
              <a:t>) {</a:t>
            </a:r>
          </a:p>
          <a:p>
            <a:pPr>
              <a:buNone/>
            </a:pP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robot_x</a:t>
            </a:r>
            <a:r>
              <a:rPr lang="en-US" sz="1400" b="0" dirty="0">
                <a:solidFill>
                  <a:srgbClr val="DAE3E3"/>
                </a:solidFill>
                <a:effectLst/>
                <a:latin typeface="Consolas" panose="020B0609020204030204" pitchFamily="49" charset="0"/>
              </a:rPr>
              <a:t> = robot_x_1;</a:t>
            </a:r>
          </a:p>
          <a:p>
            <a:pPr>
              <a:buNone/>
            </a:pP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robot_y</a:t>
            </a:r>
            <a:r>
              <a:rPr lang="en-US" sz="1400" b="0" dirty="0">
                <a:solidFill>
                  <a:srgbClr val="DAE3E3"/>
                </a:solidFill>
                <a:effectLst/>
                <a:latin typeface="Consolas" panose="020B0609020204030204" pitchFamily="49" charset="0"/>
              </a:rPr>
              <a:t> = robot_y_1;</a:t>
            </a:r>
          </a:p>
          <a:p>
            <a:pPr>
              <a:buNone/>
            </a:pPr>
            <a:r>
              <a:rPr lang="en-US" sz="1400" b="0" dirty="0">
                <a:solidFill>
                  <a:srgbClr val="DAE3E3"/>
                </a:solidFill>
                <a:effectLst/>
                <a:latin typeface="Consolas" panose="020B0609020204030204" pitchFamily="49" charset="0"/>
              </a:rPr>
              <a:t>  } </a:t>
            </a:r>
            <a:r>
              <a:rPr lang="en-US" sz="1400" b="0" dirty="0">
                <a:solidFill>
                  <a:srgbClr val="C586C0"/>
                </a:solidFill>
                <a:effectLst/>
                <a:latin typeface="Consolas" panose="020B0609020204030204" pitchFamily="49" charset="0"/>
              </a:rPr>
              <a:t>else</a:t>
            </a:r>
            <a:r>
              <a:rPr lang="en-US" sz="1400" b="0" dirty="0">
                <a:solidFill>
                  <a:srgbClr val="DAE3E3"/>
                </a:solidFill>
                <a:effectLst/>
                <a:latin typeface="Consolas" panose="020B0609020204030204" pitchFamily="49" charset="0"/>
              </a:rPr>
              <a:t> {</a:t>
            </a:r>
          </a:p>
          <a:p>
            <a:pPr>
              <a:buNone/>
            </a:pP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robot_x</a:t>
            </a:r>
            <a:r>
              <a:rPr lang="en-US" sz="1400" b="0" dirty="0">
                <a:solidFill>
                  <a:srgbClr val="DAE3E3"/>
                </a:solidFill>
                <a:effectLst/>
                <a:latin typeface="Consolas" panose="020B0609020204030204" pitchFamily="49" charset="0"/>
              </a:rPr>
              <a:t> = robot_x_2;</a:t>
            </a:r>
          </a:p>
          <a:p>
            <a:pPr>
              <a:buNone/>
            </a:pP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robot_y</a:t>
            </a:r>
            <a:r>
              <a:rPr lang="en-US" sz="1400" b="0" dirty="0">
                <a:solidFill>
                  <a:srgbClr val="DAE3E3"/>
                </a:solidFill>
                <a:effectLst/>
                <a:latin typeface="Consolas" panose="020B0609020204030204" pitchFamily="49" charset="0"/>
              </a:rPr>
              <a:t> = robot_y_2;</a:t>
            </a:r>
          </a:p>
          <a:p>
            <a:pPr>
              <a:buNone/>
            </a:pPr>
            <a:r>
              <a:rPr lang="en-US" sz="1400" b="0" dirty="0">
                <a:solidFill>
                  <a:srgbClr val="DAE3E3"/>
                </a:solidFill>
                <a:effectLst/>
                <a:latin typeface="Consolas" panose="020B0609020204030204" pitchFamily="49" charset="0"/>
              </a:rPr>
              <a:t>  }</a:t>
            </a:r>
          </a:p>
          <a:p>
            <a:pPr>
              <a:buNone/>
            </a:pPr>
            <a:r>
              <a:rPr lang="en-US" sz="1400" b="0" dirty="0">
                <a:solidFill>
                  <a:srgbClr val="DAE3E3"/>
                </a:solidFill>
                <a:effectLst/>
                <a:latin typeface="Consolas" panose="020B0609020204030204" pitchFamily="49" charset="0"/>
              </a:rPr>
              <a:t>  </a:t>
            </a:r>
            <a:r>
              <a:rPr lang="en-US" sz="1400" b="0" dirty="0" err="1">
                <a:solidFill>
                  <a:srgbClr val="F39C12"/>
                </a:solidFill>
                <a:effectLst/>
                <a:latin typeface="Consolas" panose="020B0609020204030204" pitchFamily="49" charset="0"/>
              </a:rPr>
              <a:t>init_motors</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a:t>
            </a:r>
          </a:p>
        </p:txBody>
      </p:sp>
      <p:grpSp>
        <p:nvGrpSpPr>
          <p:cNvPr id="11" name="Group 10">
            <a:extLst>
              <a:ext uri="{FF2B5EF4-FFF2-40B4-BE49-F238E27FC236}">
                <a16:creationId xmlns:a16="http://schemas.microsoft.com/office/drawing/2014/main" id="{246D52F0-CC10-DF90-003D-2C26A345C874}"/>
              </a:ext>
            </a:extLst>
          </p:cNvPr>
          <p:cNvGrpSpPr/>
          <p:nvPr/>
        </p:nvGrpSpPr>
        <p:grpSpPr>
          <a:xfrm>
            <a:off x="8981650" y="5512810"/>
            <a:ext cx="2005560" cy="222840"/>
            <a:chOff x="8981650" y="5512810"/>
            <a:chExt cx="2005560" cy="222840"/>
          </a:xfrm>
        </p:grpSpPr>
        <mc:AlternateContent xmlns:mc="http://schemas.openxmlformats.org/markup-compatibility/2006" xmlns:p14="http://schemas.microsoft.com/office/powerpoint/2010/main">
          <mc:Choice Requires="p14">
            <p:contentPart p14:bwMode="auto" r:id="rId2">
              <p14:nvContentPartPr>
                <p14:cNvPr id="9" name="Ink 8">
                  <a:extLst>
                    <a:ext uri="{FF2B5EF4-FFF2-40B4-BE49-F238E27FC236}">
                      <a16:creationId xmlns:a16="http://schemas.microsoft.com/office/drawing/2014/main" id="{DC6D9BFE-D54A-C611-59B7-170F062096CB}"/>
                    </a:ext>
                  </a:extLst>
                </p14:cNvPr>
                <p14:cNvContentPartPr/>
                <p14:nvPr/>
              </p14:nvContentPartPr>
              <p14:xfrm>
                <a:off x="9010450" y="5590930"/>
                <a:ext cx="1976760" cy="65520"/>
              </p14:xfrm>
            </p:contentPart>
          </mc:Choice>
          <mc:Fallback xmlns="">
            <p:pic>
              <p:nvPicPr>
                <p:cNvPr id="9" name="Ink 8">
                  <a:extLst>
                    <a:ext uri="{FF2B5EF4-FFF2-40B4-BE49-F238E27FC236}">
                      <a16:creationId xmlns:a16="http://schemas.microsoft.com/office/drawing/2014/main" id="{DC6D9BFE-D54A-C611-59B7-170F062096CB}"/>
                    </a:ext>
                  </a:extLst>
                </p:cNvPr>
                <p:cNvPicPr/>
                <p:nvPr/>
              </p:nvPicPr>
              <p:blipFill>
                <a:blip r:embed="rId3"/>
                <a:stretch>
                  <a:fillRect/>
                </a:stretch>
              </p:blipFill>
              <p:spPr>
                <a:xfrm>
                  <a:off x="8992450" y="5572930"/>
                  <a:ext cx="2012400" cy="1011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0" name="Ink 9">
                  <a:extLst>
                    <a:ext uri="{FF2B5EF4-FFF2-40B4-BE49-F238E27FC236}">
                      <a16:creationId xmlns:a16="http://schemas.microsoft.com/office/drawing/2014/main" id="{78C4FDD7-3968-19C3-B6B2-759FA6C3F5DB}"/>
                    </a:ext>
                  </a:extLst>
                </p14:cNvPr>
                <p14:cNvContentPartPr/>
                <p14:nvPr/>
              </p14:nvContentPartPr>
              <p14:xfrm>
                <a:off x="8981650" y="5512810"/>
                <a:ext cx="179640" cy="222840"/>
              </p14:xfrm>
            </p:contentPart>
          </mc:Choice>
          <mc:Fallback xmlns="">
            <p:pic>
              <p:nvPicPr>
                <p:cNvPr id="10" name="Ink 9">
                  <a:extLst>
                    <a:ext uri="{FF2B5EF4-FFF2-40B4-BE49-F238E27FC236}">
                      <a16:creationId xmlns:a16="http://schemas.microsoft.com/office/drawing/2014/main" id="{78C4FDD7-3968-19C3-B6B2-759FA6C3F5DB}"/>
                    </a:ext>
                  </a:extLst>
                </p:cNvPr>
                <p:cNvPicPr/>
                <p:nvPr/>
              </p:nvPicPr>
              <p:blipFill>
                <a:blip r:embed="rId5"/>
                <a:stretch>
                  <a:fillRect/>
                </a:stretch>
              </p:blipFill>
              <p:spPr>
                <a:xfrm>
                  <a:off x="8964010" y="5494810"/>
                  <a:ext cx="215280" cy="258480"/>
                </a:xfrm>
                <a:prstGeom prst="rect">
                  <a:avLst/>
                </a:prstGeom>
              </p:spPr>
            </p:pic>
          </mc:Fallback>
        </mc:AlternateContent>
      </p:grpSp>
    </p:spTree>
    <p:extLst>
      <p:ext uri="{BB962C8B-B14F-4D97-AF65-F5344CB8AC3E}">
        <p14:creationId xmlns:p14="http://schemas.microsoft.com/office/powerpoint/2010/main" val="3969496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0DFA5-BF54-3771-E234-69CCDAE91B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F26437-1581-09CD-2815-AAF1111494CC}"/>
              </a:ext>
            </a:extLst>
          </p:cNvPr>
          <p:cNvSpPr>
            <a:spLocks noGrp="1"/>
          </p:cNvSpPr>
          <p:nvPr>
            <p:ph type="title"/>
          </p:nvPr>
        </p:nvSpPr>
        <p:spPr>
          <a:xfrm>
            <a:off x="919119" y="495300"/>
            <a:ext cx="10353762" cy="812800"/>
          </a:xfrm>
        </p:spPr>
        <p:txBody>
          <a:bodyPr>
            <a:normAutofit/>
          </a:bodyPr>
          <a:lstStyle/>
          <a:p>
            <a:r>
              <a:rPr lang="fa-IR" sz="3600" dirty="0">
                <a:latin typeface="IRANSans" panose="02040503050201020203" pitchFamily="18" charset="-78"/>
                <a:cs typeface="B Titr" panose="00000700000000000000" pitchFamily="2" charset="-78"/>
              </a:rPr>
              <a:t>تابع موتور</a:t>
            </a:r>
            <a:endParaRPr lang="en-US" sz="3600" dirty="0">
              <a:latin typeface="IRANSans" panose="02040503050201020203" pitchFamily="18" charset="-78"/>
              <a:cs typeface="B Titr" panose="00000700000000000000" pitchFamily="2" charset="-78"/>
            </a:endParaRPr>
          </a:p>
        </p:txBody>
      </p:sp>
      <p:sp>
        <p:nvSpPr>
          <p:cNvPr id="14" name="TextBox 13">
            <a:extLst>
              <a:ext uri="{FF2B5EF4-FFF2-40B4-BE49-F238E27FC236}">
                <a16:creationId xmlns:a16="http://schemas.microsoft.com/office/drawing/2014/main" id="{4788125C-D233-80F9-CF5D-C2E185D6B182}"/>
              </a:ext>
            </a:extLst>
          </p:cNvPr>
          <p:cNvSpPr txBox="1"/>
          <p:nvPr/>
        </p:nvSpPr>
        <p:spPr>
          <a:xfrm>
            <a:off x="840581" y="1252234"/>
            <a:ext cx="6096000" cy="5339923"/>
          </a:xfrm>
          <a:prstGeom prst="rect">
            <a:avLst/>
          </a:prstGeom>
          <a:noFill/>
        </p:spPr>
        <p:txBody>
          <a:bodyPr wrap="square">
            <a:spAutoFit/>
          </a:bodyPr>
          <a:lstStyle/>
          <a:p>
            <a:pPr>
              <a:buNone/>
            </a:pPr>
            <a:r>
              <a:rPr lang="en-US" sz="1100" b="0" dirty="0">
                <a:solidFill>
                  <a:srgbClr val="0CA1A6"/>
                </a:solidFill>
                <a:effectLst/>
                <a:latin typeface="Consolas" panose="020B0609020204030204" pitchFamily="49" charset="0"/>
              </a:rPr>
              <a:t>void</a:t>
            </a:r>
            <a:r>
              <a:rPr lang="en-US" sz="1100" b="0" dirty="0">
                <a:solidFill>
                  <a:srgbClr val="DAE3E3"/>
                </a:solidFill>
                <a:effectLst/>
                <a:latin typeface="Consolas" panose="020B0609020204030204" pitchFamily="49" charset="0"/>
              </a:rPr>
              <a:t> </a:t>
            </a:r>
            <a:r>
              <a:rPr lang="en-US" sz="1100" b="0" dirty="0">
                <a:solidFill>
                  <a:srgbClr val="F39C12"/>
                </a:solidFill>
                <a:effectLst/>
                <a:latin typeface="Consolas" panose="020B0609020204030204" pitchFamily="49" charset="0"/>
              </a:rPr>
              <a:t>motor</a:t>
            </a:r>
            <a:r>
              <a:rPr lang="en-US" sz="1100" b="0" dirty="0">
                <a:solidFill>
                  <a:srgbClr val="DAE3E3"/>
                </a:solidFill>
                <a:effectLst/>
                <a:latin typeface="Consolas" panose="020B0609020204030204" pitchFamily="49" charset="0"/>
              </a:rPr>
              <a:t>(</a:t>
            </a:r>
            <a:r>
              <a:rPr lang="en-US" sz="1100" b="0" dirty="0">
                <a:solidFill>
                  <a:srgbClr val="0CA1A6"/>
                </a:solidFill>
                <a:effectLst/>
                <a:latin typeface="Consolas" panose="020B0609020204030204" pitchFamily="49" charset="0"/>
              </a:rPr>
              <a:t>int</a:t>
            </a:r>
            <a:r>
              <a:rPr lang="en-US" sz="1100" b="0" dirty="0">
                <a:solidFill>
                  <a:srgbClr val="DAE3E3"/>
                </a:solidFill>
                <a:effectLst/>
                <a:latin typeface="Consolas" panose="020B0609020204030204" pitchFamily="49" charset="0"/>
              </a:rPr>
              <a:t> ML1, </a:t>
            </a:r>
            <a:r>
              <a:rPr lang="en-US" sz="1100" b="0" dirty="0">
                <a:solidFill>
                  <a:srgbClr val="0CA1A6"/>
                </a:solidFill>
                <a:effectLst/>
                <a:latin typeface="Consolas" panose="020B0609020204030204" pitchFamily="49" charset="0"/>
              </a:rPr>
              <a:t>int</a:t>
            </a:r>
            <a:r>
              <a:rPr lang="en-US" sz="1100" b="0" dirty="0">
                <a:solidFill>
                  <a:srgbClr val="DAE3E3"/>
                </a:solidFill>
                <a:effectLst/>
                <a:latin typeface="Consolas" panose="020B0609020204030204" pitchFamily="49" charset="0"/>
              </a:rPr>
              <a:t> ML2, </a:t>
            </a:r>
            <a:r>
              <a:rPr lang="en-US" sz="1100" b="0" dirty="0">
                <a:solidFill>
                  <a:srgbClr val="0CA1A6"/>
                </a:solidFill>
                <a:effectLst/>
                <a:latin typeface="Consolas" panose="020B0609020204030204" pitchFamily="49" charset="0"/>
              </a:rPr>
              <a:t>int</a:t>
            </a:r>
            <a:r>
              <a:rPr lang="en-US" sz="1100" b="0" dirty="0">
                <a:solidFill>
                  <a:srgbClr val="DAE3E3"/>
                </a:solidFill>
                <a:effectLst/>
                <a:latin typeface="Consolas" panose="020B0609020204030204" pitchFamily="49" charset="0"/>
              </a:rPr>
              <a:t> MR2, </a:t>
            </a:r>
            <a:r>
              <a:rPr lang="en-US" sz="1100" b="0" dirty="0">
                <a:solidFill>
                  <a:srgbClr val="0CA1A6"/>
                </a:solidFill>
                <a:effectLst/>
                <a:latin typeface="Consolas" panose="020B0609020204030204" pitchFamily="49" charset="0"/>
              </a:rPr>
              <a:t>int</a:t>
            </a:r>
            <a:r>
              <a:rPr lang="en-US" sz="1100" b="0" dirty="0">
                <a:solidFill>
                  <a:srgbClr val="DAE3E3"/>
                </a:solidFill>
                <a:effectLst/>
                <a:latin typeface="Consolas" panose="020B0609020204030204" pitchFamily="49" charset="0"/>
              </a:rPr>
              <a:t> MR1) {</a:t>
            </a:r>
            <a:endParaRPr lang="fa-IR" sz="1100" b="0" dirty="0">
              <a:solidFill>
                <a:srgbClr val="DAE3E3"/>
              </a:solidFill>
              <a:effectLst/>
              <a:latin typeface="Consolas" panose="020B0609020204030204" pitchFamily="49" charset="0"/>
            </a:endParaRPr>
          </a:p>
          <a:p>
            <a:pPr>
              <a:buNone/>
            </a:pPr>
            <a:r>
              <a:rPr lang="en-US" sz="1100" dirty="0">
                <a:solidFill>
                  <a:srgbClr val="DAE3E3"/>
                </a:solidFill>
                <a:latin typeface="Consolas" panose="020B0609020204030204" pitchFamily="49" charset="0"/>
              </a:rPr>
              <a:t>  </a:t>
            </a:r>
            <a:r>
              <a:rPr lang="en-US" sz="1100" dirty="0">
                <a:solidFill>
                  <a:srgbClr val="C586C0"/>
                </a:solidFill>
                <a:latin typeface="Consolas" panose="020B0609020204030204" pitchFamily="49" charset="0"/>
              </a:rPr>
              <a:t>if</a:t>
            </a:r>
            <a:r>
              <a:rPr lang="en-US" sz="1100" dirty="0">
                <a:solidFill>
                  <a:srgbClr val="DAE3E3"/>
                </a:solidFill>
                <a:latin typeface="Consolas" panose="020B0609020204030204" pitchFamily="49" charset="0"/>
              </a:rPr>
              <a:t> (ML1 &gt; </a:t>
            </a:r>
            <a:r>
              <a:rPr lang="en-US" sz="1100" dirty="0">
                <a:solidFill>
                  <a:srgbClr val="7FCBCD"/>
                </a:solidFill>
                <a:latin typeface="Consolas" panose="020B0609020204030204" pitchFamily="49" charset="0"/>
              </a:rPr>
              <a:t>0</a:t>
            </a:r>
            <a:r>
              <a:rPr lang="en-US" sz="1100" dirty="0">
                <a:solidFill>
                  <a:srgbClr val="DAE3E3"/>
                </a:solidFill>
                <a:latin typeface="Consolas" panose="020B0609020204030204" pitchFamily="49" charset="0"/>
              </a:rPr>
              <a:t>) {</a:t>
            </a:r>
          </a:p>
          <a:p>
            <a:pPr>
              <a:buNone/>
            </a:pPr>
            <a:r>
              <a:rPr lang="en-US" sz="1100" dirty="0">
                <a:solidFill>
                  <a:srgbClr val="DAE3E3"/>
                </a:solidFill>
                <a:latin typeface="Consolas" panose="020B0609020204030204" pitchFamily="49" charset="0"/>
              </a:rPr>
              <a:t>    </a:t>
            </a:r>
            <a:r>
              <a:rPr lang="en-US" sz="1100" dirty="0" err="1">
                <a:solidFill>
                  <a:srgbClr val="F39C12"/>
                </a:solidFill>
                <a:latin typeface="Consolas" panose="020B0609020204030204" pitchFamily="49" charset="0"/>
              </a:rPr>
              <a:t>digitalWrite</a:t>
            </a:r>
            <a:r>
              <a:rPr lang="en-US" sz="1100" dirty="0">
                <a:solidFill>
                  <a:srgbClr val="DAE3E3"/>
                </a:solidFill>
                <a:latin typeface="Consolas" panose="020B0609020204030204" pitchFamily="49" charset="0"/>
              </a:rPr>
              <a:t>(IN_1, </a:t>
            </a:r>
            <a:r>
              <a:rPr lang="en-US" sz="1100" dirty="0">
                <a:solidFill>
                  <a:srgbClr val="7FCBCD"/>
                </a:solidFill>
                <a:latin typeface="Consolas" panose="020B0609020204030204" pitchFamily="49" charset="0"/>
              </a:rPr>
              <a:t>0</a:t>
            </a:r>
            <a:r>
              <a:rPr lang="en-US" sz="1100" dirty="0">
                <a:solidFill>
                  <a:srgbClr val="DAE3E3"/>
                </a:solidFill>
                <a:latin typeface="Consolas" panose="020B0609020204030204" pitchFamily="49" charset="0"/>
              </a:rPr>
              <a:t>);</a:t>
            </a:r>
          </a:p>
          <a:p>
            <a:pPr>
              <a:buNone/>
            </a:pPr>
            <a:r>
              <a:rPr lang="en-US" sz="1100" dirty="0">
                <a:solidFill>
                  <a:srgbClr val="DAE3E3"/>
                </a:solidFill>
                <a:latin typeface="Consolas" panose="020B0609020204030204" pitchFamily="49" charset="0"/>
              </a:rPr>
              <a:t>    </a:t>
            </a:r>
            <a:r>
              <a:rPr lang="en-US" sz="1100" dirty="0" err="1">
                <a:solidFill>
                  <a:srgbClr val="F39C12"/>
                </a:solidFill>
                <a:latin typeface="Consolas" panose="020B0609020204030204" pitchFamily="49" charset="0"/>
              </a:rPr>
              <a:t>pwmWrite</a:t>
            </a:r>
            <a:r>
              <a:rPr lang="en-US" sz="1100" dirty="0">
                <a:solidFill>
                  <a:srgbClr val="DAE3E3"/>
                </a:solidFill>
                <a:latin typeface="Consolas" panose="020B0609020204030204" pitchFamily="49" charset="0"/>
              </a:rPr>
              <a:t>(PWM_1, ML1);</a:t>
            </a:r>
          </a:p>
          <a:p>
            <a:pPr>
              <a:buNone/>
            </a:pPr>
            <a:r>
              <a:rPr lang="en-US" sz="1100" dirty="0">
                <a:solidFill>
                  <a:srgbClr val="DAE3E3"/>
                </a:solidFill>
                <a:latin typeface="Consolas" panose="020B0609020204030204" pitchFamily="49" charset="0"/>
              </a:rPr>
              <a:t>  } </a:t>
            </a:r>
            <a:r>
              <a:rPr lang="en-US" sz="1100" dirty="0">
                <a:solidFill>
                  <a:srgbClr val="C586C0"/>
                </a:solidFill>
                <a:latin typeface="Consolas" panose="020B0609020204030204" pitchFamily="49" charset="0"/>
              </a:rPr>
              <a:t>else</a:t>
            </a:r>
            <a:r>
              <a:rPr lang="en-US" sz="1100" dirty="0">
                <a:solidFill>
                  <a:srgbClr val="DAE3E3"/>
                </a:solidFill>
                <a:latin typeface="Consolas" panose="020B0609020204030204" pitchFamily="49" charset="0"/>
              </a:rPr>
              <a:t> {</a:t>
            </a:r>
          </a:p>
          <a:p>
            <a:pPr>
              <a:buNone/>
            </a:pPr>
            <a:r>
              <a:rPr lang="en-US" sz="1100" dirty="0">
                <a:solidFill>
                  <a:srgbClr val="DAE3E3"/>
                </a:solidFill>
                <a:latin typeface="Consolas" panose="020B0609020204030204" pitchFamily="49" charset="0"/>
              </a:rPr>
              <a:t>    </a:t>
            </a:r>
            <a:r>
              <a:rPr lang="en-US" sz="1100" dirty="0" err="1">
                <a:solidFill>
                  <a:srgbClr val="F39C12"/>
                </a:solidFill>
                <a:latin typeface="Consolas" panose="020B0609020204030204" pitchFamily="49" charset="0"/>
              </a:rPr>
              <a:t>digitalWrite</a:t>
            </a:r>
            <a:r>
              <a:rPr lang="en-US" sz="1100" dirty="0">
                <a:solidFill>
                  <a:srgbClr val="DAE3E3"/>
                </a:solidFill>
                <a:latin typeface="Consolas" panose="020B0609020204030204" pitchFamily="49" charset="0"/>
              </a:rPr>
              <a:t>(IN_1, </a:t>
            </a:r>
            <a:r>
              <a:rPr lang="en-US" sz="1100" dirty="0">
                <a:solidFill>
                  <a:srgbClr val="7FCBCD"/>
                </a:solidFill>
                <a:latin typeface="Consolas" panose="020B0609020204030204" pitchFamily="49" charset="0"/>
              </a:rPr>
              <a:t>1</a:t>
            </a:r>
            <a:r>
              <a:rPr lang="en-US" sz="1100" dirty="0">
                <a:solidFill>
                  <a:srgbClr val="DAE3E3"/>
                </a:solidFill>
                <a:latin typeface="Consolas" panose="020B0609020204030204" pitchFamily="49" charset="0"/>
              </a:rPr>
              <a:t>);</a:t>
            </a:r>
          </a:p>
          <a:p>
            <a:pPr>
              <a:buNone/>
            </a:pPr>
            <a:r>
              <a:rPr lang="en-US" sz="1100" dirty="0">
                <a:solidFill>
                  <a:srgbClr val="DAE3E3"/>
                </a:solidFill>
                <a:latin typeface="Consolas" panose="020B0609020204030204" pitchFamily="49" charset="0"/>
              </a:rPr>
              <a:t>    </a:t>
            </a:r>
            <a:r>
              <a:rPr lang="en-US" sz="1100" dirty="0" err="1">
                <a:solidFill>
                  <a:srgbClr val="F39C12"/>
                </a:solidFill>
                <a:latin typeface="Consolas" panose="020B0609020204030204" pitchFamily="49" charset="0"/>
              </a:rPr>
              <a:t>pwmWrite</a:t>
            </a:r>
            <a:r>
              <a:rPr lang="en-US" sz="1100" dirty="0">
                <a:solidFill>
                  <a:srgbClr val="DAE3E3"/>
                </a:solidFill>
                <a:latin typeface="Consolas" panose="020B0609020204030204" pitchFamily="49" charset="0"/>
              </a:rPr>
              <a:t>(PWM_1, </a:t>
            </a:r>
            <a:r>
              <a:rPr lang="en-US" sz="1100" dirty="0">
                <a:solidFill>
                  <a:srgbClr val="7FCBCD"/>
                </a:solidFill>
                <a:latin typeface="Consolas" panose="020B0609020204030204" pitchFamily="49" charset="0"/>
              </a:rPr>
              <a:t>65525</a:t>
            </a:r>
            <a:r>
              <a:rPr lang="en-US" sz="1100" dirty="0">
                <a:solidFill>
                  <a:srgbClr val="DAE3E3"/>
                </a:solidFill>
                <a:latin typeface="Consolas" panose="020B0609020204030204" pitchFamily="49" charset="0"/>
              </a:rPr>
              <a:t> + ML1);</a:t>
            </a:r>
          </a:p>
          <a:p>
            <a:pPr>
              <a:buNone/>
            </a:pPr>
            <a:r>
              <a:rPr lang="en-US" sz="1100" dirty="0">
                <a:solidFill>
                  <a:srgbClr val="DAE3E3"/>
                </a:solidFill>
                <a:latin typeface="Consolas" panose="020B0609020204030204" pitchFamily="49" charset="0"/>
              </a:rPr>
              <a:t>  }</a:t>
            </a:r>
          </a:p>
          <a:p>
            <a:pPr>
              <a:buNone/>
            </a:pPr>
            <a:r>
              <a:rPr lang="en-US" sz="1100" dirty="0">
                <a:solidFill>
                  <a:srgbClr val="DAE3E3"/>
                </a:solidFill>
                <a:latin typeface="Consolas" panose="020B0609020204030204" pitchFamily="49" charset="0"/>
              </a:rPr>
              <a:t>  </a:t>
            </a:r>
            <a:r>
              <a:rPr lang="en-US" sz="1100" dirty="0">
                <a:solidFill>
                  <a:srgbClr val="C586C0"/>
                </a:solidFill>
                <a:latin typeface="Consolas" panose="020B0609020204030204" pitchFamily="49" charset="0"/>
              </a:rPr>
              <a:t>if</a:t>
            </a:r>
            <a:r>
              <a:rPr lang="en-US" sz="1100" dirty="0">
                <a:solidFill>
                  <a:srgbClr val="DAE3E3"/>
                </a:solidFill>
                <a:latin typeface="Consolas" panose="020B0609020204030204" pitchFamily="49" charset="0"/>
              </a:rPr>
              <a:t> (ML2 &gt; </a:t>
            </a:r>
            <a:r>
              <a:rPr lang="en-US" sz="1100" dirty="0">
                <a:solidFill>
                  <a:srgbClr val="7FCBCD"/>
                </a:solidFill>
                <a:latin typeface="Consolas" panose="020B0609020204030204" pitchFamily="49" charset="0"/>
              </a:rPr>
              <a:t>0</a:t>
            </a:r>
            <a:r>
              <a:rPr lang="en-US" sz="1100" dirty="0">
                <a:solidFill>
                  <a:srgbClr val="DAE3E3"/>
                </a:solidFill>
                <a:latin typeface="Consolas" panose="020B0609020204030204" pitchFamily="49" charset="0"/>
              </a:rPr>
              <a:t>) {</a:t>
            </a:r>
          </a:p>
          <a:p>
            <a:pPr>
              <a:buNone/>
            </a:pPr>
            <a:r>
              <a:rPr lang="en-US" sz="1100" dirty="0">
                <a:solidFill>
                  <a:srgbClr val="DAE3E3"/>
                </a:solidFill>
                <a:latin typeface="Consolas" panose="020B0609020204030204" pitchFamily="49" charset="0"/>
              </a:rPr>
              <a:t>    </a:t>
            </a:r>
            <a:r>
              <a:rPr lang="en-US" sz="1100" dirty="0" err="1">
                <a:solidFill>
                  <a:srgbClr val="F39C12"/>
                </a:solidFill>
                <a:latin typeface="Consolas" panose="020B0609020204030204" pitchFamily="49" charset="0"/>
              </a:rPr>
              <a:t>digitalWrite</a:t>
            </a:r>
            <a:r>
              <a:rPr lang="en-US" sz="1100" dirty="0">
                <a:solidFill>
                  <a:srgbClr val="DAE3E3"/>
                </a:solidFill>
                <a:latin typeface="Consolas" panose="020B0609020204030204" pitchFamily="49" charset="0"/>
              </a:rPr>
              <a:t>(IN_2, </a:t>
            </a:r>
            <a:r>
              <a:rPr lang="en-US" sz="1100" dirty="0">
                <a:solidFill>
                  <a:srgbClr val="7FCBCD"/>
                </a:solidFill>
                <a:latin typeface="Consolas" panose="020B0609020204030204" pitchFamily="49" charset="0"/>
              </a:rPr>
              <a:t>0</a:t>
            </a:r>
            <a:r>
              <a:rPr lang="en-US" sz="1100" dirty="0">
                <a:solidFill>
                  <a:srgbClr val="DAE3E3"/>
                </a:solidFill>
                <a:latin typeface="Consolas" panose="020B0609020204030204" pitchFamily="49" charset="0"/>
              </a:rPr>
              <a:t>);</a:t>
            </a:r>
          </a:p>
          <a:p>
            <a:pPr>
              <a:buNone/>
            </a:pPr>
            <a:r>
              <a:rPr lang="en-US" sz="1100" dirty="0">
                <a:solidFill>
                  <a:srgbClr val="DAE3E3"/>
                </a:solidFill>
                <a:latin typeface="Consolas" panose="020B0609020204030204" pitchFamily="49" charset="0"/>
              </a:rPr>
              <a:t>    </a:t>
            </a:r>
            <a:r>
              <a:rPr lang="en-US" sz="1100" dirty="0" err="1">
                <a:solidFill>
                  <a:srgbClr val="F39C12"/>
                </a:solidFill>
                <a:latin typeface="Consolas" panose="020B0609020204030204" pitchFamily="49" charset="0"/>
              </a:rPr>
              <a:t>pwmWrite</a:t>
            </a:r>
            <a:r>
              <a:rPr lang="en-US" sz="1100" dirty="0">
                <a:solidFill>
                  <a:srgbClr val="DAE3E3"/>
                </a:solidFill>
                <a:latin typeface="Consolas" panose="020B0609020204030204" pitchFamily="49" charset="0"/>
              </a:rPr>
              <a:t>(PWM_2, ML2);</a:t>
            </a:r>
          </a:p>
          <a:p>
            <a:pPr>
              <a:buNone/>
            </a:pPr>
            <a:r>
              <a:rPr lang="en-US" sz="1100" dirty="0">
                <a:solidFill>
                  <a:srgbClr val="DAE3E3"/>
                </a:solidFill>
                <a:latin typeface="Consolas" panose="020B0609020204030204" pitchFamily="49" charset="0"/>
              </a:rPr>
              <a:t>  } </a:t>
            </a:r>
            <a:r>
              <a:rPr lang="en-US" sz="1100" dirty="0">
                <a:solidFill>
                  <a:srgbClr val="C586C0"/>
                </a:solidFill>
                <a:latin typeface="Consolas" panose="020B0609020204030204" pitchFamily="49" charset="0"/>
              </a:rPr>
              <a:t>else</a:t>
            </a:r>
            <a:r>
              <a:rPr lang="en-US" sz="1100" dirty="0">
                <a:solidFill>
                  <a:srgbClr val="DAE3E3"/>
                </a:solidFill>
                <a:latin typeface="Consolas" panose="020B0609020204030204" pitchFamily="49" charset="0"/>
              </a:rPr>
              <a:t> {</a:t>
            </a:r>
          </a:p>
          <a:p>
            <a:pPr>
              <a:buNone/>
            </a:pPr>
            <a:r>
              <a:rPr lang="en-US" sz="1100" dirty="0">
                <a:solidFill>
                  <a:srgbClr val="DAE3E3"/>
                </a:solidFill>
                <a:latin typeface="Consolas" panose="020B0609020204030204" pitchFamily="49" charset="0"/>
              </a:rPr>
              <a:t>    </a:t>
            </a:r>
            <a:r>
              <a:rPr lang="en-US" sz="1100" dirty="0" err="1">
                <a:solidFill>
                  <a:srgbClr val="F39C12"/>
                </a:solidFill>
                <a:latin typeface="Consolas" panose="020B0609020204030204" pitchFamily="49" charset="0"/>
              </a:rPr>
              <a:t>digitalWrite</a:t>
            </a:r>
            <a:r>
              <a:rPr lang="en-US" sz="1100" dirty="0">
                <a:solidFill>
                  <a:srgbClr val="DAE3E3"/>
                </a:solidFill>
                <a:latin typeface="Consolas" panose="020B0609020204030204" pitchFamily="49" charset="0"/>
              </a:rPr>
              <a:t>(IN_2, </a:t>
            </a:r>
            <a:r>
              <a:rPr lang="en-US" sz="1100" dirty="0">
                <a:solidFill>
                  <a:srgbClr val="7FCBCD"/>
                </a:solidFill>
                <a:latin typeface="Consolas" panose="020B0609020204030204" pitchFamily="49" charset="0"/>
              </a:rPr>
              <a:t>1</a:t>
            </a:r>
            <a:r>
              <a:rPr lang="en-US" sz="1100" dirty="0">
                <a:solidFill>
                  <a:srgbClr val="DAE3E3"/>
                </a:solidFill>
                <a:latin typeface="Consolas" panose="020B0609020204030204" pitchFamily="49" charset="0"/>
              </a:rPr>
              <a:t>);</a:t>
            </a:r>
          </a:p>
          <a:p>
            <a:pPr>
              <a:buNone/>
            </a:pPr>
            <a:r>
              <a:rPr lang="en-US" sz="1100" dirty="0">
                <a:solidFill>
                  <a:srgbClr val="DAE3E3"/>
                </a:solidFill>
                <a:latin typeface="Consolas" panose="020B0609020204030204" pitchFamily="49" charset="0"/>
              </a:rPr>
              <a:t>    </a:t>
            </a:r>
            <a:r>
              <a:rPr lang="en-US" sz="1100" dirty="0" err="1">
                <a:solidFill>
                  <a:srgbClr val="F39C12"/>
                </a:solidFill>
                <a:latin typeface="Consolas" panose="020B0609020204030204" pitchFamily="49" charset="0"/>
              </a:rPr>
              <a:t>pwmWrite</a:t>
            </a:r>
            <a:r>
              <a:rPr lang="en-US" sz="1100" dirty="0">
                <a:solidFill>
                  <a:srgbClr val="DAE3E3"/>
                </a:solidFill>
                <a:latin typeface="Consolas" panose="020B0609020204030204" pitchFamily="49" charset="0"/>
              </a:rPr>
              <a:t>(PWM_2, </a:t>
            </a:r>
            <a:r>
              <a:rPr lang="en-US" sz="1100" dirty="0">
                <a:solidFill>
                  <a:srgbClr val="7FCBCD"/>
                </a:solidFill>
                <a:latin typeface="Consolas" panose="020B0609020204030204" pitchFamily="49" charset="0"/>
              </a:rPr>
              <a:t>65525</a:t>
            </a:r>
            <a:r>
              <a:rPr lang="en-US" sz="1100" dirty="0">
                <a:solidFill>
                  <a:srgbClr val="DAE3E3"/>
                </a:solidFill>
                <a:latin typeface="Consolas" panose="020B0609020204030204" pitchFamily="49" charset="0"/>
              </a:rPr>
              <a:t> + ML2);</a:t>
            </a:r>
          </a:p>
          <a:p>
            <a:pPr>
              <a:buNone/>
            </a:pPr>
            <a:r>
              <a:rPr lang="en-US" sz="1100" dirty="0">
                <a:solidFill>
                  <a:srgbClr val="DAE3E3"/>
                </a:solidFill>
                <a:latin typeface="Consolas" panose="020B0609020204030204" pitchFamily="49" charset="0"/>
              </a:rPr>
              <a:t>  }</a:t>
            </a:r>
          </a:p>
          <a:p>
            <a:pPr>
              <a:buNone/>
            </a:pPr>
            <a:r>
              <a:rPr lang="en-US" sz="1100" dirty="0">
                <a:solidFill>
                  <a:srgbClr val="DAE3E3"/>
                </a:solidFill>
                <a:latin typeface="Consolas" panose="020B0609020204030204" pitchFamily="49" charset="0"/>
              </a:rPr>
              <a:t>  </a:t>
            </a:r>
            <a:r>
              <a:rPr lang="en-US" sz="1100" dirty="0">
                <a:solidFill>
                  <a:srgbClr val="C586C0"/>
                </a:solidFill>
                <a:latin typeface="Consolas" panose="020B0609020204030204" pitchFamily="49" charset="0"/>
              </a:rPr>
              <a:t>if</a:t>
            </a:r>
            <a:r>
              <a:rPr lang="en-US" sz="1100" dirty="0">
                <a:solidFill>
                  <a:srgbClr val="DAE3E3"/>
                </a:solidFill>
                <a:latin typeface="Consolas" panose="020B0609020204030204" pitchFamily="49" charset="0"/>
              </a:rPr>
              <a:t> (MR2 &gt; </a:t>
            </a:r>
            <a:r>
              <a:rPr lang="en-US" sz="1100" dirty="0">
                <a:solidFill>
                  <a:srgbClr val="7FCBCD"/>
                </a:solidFill>
                <a:latin typeface="Consolas" panose="020B0609020204030204" pitchFamily="49" charset="0"/>
              </a:rPr>
              <a:t>0</a:t>
            </a:r>
            <a:r>
              <a:rPr lang="en-US" sz="1100" dirty="0">
                <a:solidFill>
                  <a:srgbClr val="DAE3E3"/>
                </a:solidFill>
                <a:latin typeface="Consolas" panose="020B0609020204030204" pitchFamily="49" charset="0"/>
              </a:rPr>
              <a:t>) {</a:t>
            </a:r>
          </a:p>
          <a:p>
            <a:pPr>
              <a:buNone/>
            </a:pPr>
            <a:r>
              <a:rPr lang="en-US" sz="1100" dirty="0">
                <a:solidFill>
                  <a:srgbClr val="DAE3E3"/>
                </a:solidFill>
                <a:latin typeface="Consolas" panose="020B0609020204030204" pitchFamily="49" charset="0"/>
              </a:rPr>
              <a:t>    </a:t>
            </a:r>
            <a:r>
              <a:rPr lang="en-US" sz="1100" dirty="0" err="1">
                <a:solidFill>
                  <a:srgbClr val="F39C12"/>
                </a:solidFill>
                <a:latin typeface="Consolas" panose="020B0609020204030204" pitchFamily="49" charset="0"/>
              </a:rPr>
              <a:t>digitalWrite</a:t>
            </a:r>
            <a:r>
              <a:rPr lang="en-US" sz="1100" dirty="0">
                <a:solidFill>
                  <a:srgbClr val="DAE3E3"/>
                </a:solidFill>
                <a:latin typeface="Consolas" panose="020B0609020204030204" pitchFamily="49" charset="0"/>
              </a:rPr>
              <a:t>(IN_3, </a:t>
            </a:r>
            <a:r>
              <a:rPr lang="en-US" sz="1100" dirty="0">
                <a:solidFill>
                  <a:srgbClr val="7FCBCD"/>
                </a:solidFill>
                <a:latin typeface="Consolas" panose="020B0609020204030204" pitchFamily="49" charset="0"/>
              </a:rPr>
              <a:t>0</a:t>
            </a:r>
            <a:r>
              <a:rPr lang="en-US" sz="1100" dirty="0">
                <a:solidFill>
                  <a:srgbClr val="DAE3E3"/>
                </a:solidFill>
                <a:latin typeface="Consolas" panose="020B0609020204030204" pitchFamily="49" charset="0"/>
              </a:rPr>
              <a:t>);</a:t>
            </a:r>
          </a:p>
          <a:p>
            <a:pPr>
              <a:buNone/>
            </a:pPr>
            <a:r>
              <a:rPr lang="en-US" sz="1100" dirty="0">
                <a:solidFill>
                  <a:srgbClr val="DAE3E3"/>
                </a:solidFill>
                <a:latin typeface="Consolas" panose="020B0609020204030204" pitchFamily="49" charset="0"/>
              </a:rPr>
              <a:t>    </a:t>
            </a:r>
            <a:r>
              <a:rPr lang="en-US" sz="1100" dirty="0" err="1">
                <a:solidFill>
                  <a:srgbClr val="F39C12"/>
                </a:solidFill>
                <a:latin typeface="Consolas" panose="020B0609020204030204" pitchFamily="49" charset="0"/>
              </a:rPr>
              <a:t>pwmWrite</a:t>
            </a:r>
            <a:r>
              <a:rPr lang="en-US" sz="1100" dirty="0">
                <a:solidFill>
                  <a:srgbClr val="DAE3E3"/>
                </a:solidFill>
                <a:latin typeface="Consolas" panose="020B0609020204030204" pitchFamily="49" charset="0"/>
              </a:rPr>
              <a:t>(PWM_3, MR2);</a:t>
            </a:r>
          </a:p>
          <a:p>
            <a:pPr>
              <a:buNone/>
            </a:pPr>
            <a:r>
              <a:rPr lang="en-US" sz="1100" dirty="0">
                <a:solidFill>
                  <a:srgbClr val="DAE3E3"/>
                </a:solidFill>
                <a:latin typeface="Consolas" panose="020B0609020204030204" pitchFamily="49" charset="0"/>
              </a:rPr>
              <a:t>  } </a:t>
            </a:r>
            <a:r>
              <a:rPr lang="en-US" sz="1100" dirty="0">
                <a:solidFill>
                  <a:srgbClr val="C586C0"/>
                </a:solidFill>
                <a:latin typeface="Consolas" panose="020B0609020204030204" pitchFamily="49" charset="0"/>
              </a:rPr>
              <a:t>else</a:t>
            </a:r>
            <a:r>
              <a:rPr lang="en-US" sz="1100" dirty="0">
                <a:solidFill>
                  <a:srgbClr val="DAE3E3"/>
                </a:solidFill>
                <a:latin typeface="Consolas" panose="020B0609020204030204" pitchFamily="49" charset="0"/>
              </a:rPr>
              <a:t> {</a:t>
            </a:r>
          </a:p>
          <a:p>
            <a:pPr>
              <a:buNone/>
            </a:pPr>
            <a:r>
              <a:rPr lang="en-US" sz="1100" dirty="0">
                <a:solidFill>
                  <a:srgbClr val="DAE3E3"/>
                </a:solidFill>
                <a:latin typeface="Consolas" panose="020B0609020204030204" pitchFamily="49" charset="0"/>
              </a:rPr>
              <a:t>    </a:t>
            </a:r>
            <a:r>
              <a:rPr lang="en-US" sz="1100" dirty="0" err="1">
                <a:solidFill>
                  <a:srgbClr val="F39C12"/>
                </a:solidFill>
                <a:latin typeface="Consolas" panose="020B0609020204030204" pitchFamily="49" charset="0"/>
              </a:rPr>
              <a:t>digitalWrite</a:t>
            </a:r>
            <a:r>
              <a:rPr lang="en-US" sz="1100" dirty="0">
                <a:solidFill>
                  <a:srgbClr val="DAE3E3"/>
                </a:solidFill>
                <a:latin typeface="Consolas" panose="020B0609020204030204" pitchFamily="49" charset="0"/>
              </a:rPr>
              <a:t>(IN_3, </a:t>
            </a:r>
            <a:r>
              <a:rPr lang="en-US" sz="1100" dirty="0">
                <a:solidFill>
                  <a:srgbClr val="7FCBCD"/>
                </a:solidFill>
                <a:latin typeface="Consolas" panose="020B0609020204030204" pitchFamily="49" charset="0"/>
              </a:rPr>
              <a:t>1</a:t>
            </a:r>
            <a:r>
              <a:rPr lang="en-US" sz="1100" dirty="0">
                <a:solidFill>
                  <a:srgbClr val="DAE3E3"/>
                </a:solidFill>
                <a:latin typeface="Consolas" panose="020B0609020204030204" pitchFamily="49" charset="0"/>
              </a:rPr>
              <a:t>);</a:t>
            </a:r>
          </a:p>
          <a:p>
            <a:pPr>
              <a:buNone/>
            </a:pPr>
            <a:r>
              <a:rPr lang="en-US" sz="1100" dirty="0">
                <a:solidFill>
                  <a:srgbClr val="DAE3E3"/>
                </a:solidFill>
                <a:latin typeface="Consolas" panose="020B0609020204030204" pitchFamily="49" charset="0"/>
              </a:rPr>
              <a:t>    </a:t>
            </a:r>
            <a:r>
              <a:rPr lang="en-US" sz="1100" dirty="0" err="1">
                <a:solidFill>
                  <a:srgbClr val="F39C12"/>
                </a:solidFill>
                <a:latin typeface="Consolas" panose="020B0609020204030204" pitchFamily="49" charset="0"/>
              </a:rPr>
              <a:t>pwmWrite</a:t>
            </a:r>
            <a:r>
              <a:rPr lang="en-US" sz="1100" dirty="0">
                <a:solidFill>
                  <a:srgbClr val="DAE3E3"/>
                </a:solidFill>
                <a:latin typeface="Consolas" panose="020B0609020204030204" pitchFamily="49" charset="0"/>
              </a:rPr>
              <a:t>(PWM_3, </a:t>
            </a:r>
            <a:r>
              <a:rPr lang="en-US" sz="1100" dirty="0">
                <a:solidFill>
                  <a:srgbClr val="7FCBCD"/>
                </a:solidFill>
                <a:latin typeface="Consolas" panose="020B0609020204030204" pitchFamily="49" charset="0"/>
              </a:rPr>
              <a:t>65525</a:t>
            </a:r>
            <a:r>
              <a:rPr lang="en-US" sz="1100" dirty="0">
                <a:solidFill>
                  <a:srgbClr val="DAE3E3"/>
                </a:solidFill>
                <a:latin typeface="Consolas" panose="020B0609020204030204" pitchFamily="49" charset="0"/>
              </a:rPr>
              <a:t> + MR2);</a:t>
            </a:r>
          </a:p>
          <a:p>
            <a:pPr>
              <a:buNone/>
            </a:pPr>
            <a:r>
              <a:rPr lang="en-US" sz="1100" dirty="0">
                <a:solidFill>
                  <a:srgbClr val="DAE3E3"/>
                </a:solidFill>
                <a:latin typeface="Consolas" panose="020B0609020204030204" pitchFamily="49" charset="0"/>
              </a:rPr>
              <a:t>  }</a:t>
            </a:r>
          </a:p>
          <a:p>
            <a:pPr>
              <a:buNone/>
            </a:pPr>
            <a:r>
              <a:rPr lang="en-US" sz="1100" dirty="0">
                <a:solidFill>
                  <a:srgbClr val="DAE3E3"/>
                </a:solidFill>
                <a:latin typeface="Consolas" panose="020B0609020204030204" pitchFamily="49" charset="0"/>
              </a:rPr>
              <a:t>  </a:t>
            </a:r>
            <a:r>
              <a:rPr lang="en-US" sz="1100" dirty="0">
                <a:solidFill>
                  <a:srgbClr val="C586C0"/>
                </a:solidFill>
                <a:latin typeface="Consolas" panose="020B0609020204030204" pitchFamily="49" charset="0"/>
              </a:rPr>
              <a:t>if</a:t>
            </a:r>
            <a:r>
              <a:rPr lang="en-US" sz="1100" dirty="0">
                <a:solidFill>
                  <a:srgbClr val="DAE3E3"/>
                </a:solidFill>
                <a:latin typeface="Consolas" panose="020B0609020204030204" pitchFamily="49" charset="0"/>
              </a:rPr>
              <a:t> (MR1 &gt; </a:t>
            </a:r>
            <a:r>
              <a:rPr lang="en-US" sz="1100" dirty="0">
                <a:solidFill>
                  <a:srgbClr val="7FCBCD"/>
                </a:solidFill>
                <a:latin typeface="Consolas" panose="020B0609020204030204" pitchFamily="49" charset="0"/>
              </a:rPr>
              <a:t>0</a:t>
            </a:r>
            <a:r>
              <a:rPr lang="en-US" sz="1100" dirty="0">
                <a:solidFill>
                  <a:srgbClr val="DAE3E3"/>
                </a:solidFill>
                <a:latin typeface="Consolas" panose="020B0609020204030204" pitchFamily="49" charset="0"/>
              </a:rPr>
              <a:t>) {</a:t>
            </a:r>
          </a:p>
          <a:p>
            <a:pPr>
              <a:buNone/>
            </a:pPr>
            <a:r>
              <a:rPr lang="en-US" sz="1100" dirty="0">
                <a:solidFill>
                  <a:srgbClr val="DAE3E3"/>
                </a:solidFill>
                <a:latin typeface="Consolas" panose="020B0609020204030204" pitchFamily="49" charset="0"/>
              </a:rPr>
              <a:t>    </a:t>
            </a:r>
            <a:r>
              <a:rPr lang="en-US" sz="1100" dirty="0" err="1">
                <a:solidFill>
                  <a:srgbClr val="F39C12"/>
                </a:solidFill>
                <a:latin typeface="Consolas" panose="020B0609020204030204" pitchFamily="49" charset="0"/>
              </a:rPr>
              <a:t>digitalWrite</a:t>
            </a:r>
            <a:r>
              <a:rPr lang="en-US" sz="1100" dirty="0">
                <a:solidFill>
                  <a:srgbClr val="DAE3E3"/>
                </a:solidFill>
                <a:latin typeface="Consolas" panose="020B0609020204030204" pitchFamily="49" charset="0"/>
              </a:rPr>
              <a:t>(IN_4, </a:t>
            </a:r>
            <a:r>
              <a:rPr lang="en-US" sz="1100" dirty="0">
                <a:solidFill>
                  <a:srgbClr val="7FCBCD"/>
                </a:solidFill>
                <a:latin typeface="Consolas" panose="020B0609020204030204" pitchFamily="49" charset="0"/>
              </a:rPr>
              <a:t>0</a:t>
            </a:r>
            <a:r>
              <a:rPr lang="en-US" sz="1100" dirty="0">
                <a:solidFill>
                  <a:srgbClr val="DAE3E3"/>
                </a:solidFill>
                <a:latin typeface="Consolas" panose="020B0609020204030204" pitchFamily="49" charset="0"/>
              </a:rPr>
              <a:t>);</a:t>
            </a:r>
          </a:p>
          <a:p>
            <a:pPr>
              <a:buNone/>
            </a:pPr>
            <a:r>
              <a:rPr lang="en-US" sz="1100" dirty="0">
                <a:solidFill>
                  <a:srgbClr val="DAE3E3"/>
                </a:solidFill>
                <a:latin typeface="Consolas" panose="020B0609020204030204" pitchFamily="49" charset="0"/>
              </a:rPr>
              <a:t>    </a:t>
            </a:r>
            <a:r>
              <a:rPr lang="en-US" sz="1100" dirty="0" err="1">
                <a:solidFill>
                  <a:srgbClr val="F39C12"/>
                </a:solidFill>
                <a:latin typeface="Consolas" panose="020B0609020204030204" pitchFamily="49" charset="0"/>
              </a:rPr>
              <a:t>pwmWrite</a:t>
            </a:r>
            <a:r>
              <a:rPr lang="en-US" sz="1100" dirty="0">
                <a:solidFill>
                  <a:srgbClr val="DAE3E3"/>
                </a:solidFill>
                <a:latin typeface="Consolas" panose="020B0609020204030204" pitchFamily="49" charset="0"/>
              </a:rPr>
              <a:t>(PWM_4, MR1);</a:t>
            </a:r>
          </a:p>
          <a:p>
            <a:pPr>
              <a:buNone/>
            </a:pPr>
            <a:r>
              <a:rPr lang="en-US" sz="1100" dirty="0">
                <a:solidFill>
                  <a:srgbClr val="DAE3E3"/>
                </a:solidFill>
                <a:latin typeface="Consolas" panose="020B0609020204030204" pitchFamily="49" charset="0"/>
              </a:rPr>
              <a:t>  } </a:t>
            </a:r>
            <a:r>
              <a:rPr lang="en-US" sz="1100" dirty="0">
                <a:solidFill>
                  <a:srgbClr val="C586C0"/>
                </a:solidFill>
                <a:latin typeface="Consolas" panose="020B0609020204030204" pitchFamily="49" charset="0"/>
              </a:rPr>
              <a:t>else</a:t>
            </a:r>
            <a:r>
              <a:rPr lang="en-US" sz="1100" dirty="0">
                <a:solidFill>
                  <a:srgbClr val="DAE3E3"/>
                </a:solidFill>
                <a:latin typeface="Consolas" panose="020B0609020204030204" pitchFamily="49" charset="0"/>
              </a:rPr>
              <a:t> {</a:t>
            </a:r>
          </a:p>
          <a:p>
            <a:pPr>
              <a:buNone/>
            </a:pPr>
            <a:r>
              <a:rPr lang="en-US" sz="1100" dirty="0">
                <a:solidFill>
                  <a:srgbClr val="DAE3E3"/>
                </a:solidFill>
                <a:latin typeface="Consolas" panose="020B0609020204030204" pitchFamily="49" charset="0"/>
              </a:rPr>
              <a:t>    </a:t>
            </a:r>
            <a:r>
              <a:rPr lang="en-US" sz="1100" dirty="0" err="1">
                <a:solidFill>
                  <a:srgbClr val="F39C12"/>
                </a:solidFill>
                <a:latin typeface="Consolas" panose="020B0609020204030204" pitchFamily="49" charset="0"/>
              </a:rPr>
              <a:t>digitalWrite</a:t>
            </a:r>
            <a:r>
              <a:rPr lang="en-US" sz="1100" dirty="0">
                <a:solidFill>
                  <a:srgbClr val="DAE3E3"/>
                </a:solidFill>
                <a:latin typeface="Consolas" panose="020B0609020204030204" pitchFamily="49" charset="0"/>
              </a:rPr>
              <a:t>(IN_4, </a:t>
            </a:r>
            <a:r>
              <a:rPr lang="en-US" sz="1100" dirty="0">
                <a:solidFill>
                  <a:srgbClr val="7FCBCD"/>
                </a:solidFill>
                <a:latin typeface="Consolas" panose="020B0609020204030204" pitchFamily="49" charset="0"/>
              </a:rPr>
              <a:t>1</a:t>
            </a:r>
            <a:r>
              <a:rPr lang="en-US" sz="1100" dirty="0">
                <a:solidFill>
                  <a:srgbClr val="DAE3E3"/>
                </a:solidFill>
                <a:latin typeface="Consolas" panose="020B0609020204030204" pitchFamily="49" charset="0"/>
              </a:rPr>
              <a:t>);</a:t>
            </a:r>
          </a:p>
          <a:p>
            <a:pPr>
              <a:buNone/>
            </a:pPr>
            <a:r>
              <a:rPr lang="en-US" sz="1100" dirty="0">
                <a:solidFill>
                  <a:srgbClr val="DAE3E3"/>
                </a:solidFill>
                <a:latin typeface="Consolas" panose="020B0609020204030204" pitchFamily="49" charset="0"/>
              </a:rPr>
              <a:t>    </a:t>
            </a:r>
            <a:r>
              <a:rPr lang="en-US" sz="1100" dirty="0" err="1">
                <a:solidFill>
                  <a:srgbClr val="F39C12"/>
                </a:solidFill>
                <a:latin typeface="Consolas" panose="020B0609020204030204" pitchFamily="49" charset="0"/>
              </a:rPr>
              <a:t>pwmWrite</a:t>
            </a:r>
            <a:r>
              <a:rPr lang="en-US" sz="1100" dirty="0">
                <a:solidFill>
                  <a:srgbClr val="DAE3E3"/>
                </a:solidFill>
                <a:latin typeface="Consolas" panose="020B0609020204030204" pitchFamily="49" charset="0"/>
              </a:rPr>
              <a:t>(PWM_4, </a:t>
            </a:r>
            <a:r>
              <a:rPr lang="en-US" sz="1100" dirty="0">
                <a:solidFill>
                  <a:srgbClr val="7FCBCD"/>
                </a:solidFill>
                <a:latin typeface="Consolas" panose="020B0609020204030204" pitchFamily="49" charset="0"/>
              </a:rPr>
              <a:t>65525</a:t>
            </a:r>
            <a:r>
              <a:rPr lang="en-US" sz="1100" dirty="0">
                <a:solidFill>
                  <a:srgbClr val="DAE3E3"/>
                </a:solidFill>
                <a:latin typeface="Consolas" panose="020B0609020204030204" pitchFamily="49" charset="0"/>
              </a:rPr>
              <a:t> + MR1);</a:t>
            </a:r>
          </a:p>
          <a:p>
            <a:pPr>
              <a:buNone/>
            </a:pPr>
            <a:r>
              <a:rPr lang="en-US" sz="1100" dirty="0">
                <a:solidFill>
                  <a:srgbClr val="DAE3E3"/>
                </a:solidFill>
                <a:latin typeface="Consolas" panose="020B0609020204030204" pitchFamily="49" charset="0"/>
              </a:rPr>
              <a:t>  }</a:t>
            </a:r>
          </a:p>
          <a:p>
            <a:pPr>
              <a:buNone/>
            </a:pPr>
            <a:r>
              <a:rPr lang="en-US" sz="1100" dirty="0">
                <a:solidFill>
                  <a:srgbClr val="DAE3E3"/>
                </a:solidFill>
                <a:latin typeface="Consolas" panose="020B0609020204030204" pitchFamily="49" charset="0"/>
              </a:rPr>
              <a:t>}</a:t>
            </a:r>
          </a:p>
          <a:p>
            <a:pPr>
              <a:buNone/>
            </a:pPr>
            <a:endParaRPr lang="en-US" sz="1100" b="0" dirty="0">
              <a:solidFill>
                <a:srgbClr val="DAE3E3"/>
              </a:solidFill>
              <a:effectLst/>
              <a:latin typeface="Consolas" panose="020B0609020204030204" pitchFamily="49" charset="0"/>
            </a:endParaRPr>
          </a:p>
        </p:txBody>
      </p:sp>
      <p:sp>
        <p:nvSpPr>
          <p:cNvPr id="17" name="TextBox 16">
            <a:extLst>
              <a:ext uri="{FF2B5EF4-FFF2-40B4-BE49-F238E27FC236}">
                <a16:creationId xmlns:a16="http://schemas.microsoft.com/office/drawing/2014/main" id="{BDC61068-1DD2-60C6-B1C9-1EC73FE7C77D}"/>
              </a:ext>
            </a:extLst>
          </p:cNvPr>
          <p:cNvSpPr txBox="1"/>
          <p:nvPr/>
        </p:nvSpPr>
        <p:spPr>
          <a:xfrm>
            <a:off x="6584950" y="1252234"/>
            <a:ext cx="4654316" cy="1719702"/>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تابع موتور یک دستور برای مشخص کردن سرعت هریک از موتورهاست. در ادامه تغییراتی در این تابع خواهیم داد تا حرکت ربات بدون چرخش باشد و همیشه جهت آن به سمت جلو باشد.</a:t>
            </a:r>
            <a:endParaRPr lang="en-US" dirty="0">
              <a:latin typeface="IRANSans" panose="02040503050201020203" pitchFamily="18" charset="-78"/>
              <a:cs typeface="IRANSans" panose="02040503050201020203" pitchFamily="18" charset="-78"/>
            </a:endParaRPr>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702BE5E9-2110-1BA6-2B4B-50977C0E6C10}"/>
                  </a:ext>
                </a:extLst>
              </p14:cNvPr>
              <p14:cNvContentPartPr/>
              <p14:nvPr/>
            </p14:nvContentPartPr>
            <p14:xfrm>
              <a:off x="7601571" y="3568800"/>
              <a:ext cx="2790360" cy="2401920"/>
            </p14:xfrm>
          </p:contentPart>
        </mc:Choice>
        <mc:Fallback xmlns="">
          <p:pic>
            <p:nvPicPr>
              <p:cNvPr id="8" name="Ink 7">
                <a:extLst>
                  <a:ext uri="{FF2B5EF4-FFF2-40B4-BE49-F238E27FC236}">
                    <a16:creationId xmlns:a16="http://schemas.microsoft.com/office/drawing/2014/main" id="{702BE5E9-2110-1BA6-2B4B-50977C0E6C10}"/>
                  </a:ext>
                </a:extLst>
              </p:cNvPr>
              <p:cNvPicPr/>
              <p:nvPr/>
            </p:nvPicPr>
            <p:blipFill>
              <a:blip r:embed="rId3"/>
              <a:stretch>
                <a:fillRect/>
              </a:stretch>
            </p:blipFill>
            <p:spPr>
              <a:xfrm>
                <a:off x="7583571" y="3551160"/>
                <a:ext cx="2826000" cy="2437560"/>
              </a:xfrm>
              <a:prstGeom prst="rect">
                <a:avLst/>
              </a:prstGeom>
            </p:spPr>
          </p:pic>
        </mc:Fallback>
      </mc:AlternateContent>
      <p:grpSp>
        <p:nvGrpSpPr>
          <p:cNvPr id="13" name="Group 12">
            <a:extLst>
              <a:ext uri="{FF2B5EF4-FFF2-40B4-BE49-F238E27FC236}">
                <a16:creationId xmlns:a16="http://schemas.microsoft.com/office/drawing/2014/main" id="{4138A4A8-7A85-3C3A-745A-ADF2F812C63A}"/>
              </a:ext>
            </a:extLst>
          </p:cNvPr>
          <p:cNvGrpSpPr/>
          <p:nvPr/>
        </p:nvGrpSpPr>
        <p:grpSpPr>
          <a:xfrm>
            <a:off x="7654491" y="4070640"/>
            <a:ext cx="2535120" cy="1721880"/>
            <a:chOff x="7654491" y="4070640"/>
            <a:chExt cx="2535120" cy="1721880"/>
          </a:xfrm>
        </p:grpSpPr>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200C6D98-50F5-75B2-86CD-1D9C2EB8BFCF}"/>
                    </a:ext>
                  </a:extLst>
                </p14:cNvPr>
                <p14:cNvContentPartPr/>
                <p14:nvPr/>
              </p14:nvContentPartPr>
              <p14:xfrm>
                <a:off x="7654491" y="4278000"/>
                <a:ext cx="790920" cy="747720"/>
              </p14:xfrm>
            </p:contentPart>
          </mc:Choice>
          <mc:Fallback xmlns="">
            <p:pic>
              <p:nvPicPr>
                <p:cNvPr id="9" name="Ink 8">
                  <a:extLst>
                    <a:ext uri="{FF2B5EF4-FFF2-40B4-BE49-F238E27FC236}">
                      <a16:creationId xmlns:a16="http://schemas.microsoft.com/office/drawing/2014/main" id="{200C6D98-50F5-75B2-86CD-1D9C2EB8BFCF}"/>
                    </a:ext>
                  </a:extLst>
                </p:cNvPr>
                <p:cNvPicPr/>
                <p:nvPr/>
              </p:nvPicPr>
              <p:blipFill>
                <a:blip r:embed="rId5"/>
                <a:stretch>
                  <a:fillRect/>
                </a:stretch>
              </p:blipFill>
              <p:spPr>
                <a:xfrm>
                  <a:off x="7645491" y="4269000"/>
                  <a:ext cx="808560" cy="76536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0" name="Ink 9">
                  <a:extLst>
                    <a:ext uri="{FF2B5EF4-FFF2-40B4-BE49-F238E27FC236}">
                      <a16:creationId xmlns:a16="http://schemas.microsoft.com/office/drawing/2014/main" id="{E77DAF3A-5B19-FECD-1D2A-61982F8677DD}"/>
                    </a:ext>
                  </a:extLst>
                </p14:cNvPr>
                <p14:cNvContentPartPr/>
                <p14:nvPr/>
              </p14:nvContentPartPr>
              <p14:xfrm>
                <a:off x="7763931" y="5175120"/>
                <a:ext cx="748800" cy="617400"/>
              </p14:xfrm>
            </p:contentPart>
          </mc:Choice>
          <mc:Fallback xmlns="">
            <p:pic>
              <p:nvPicPr>
                <p:cNvPr id="10" name="Ink 9">
                  <a:extLst>
                    <a:ext uri="{FF2B5EF4-FFF2-40B4-BE49-F238E27FC236}">
                      <a16:creationId xmlns:a16="http://schemas.microsoft.com/office/drawing/2014/main" id="{E77DAF3A-5B19-FECD-1D2A-61982F8677DD}"/>
                    </a:ext>
                  </a:extLst>
                </p:cNvPr>
                <p:cNvPicPr/>
                <p:nvPr/>
              </p:nvPicPr>
              <p:blipFill>
                <a:blip r:embed="rId7"/>
                <a:stretch>
                  <a:fillRect/>
                </a:stretch>
              </p:blipFill>
              <p:spPr>
                <a:xfrm>
                  <a:off x="7754931" y="5166120"/>
                  <a:ext cx="766440" cy="6350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 name="Ink 10">
                  <a:extLst>
                    <a:ext uri="{FF2B5EF4-FFF2-40B4-BE49-F238E27FC236}">
                      <a16:creationId xmlns:a16="http://schemas.microsoft.com/office/drawing/2014/main" id="{09A4633E-C2A9-FE49-4C26-1F0BDF0CBB19}"/>
                    </a:ext>
                  </a:extLst>
                </p14:cNvPr>
                <p14:cNvContentPartPr/>
                <p14:nvPr/>
              </p14:nvContentPartPr>
              <p14:xfrm>
                <a:off x="9404091" y="4070640"/>
                <a:ext cx="785520" cy="785880"/>
              </p14:xfrm>
            </p:contentPart>
          </mc:Choice>
          <mc:Fallback xmlns="">
            <p:pic>
              <p:nvPicPr>
                <p:cNvPr id="11" name="Ink 10">
                  <a:extLst>
                    <a:ext uri="{FF2B5EF4-FFF2-40B4-BE49-F238E27FC236}">
                      <a16:creationId xmlns:a16="http://schemas.microsoft.com/office/drawing/2014/main" id="{09A4633E-C2A9-FE49-4C26-1F0BDF0CBB19}"/>
                    </a:ext>
                  </a:extLst>
                </p:cNvPr>
                <p:cNvPicPr/>
                <p:nvPr/>
              </p:nvPicPr>
              <p:blipFill>
                <a:blip r:embed="rId9"/>
                <a:stretch>
                  <a:fillRect/>
                </a:stretch>
              </p:blipFill>
              <p:spPr>
                <a:xfrm>
                  <a:off x="9395091" y="4061640"/>
                  <a:ext cx="803160" cy="80352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 name="Ink 11">
                  <a:extLst>
                    <a:ext uri="{FF2B5EF4-FFF2-40B4-BE49-F238E27FC236}">
                      <a16:creationId xmlns:a16="http://schemas.microsoft.com/office/drawing/2014/main" id="{7253C3DC-CB3B-CDEE-4A87-541E39D08E17}"/>
                    </a:ext>
                  </a:extLst>
                </p14:cNvPr>
                <p14:cNvContentPartPr/>
                <p14:nvPr/>
              </p14:nvContentPartPr>
              <p14:xfrm>
                <a:off x="9134811" y="5012400"/>
                <a:ext cx="918360" cy="604800"/>
              </p14:xfrm>
            </p:contentPart>
          </mc:Choice>
          <mc:Fallback xmlns="">
            <p:pic>
              <p:nvPicPr>
                <p:cNvPr id="12" name="Ink 11">
                  <a:extLst>
                    <a:ext uri="{FF2B5EF4-FFF2-40B4-BE49-F238E27FC236}">
                      <a16:creationId xmlns:a16="http://schemas.microsoft.com/office/drawing/2014/main" id="{7253C3DC-CB3B-CDEE-4A87-541E39D08E17}"/>
                    </a:ext>
                  </a:extLst>
                </p:cNvPr>
                <p:cNvPicPr/>
                <p:nvPr/>
              </p:nvPicPr>
              <p:blipFill>
                <a:blip r:embed="rId11"/>
                <a:stretch>
                  <a:fillRect/>
                </a:stretch>
              </p:blipFill>
              <p:spPr>
                <a:xfrm>
                  <a:off x="9125811" y="5003760"/>
                  <a:ext cx="936000" cy="622440"/>
                </a:xfrm>
                <a:prstGeom prst="rect">
                  <a:avLst/>
                </a:prstGeom>
              </p:spPr>
            </p:pic>
          </mc:Fallback>
        </mc:AlternateContent>
      </p:grpSp>
      <p:grpSp>
        <p:nvGrpSpPr>
          <p:cNvPr id="23" name="Group 22">
            <a:extLst>
              <a:ext uri="{FF2B5EF4-FFF2-40B4-BE49-F238E27FC236}">
                <a16:creationId xmlns:a16="http://schemas.microsoft.com/office/drawing/2014/main" id="{DAB8B426-AB55-5E8C-6B48-47C0B0827EE1}"/>
              </a:ext>
            </a:extLst>
          </p:cNvPr>
          <p:cNvGrpSpPr/>
          <p:nvPr/>
        </p:nvGrpSpPr>
        <p:grpSpPr>
          <a:xfrm>
            <a:off x="6695091" y="4014480"/>
            <a:ext cx="802800" cy="337320"/>
            <a:chOff x="6695091" y="4014480"/>
            <a:chExt cx="802800" cy="337320"/>
          </a:xfrm>
        </p:grpSpPr>
        <mc:AlternateContent xmlns:mc="http://schemas.openxmlformats.org/markup-compatibility/2006" xmlns:p14="http://schemas.microsoft.com/office/powerpoint/2010/main">
          <mc:Choice Requires="p14">
            <p:contentPart p14:bwMode="auto" r:id="rId12">
              <p14:nvContentPartPr>
                <p14:cNvPr id="15" name="Ink 14">
                  <a:extLst>
                    <a:ext uri="{FF2B5EF4-FFF2-40B4-BE49-F238E27FC236}">
                      <a16:creationId xmlns:a16="http://schemas.microsoft.com/office/drawing/2014/main" id="{AC17A043-7CEF-B4F2-F2B2-3DDF24825191}"/>
                    </a:ext>
                  </a:extLst>
                </p14:cNvPr>
                <p14:cNvContentPartPr/>
                <p14:nvPr/>
              </p14:nvContentPartPr>
              <p14:xfrm>
                <a:off x="6695091" y="4113120"/>
                <a:ext cx="266400" cy="238680"/>
              </p14:xfrm>
            </p:contentPart>
          </mc:Choice>
          <mc:Fallback xmlns="">
            <p:pic>
              <p:nvPicPr>
                <p:cNvPr id="15" name="Ink 14">
                  <a:extLst>
                    <a:ext uri="{FF2B5EF4-FFF2-40B4-BE49-F238E27FC236}">
                      <a16:creationId xmlns:a16="http://schemas.microsoft.com/office/drawing/2014/main" id="{AC17A043-7CEF-B4F2-F2B2-3DDF24825191}"/>
                    </a:ext>
                  </a:extLst>
                </p:cNvPr>
                <p:cNvPicPr/>
                <p:nvPr/>
              </p:nvPicPr>
              <p:blipFill>
                <a:blip r:embed="rId13"/>
                <a:stretch>
                  <a:fillRect/>
                </a:stretch>
              </p:blipFill>
              <p:spPr>
                <a:xfrm>
                  <a:off x="6677091" y="4095120"/>
                  <a:ext cx="302040" cy="2743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 name="Ink 15">
                  <a:extLst>
                    <a:ext uri="{FF2B5EF4-FFF2-40B4-BE49-F238E27FC236}">
                      <a16:creationId xmlns:a16="http://schemas.microsoft.com/office/drawing/2014/main" id="{91272C62-15E9-9C7A-6577-4704265CA6DF}"/>
                    </a:ext>
                  </a:extLst>
                </p14:cNvPr>
                <p14:cNvContentPartPr/>
                <p14:nvPr/>
              </p14:nvContentPartPr>
              <p14:xfrm>
                <a:off x="7052211" y="4035720"/>
                <a:ext cx="115560" cy="261720"/>
              </p14:xfrm>
            </p:contentPart>
          </mc:Choice>
          <mc:Fallback xmlns="">
            <p:pic>
              <p:nvPicPr>
                <p:cNvPr id="16" name="Ink 15">
                  <a:extLst>
                    <a:ext uri="{FF2B5EF4-FFF2-40B4-BE49-F238E27FC236}">
                      <a16:creationId xmlns:a16="http://schemas.microsoft.com/office/drawing/2014/main" id="{91272C62-15E9-9C7A-6577-4704265CA6DF}"/>
                    </a:ext>
                  </a:extLst>
                </p:cNvPr>
                <p:cNvPicPr/>
                <p:nvPr/>
              </p:nvPicPr>
              <p:blipFill>
                <a:blip r:embed="rId15"/>
                <a:stretch>
                  <a:fillRect/>
                </a:stretch>
              </p:blipFill>
              <p:spPr>
                <a:xfrm>
                  <a:off x="7034211" y="4018080"/>
                  <a:ext cx="151200" cy="2973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8" name="Ink 17">
                  <a:extLst>
                    <a:ext uri="{FF2B5EF4-FFF2-40B4-BE49-F238E27FC236}">
                      <a16:creationId xmlns:a16="http://schemas.microsoft.com/office/drawing/2014/main" id="{78BFBE28-FA4D-36C7-6B8E-55B17364886E}"/>
                    </a:ext>
                  </a:extLst>
                </p14:cNvPr>
                <p14:cNvContentPartPr/>
                <p14:nvPr/>
              </p14:nvContentPartPr>
              <p14:xfrm>
                <a:off x="7281171" y="4014480"/>
                <a:ext cx="216720" cy="282960"/>
              </p14:xfrm>
            </p:contentPart>
          </mc:Choice>
          <mc:Fallback xmlns="">
            <p:pic>
              <p:nvPicPr>
                <p:cNvPr id="18" name="Ink 17">
                  <a:extLst>
                    <a:ext uri="{FF2B5EF4-FFF2-40B4-BE49-F238E27FC236}">
                      <a16:creationId xmlns:a16="http://schemas.microsoft.com/office/drawing/2014/main" id="{78BFBE28-FA4D-36C7-6B8E-55B17364886E}"/>
                    </a:ext>
                  </a:extLst>
                </p:cNvPr>
                <p:cNvPicPr/>
                <p:nvPr/>
              </p:nvPicPr>
              <p:blipFill>
                <a:blip r:embed="rId17"/>
                <a:stretch>
                  <a:fillRect/>
                </a:stretch>
              </p:blipFill>
              <p:spPr>
                <a:xfrm>
                  <a:off x="7263171" y="3996480"/>
                  <a:ext cx="252360" cy="318600"/>
                </a:xfrm>
                <a:prstGeom prst="rect">
                  <a:avLst/>
                </a:prstGeom>
              </p:spPr>
            </p:pic>
          </mc:Fallback>
        </mc:AlternateContent>
      </p:grpSp>
      <p:grpSp>
        <p:nvGrpSpPr>
          <p:cNvPr id="22" name="Group 21">
            <a:extLst>
              <a:ext uri="{FF2B5EF4-FFF2-40B4-BE49-F238E27FC236}">
                <a16:creationId xmlns:a16="http://schemas.microsoft.com/office/drawing/2014/main" id="{2D37FBEC-F491-50CC-B788-4392D07BE5CC}"/>
              </a:ext>
            </a:extLst>
          </p:cNvPr>
          <p:cNvGrpSpPr/>
          <p:nvPr/>
        </p:nvGrpSpPr>
        <p:grpSpPr>
          <a:xfrm>
            <a:off x="6640731" y="5705760"/>
            <a:ext cx="934200" cy="230040"/>
            <a:chOff x="6640731" y="5705760"/>
            <a:chExt cx="934200" cy="230040"/>
          </a:xfrm>
        </p:grpSpPr>
        <mc:AlternateContent xmlns:mc="http://schemas.openxmlformats.org/markup-compatibility/2006" xmlns:p14="http://schemas.microsoft.com/office/powerpoint/2010/main">
          <mc:Choice Requires="p14">
            <p:contentPart p14:bwMode="auto" r:id="rId18">
              <p14:nvContentPartPr>
                <p14:cNvPr id="19" name="Ink 18">
                  <a:extLst>
                    <a:ext uri="{FF2B5EF4-FFF2-40B4-BE49-F238E27FC236}">
                      <a16:creationId xmlns:a16="http://schemas.microsoft.com/office/drawing/2014/main" id="{985869C2-44CC-B040-5D92-1590C61B56D1}"/>
                    </a:ext>
                  </a:extLst>
                </p14:cNvPr>
                <p14:cNvContentPartPr/>
                <p14:nvPr/>
              </p14:nvContentPartPr>
              <p14:xfrm>
                <a:off x="6640731" y="5759040"/>
                <a:ext cx="303480" cy="176760"/>
              </p14:xfrm>
            </p:contentPart>
          </mc:Choice>
          <mc:Fallback xmlns="">
            <p:pic>
              <p:nvPicPr>
                <p:cNvPr id="19" name="Ink 18">
                  <a:extLst>
                    <a:ext uri="{FF2B5EF4-FFF2-40B4-BE49-F238E27FC236}">
                      <a16:creationId xmlns:a16="http://schemas.microsoft.com/office/drawing/2014/main" id="{985869C2-44CC-B040-5D92-1590C61B56D1}"/>
                    </a:ext>
                  </a:extLst>
                </p:cNvPr>
                <p:cNvPicPr/>
                <p:nvPr/>
              </p:nvPicPr>
              <p:blipFill>
                <a:blip r:embed="rId19"/>
                <a:stretch>
                  <a:fillRect/>
                </a:stretch>
              </p:blipFill>
              <p:spPr>
                <a:xfrm>
                  <a:off x="6623091" y="5741040"/>
                  <a:ext cx="339120" cy="2124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0" name="Ink 19">
                  <a:extLst>
                    <a:ext uri="{FF2B5EF4-FFF2-40B4-BE49-F238E27FC236}">
                      <a16:creationId xmlns:a16="http://schemas.microsoft.com/office/drawing/2014/main" id="{CC79BCDE-C59A-4F39-EB68-D4903A8E1FC5}"/>
                    </a:ext>
                  </a:extLst>
                </p14:cNvPr>
                <p14:cNvContentPartPr/>
                <p14:nvPr/>
              </p14:nvContentPartPr>
              <p14:xfrm>
                <a:off x="7105851" y="5705760"/>
                <a:ext cx="156240" cy="228960"/>
              </p14:xfrm>
            </p:contentPart>
          </mc:Choice>
          <mc:Fallback xmlns="">
            <p:pic>
              <p:nvPicPr>
                <p:cNvPr id="20" name="Ink 19">
                  <a:extLst>
                    <a:ext uri="{FF2B5EF4-FFF2-40B4-BE49-F238E27FC236}">
                      <a16:creationId xmlns:a16="http://schemas.microsoft.com/office/drawing/2014/main" id="{CC79BCDE-C59A-4F39-EB68-D4903A8E1FC5}"/>
                    </a:ext>
                  </a:extLst>
                </p:cNvPr>
                <p:cNvPicPr/>
                <p:nvPr/>
              </p:nvPicPr>
              <p:blipFill>
                <a:blip r:embed="rId21"/>
                <a:stretch>
                  <a:fillRect/>
                </a:stretch>
              </p:blipFill>
              <p:spPr>
                <a:xfrm>
                  <a:off x="7087851" y="5688120"/>
                  <a:ext cx="191880" cy="26460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1" name="Ink 20">
                  <a:extLst>
                    <a:ext uri="{FF2B5EF4-FFF2-40B4-BE49-F238E27FC236}">
                      <a16:creationId xmlns:a16="http://schemas.microsoft.com/office/drawing/2014/main" id="{01919BFF-0581-A947-84D9-6F3A518A01A8}"/>
                    </a:ext>
                  </a:extLst>
                </p14:cNvPr>
                <p14:cNvContentPartPr/>
                <p14:nvPr/>
              </p14:nvContentPartPr>
              <p14:xfrm>
                <a:off x="7386651" y="5706480"/>
                <a:ext cx="188280" cy="171360"/>
              </p14:xfrm>
            </p:contentPart>
          </mc:Choice>
          <mc:Fallback xmlns="">
            <p:pic>
              <p:nvPicPr>
                <p:cNvPr id="21" name="Ink 20">
                  <a:extLst>
                    <a:ext uri="{FF2B5EF4-FFF2-40B4-BE49-F238E27FC236}">
                      <a16:creationId xmlns:a16="http://schemas.microsoft.com/office/drawing/2014/main" id="{01919BFF-0581-A947-84D9-6F3A518A01A8}"/>
                    </a:ext>
                  </a:extLst>
                </p:cNvPr>
                <p:cNvPicPr/>
                <p:nvPr/>
              </p:nvPicPr>
              <p:blipFill>
                <a:blip r:embed="rId23"/>
                <a:stretch>
                  <a:fillRect/>
                </a:stretch>
              </p:blipFill>
              <p:spPr>
                <a:xfrm>
                  <a:off x="7368651" y="5688480"/>
                  <a:ext cx="223920" cy="207000"/>
                </a:xfrm>
                <a:prstGeom prst="rect">
                  <a:avLst/>
                </a:prstGeom>
              </p:spPr>
            </p:pic>
          </mc:Fallback>
        </mc:AlternateContent>
      </p:grpSp>
      <p:grpSp>
        <p:nvGrpSpPr>
          <p:cNvPr id="33" name="Group 32">
            <a:extLst>
              <a:ext uri="{FF2B5EF4-FFF2-40B4-BE49-F238E27FC236}">
                <a16:creationId xmlns:a16="http://schemas.microsoft.com/office/drawing/2014/main" id="{9EE07104-4C48-B76F-0CB6-6E0450B58C35}"/>
              </a:ext>
            </a:extLst>
          </p:cNvPr>
          <p:cNvGrpSpPr/>
          <p:nvPr/>
        </p:nvGrpSpPr>
        <p:grpSpPr>
          <a:xfrm>
            <a:off x="9984771" y="5397600"/>
            <a:ext cx="1048320" cy="329040"/>
            <a:chOff x="9984771" y="5397600"/>
            <a:chExt cx="1048320" cy="329040"/>
          </a:xfrm>
        </p:grpSpPr>
        <mc:AlternateContent xmlns:mc="http://schemas.openxmlformats.org/markup-compatibility/2006" xmlns:p14="http://schemas.microsoft.com/office/powerpoint/2010/main">
          <mc:Choice Requires="p14">
            <p:contentPart p14:bwMode="auto" r:id="rId24">
              <p14:nvContentPartPr>
                <p14:cNvPr id="24" name="Ink 23">
                  <a:extLst>
                    <a:ext uri="{FF2B5EF4-FFF2-40B4-BE49-F238E27FC236}">
                      <a16:creationId xmlns:a16="http://schemas.microsoft.com/office/drawing/2014/main" id="{E3FDE215-D5DF-4977-D426-7A9C1506AA3F}"/>
                    </a:ext>
                  </a:extLst>
                </p14:cNvPr>
                <p14:cNvContentPartPr/>
                <p14:nvPr/>
              </p14:nvContentPartPr>
              <p14:xfrm>
                <a:off x="9984771" y="5503800"/>
                <a:ext cx="370080" cy="222840"/>
              </p14:xfrm>
            </p:contentPart>
          </mc:Choice>
          <mc:Fallback xmlns="">
            <p:pic>
              <p:nvPicPr>
                <p:cNvPr id="24" name="Ink 23">
                  <a:extLst>
                    <a:ext uri="{FF2B5EF4-FFF2-40B4-BE49-F238E27FC236}">
                      <a16:creationId xmlns:a16="http://schemas.microsoft.com/office/drawing/2014/main" id="{E3FDE215-D5DF-4977-D426-7A9C1506AA3F}"/>
                    </a:ext>
                  </a:extLst>
                </p:cNvPr>
                <p:cNvPicPr/>
                <p:nvPr/>
              </p:nvPicPr>
              <p:blipFill>
                <a:blip r:embed="rId25"/>
                <a:stretch>
                  <a:fillRect/>
                </a:stretch>
              </p:blipFill>
              <p:spPr>
                <a:xfrm>
                  <a:off x="9967131" y="5485800"/>
                  <a:ext cx="405720" cy="25848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5" name="Ink 24">
                  <a:extLst>
                    <a:ext uri="{FF2B5EF4-FFF2-40B4-BE49-F238E27FC236}">
                      <a16:creationId xmlns:a16="http://schemas.microsoft.com/office/drawing/2014/main" id="{41A443C6-0BCB-0B9A-41C8-D1EB20A9183B}"/>
                    </a:ext>
                  </a:extLst>
                </p14:cNvPr>
                <p14:cNvContentPartPr/>
                <p14:nvPr/>
              </p14:nvContentPartPr>
              <p14:xfrm>
                <a:off x="10509291" y="5497680"/>
                <a:ext cx="11880" cy="178200"/>
              </p14:xfrm>
            </p:contentPart>
          </mc:Choice>
          <mc:Fallback xmlns="">
            <p:pic>
              <p:nvPicPr>
                <p:cNvPr id="25" name="Ink 24">
                  <a:extLst>
                    <a:ext uri="{FF2B5EF4-FFF2-40B4-BE49-F238E27FC236}">
                      <a16:creationId xmlns:a16="http://schemas.microsoft.com/office/drawing/2014/main" id="{41A443C6-0BCB-0B9A-41C8-D1EB20A9183B}"/>
                    </a:ext>
                  </a:extLst>
                </p:cNvPr>
                <p:cNvPicPr/>
                <p:nvPr/>
              </p:nvPicPr>
              <p:blipFill>
                <a:blip r:embed="rId27"/>
                <a:stretch>
                  <a:fillRect/>
                </a:stretch>
              </p:blipFill>
              <p:spPr>
                <a:xfrm>
                  <a:off x="10491651" y="5480040"/>
                  <a:ext cx="47520" cy="21384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6" name="Ink 25">
                  <a:extLst>
                    <a:ext uri="{FF2B5EF4-FFF2-40B4-BE49-F238E27FC236}">
                      <a16:creationId xmlns:a16="http://schemas.microsoft.com/office/drawing/2014/main" id="{A75205BE-6ECA-A7F7-E37E-05DDA0215B13}"/>
                    </a:ext>
                  </a:extLst>
                </p14:cNvPr>
                <p14:cNvContentPartPr/>
                <p14:nvPr/>
              </p14:nvContentPartPr>
              <p14:xfrm>
                <a:off x="10517211" y="5397600"/>
                <a:ext cx="264960" cy="231840"/>
              </p14:xfrm>
            </p:contentPart>
          </mc:Choice>
          <mc:Fallback xmlns="">
            <p:pic>
              <p:nvPicPr>
                <p:cNvPr id="26" name="Ink 25">
                  <a:extLst>
                    <a:ext uri="{FF2B5EF4-FFF2-40B4-BE49-F238E27FC236}">
                      <a16:creationId xmlns:a16="http://schemas.microsoft.com/office/drawing/2014/main" id="{A75205BE-6ECA-A7F7-E37E-05DDA0215B13}"/>
                    </a:ext>
                  </a:extLst>
                </p:cNvPr>
                <p:cNvPicPr/>
                <p:nvPr/>
              </p:nvPicPr>
              <p:blipFill>
                <a:blip r:embed="rId29"/>
                <a:stretch>
                  <a:fillRect/>
                </a:stretch>
              </p:blipFill>
              <p:spPr>
                <a:xfrm>
                  <a:off x="10499571" y="5379600"/>
                  <a:ext cx="300600" cy="26748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7" name="Ink 26">
                  <a:extLst>
                    <a:ext uri="{FF2B5EF4-FFF2-40B4-BE49-F238E27FC236}">
                      <a16:creationId xmlns:a16="http://schemas.microsoft.com/office/drawing/2014/main" id="{861F3D0A-4C90-7D43-2044-85FF720B4E31}"/>
                    </a:ext>
                  </a:extLst>
                </p14:cNvPr>
                <p14:cNvContentPartPr/>
                <p14:nvPr/>
              </p14:nvContentPartPr>
              <p14:xfrm>
                <a:off x="10870731" y="5422440"/>
                <a:ext cx="162360" cy="194400"/>
              </p14:xfrm>
            </p:contentPart>
          </mc:Choice>
          <mc:Fallback xmlns="">
            <p:pic>
              <p:nvPicPr>
                <p:cNvPr id="27" name="Ink 26">
                  <a:extLst>
                    <a:ext uri="{FF2B5EF4-FFF2-40B4-BE49-F238E27FC236}">
                      <a16:creationId xmlns:a16="http://schemas.microsoft.com/office/drawing/2014/main" id="{861F3D0A-4C90-7D43-2044-85FF720B4E31}"/>
                    </a:ext>
                  </a:extLst>
                </p:cNvPr>
                <p:cNvPicPr/>
                <p:nvPr/>
              </p:nvPicPr>
              <p:blipFill>
                <a:blip r:embed="rId31"/>
                <a:stretch>
                  <a:fillRect/>
                </a:stretch>
              </p:blipFill>
              <p:spPr>
                <a:xfrm>
                  <a:off x="10853091" y="5404440"/>
                  <a:ext cx="198000" cy="230040"/>
                </a:xfrm>
                <a:prstGeom prst="rect">
                  <a:avLst/>
                </a:prstGeom>
              </p:spPr>
            </p:pic>
          </mc:Fallback>
        </mc:AlternateContent>
      </p:grpSp>
      <p:grpSp>
        <p:nvGrpSpPr>
          <p:cNvPr id="32" name="Group 31">
            <a:extLst>
              <a:ext uri="{FF2B5EF4-FFF2-40B4-BE49-F238E27FC236}">
                <a16:creationId xmlns:a16="http://schemas.microsoft.com/office/drawing/2014/main" id="{BABAD995-FF72-4651-64FA-4F8DAB74EEFC}"/>
              </a:ext>
            </a:extLst>
          </p:cNvPr>
          <p:cNvGrpSpPr/>
          <p:nvPr/>
        </p:nvGrpSpPr>
        <p:grpSpPr>
          <a:xfrm>
            <a:off x="10492011" y="3824040"/>
            <a:ext cx="988200" cy="383760"/>
            <a:chOff x="10492011" y="3824040"/>
            <a:chExt cx="988200" cy="383760"/>
          </a:xfrm>
        </p:grpSpPr>
        <mc:AlternateContent xmlns:mc="http://schemas.openxmlformats.org/markup-compatibility/2006" xmlns:p14="http://schemas.microsoft.com/office/powerpoint/2010/main">
          <mc:Choice Requires="p14">
            <p:contentPart p14:bwMode="auto" r:id="rId32">
              <p14:nvContentPartPr>
                <p14:cNvPr id="28" name="Ink 27">
                  <a:extLst>
                    <a:ext uri="{FF2B5EF4-FFF2-40B4-BE49-F238E27FC236}">
                      <a16:creationId xmlns:a16="http://schemas.microsoft.com/office/drawing/2014/main" id="{425C2E77-5247-779D-6797-AE415E138B79}"/>
                    </a:ext>
                  </a:extLst>
                </p14:cNvPr>
                <p14:cNvContentPartPr/>
                <p14:nvPr/>
              </p14:nvContentPartPr>
              <p14:xfrm>
                <a:off x="10492011" y="3903960"/>
                <a:ext cx="385920" cy="303840"/>
              </p14:xfrm>
            </p:contentPart>
          </mc:Choice>
          <mc:Fallback xmlns="">
            <p:pic>
              <p:nvPicPr>
                <p:cNvPr id="28" name="Ink 27">
                  <a:extLst>
                    <a:ext uri="{FF2B5EF4-FFF2-40B4-BE49-F238E27FC236}">
                      <a16:creationId xmlns:a16="http://schemas.microsoft.com/office/drawing/2014/main" id="{425C2E77-5247-779D-6797-AE415E138B79}"/>
                    </a:ext>
                  </a:extLst>
                </p:cNvPr>
                <p:cNvPicPr/>
                <p:nvPr/>
              </p:nvPicPr>
              <p:blipFill>
                <a:blip r:embed="rId33"/>
                <a:stretch>
                  <a:fillRect/>
                </a:stretch>
              </p:blipFill>
              <p:spPr>
                <a:xfrm>
                  <a:off x="10474371" y="3886320"/>
                  <a:ext cx="421560" cy="33948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29" name="Ink 28">
                  <a:extLst>
                    <a:ext uri="{FF2B5EF4-FFF2-40B4-BE49-F238E27FC236}">
                      <a16:creationId xmlns:a16="http://schemas.microsoft.com/office/drawing/2014/main" id="{8A78D6F1-A981-7F01-9C9E-A4C871C6C89D}"/>
                    </a:ext>
                  </a:extLst>
                </p14:cNvPr>
                <p14:cNvContentPartPr/>
                <p14:nvPr/>
              </p14:nvContentPartPr>
              <p14:xfrm>
                <a:off x="10975491" y="3913680"/>
                <a:ext cx="27000" cy="255600"/>
              </p14:xfrm>
            </p:contentPart>
          </mc:Choice>
          <mc:Fallback xmlns="">
            <p:pic>
              <p:nvPicPr>
                <p:cNvPr id="29" name="Ink 28">
                  <a:extLst>
                    <a:ext uri="{FF2B5EF4-FFF2-40B4-BE49-F238E27FC236}">
                      <a16:creationId xmlns:a16="http://schemas.microsoft.com/office/drawing/2014/main" id="{8A78D6F1-A981-7F01-9C9E-A4C871C6C89D}"/>
                    </a:ext>
                  </a:extLst>
                </p:cNvPr>
                <p:cNvPicPr/>
                <p:nvPr/>
              </p:nvPicPr>
              <p:blipFill>
                <a:blip r:embed="rId35"/>
                <a:stretch>
                  <a:fillRect/>
                </a:stretch>
              </p:blipFill>
              <p:spPr>
                <a:xfrm>
                  <a:off x="10957491" y="3896040"/>
                  <a:ext cx="62640" cy="291240"/>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30" name="Ink 29">
                  <a:extLst>
                    <a:ext uri="{FF2B5EF4-FFF2-40B4-BE49-F238E27FC236}">
                      <a16:creationId xmlns:a16="http://schemas.microsoft.com/office/drawing/2014/main" id="{4A2BBFE8-96B9-7A6B-1745-AB973C6F50FD}"/>
                    </a:ext>
                  </a:extLst>
                </p14:cNvPr>
                <p14:cNvContentPartPr/>
                <p14:nvPr/>
              </p14:nvContentPartPr>
              <p14:xfrm>
                <a:off x="10951731" y="3824040"/>
                <a:ext cx="263520" cy="270360"/>
              </p14:xfrm>
            </p:contentPart>
          </mc:Choice>
          <mc:Fallback xmlns="">
            <p:pic>
              <p:nvPicPr>
                <p:cNvPr id="30" name="Ink 29">
                  <a:extLst>
                    <a:ext uri="{FF2B5EF4-FFF2-40B4-BE49-F238E27FC236}">
                      <a16:creationId xmlns:a16="http://schemas.microsoft.com/office/drawing/2014/main" id="{4A2BBFE8-96B9-7A6B-1745-AB973C6F50FD}"/>
                    </a:ext>
                  </a:extLst>
                </p:cNvPr>
                <p:cNvPicPr/>
                <p:nvPr/>
              </p:nvPicPr>
              <p:blipFill>
                <a:blip r:embed="rId37"/>
                <a:stretch>
                  <a:fillRect/>
                </a:stretch>
              </p:blipFill>
              <p:spPr>
                <a:xfrm>
                  <a:off x="10933731" y="3806400"/>
                  <a:ext cx="299160" cy="3060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31" name="Ink 30">
                  <a:extLst>
                    <a:ext uri="{FF2B5EF4-FFF2-40B4-BE49-F238E27FC236}">
                      <a16:creationId xmlns:a16="http://schemas.microsoft.com/office/drawing/2014/main" id="{0F8DF225-665A-F13B-6B03-88B13B8FC701}"/>
                    </a:ext>
                  </a:extLst>
                </p14:cNvPr>
                <p14:cNvContentPartPr/>
                <p14:nvPr/>
              </p14:nvContentPartPr>
              <p14:xfrm>
                <a:off x="11283651" y="3831240"/>
                <a:ext cx="196560" cy="283320"/>
              </p14:xfrm>
            </p:contentPart>
          </mc:Choice>
          <mc:Fallback xmlns="">
            <p:pic>
              <p:nvPicPr>
                <p:cNvPr id="31" name="Ink 30">
                  <a:extLst>
                    <a:ext uri="{FF2B5EF4-FFF2-40B4-BE49-F238E27FC236}">
                      <a16:creationId xmlns:a16="http://schemas.microsoft.com/office/drawing/2014/main" id="{0F8DF225-665A-F13B-6B03-88B13B8FC701}"/>
                    </a:ext>
                  </a:extLst>
                </p:cNvPr>
                <p:cNvPicPr/>
                <p:nvPr/>
              </p:nvPicPr>
              <p:blipFill>
                <a:blip r:embed="rId39"/>
                <a:stretch>
                  <a:fillRect/>
                </a:stretch>
              </p:blipFill>
              <p:spPr>
                <a:xfrm>
                  <a:off x="11265651" y="3813240"/>
                  <a:ext cx="232200" cy="318960"/>
                </a:xfrm>
                <a:prstGeom prst="rect">
                  <a:avLst/>
                </a:prstGeom>
              </p:spPr>
            </p:pic>
          </mc:Fallback>
        </mc:AlternateContent>
      </p:grpSp>
    </p:spTree>
    <p:extLst>
      <p:ext uri="{BB962C8B-B14F-4D97-AF65-F5344CB8AC3E}">
        <p14:creationId xmlns:p14="http://schemas.microsoft.com/office/powerpoint/2010/main" val="34316713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8B26BC-21EB-839C-4693-6FEB313D29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14B477-5333-1792-9E60-60A2AE125344}"/>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جلوگیری از سرریز شدن </a:t>
            </a:r>
            <a:r>
              <a:rPr lang="en-US" sz="3600" dirty="0">
                <a:latin typeface="IRANSans" panose="02040503050201020203" pitchFamily="18" charset="-78"/>
                <a:cs typeface="B Titr" panose="00000700000000000000" pitchFamily="2" charset="-78"/>
              </a:rPr>
              <a:t>pwm</a:t>
            </a:r>
          </a:p>
        </p:txBody>
      </p:sp>
      <p:sp>
        <p:nvSpPr>
          <p:cNvPr id="17" name="TextBox 16">
            <a:extLst>
              <a:ext uri="{FF2B5EF4-FFF2-40B4-BE49-F238E27FC236}">
                <a16:creationId xmlns:a16="http://schemas.microsoft.com/office/drawing/2014/main" id="{51246140-A838-EAA4-15F4-4100BA018460}"/>
              </a:ext>
            </a:extLst>
          </p:cNvPr>
          <p:cNvSpPr txBox="1"/>
          <p:nvPr/>
        </p:nvSpPr>
        <p:spPr>
          <a:xfrm>
            <a:off x="7200899" y="1473200"/>
            <a:ext cx="4071981" cy="4212692"/>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سرعت موتور با </a:t>
            </a:r>
            <a:r>
              <a:rPr lang="en-US" dirty="0">
                <a:latin typeface="IRANSans" panose="02040503050201020203" pitchFamily="18" charset="-78"/>
                <a:cs typeface="IRANSans" panose="02040503050201020203" pitchFamily="18" charset="-78"/>
              </a:rPr>
              <a:t>pwm</a:t>
            </a:r>
            <a:r>
              <a:rPr lang="fa-IR" dirty="0">
                <a:latin typeface="IRANSans" panose="02040503050201020203" pitchFamily="18" charset="-78"/>
                <a:cs typeface="IRANSans" panose="02040503050201020203" pitchFamily="18" charset="-78"/>
              </a:rPr>
              <a:t> مشخص می‌شود. </a:t>
            </a:r>
            <a:r>
              <a:rPr lang="en-US" dirty="0">
                <a:latin typeface="IRANSans" panose="02040503050201020203" pitchFamily="18" charset="-78"/>
                <a:cs typeface="IRANSans" panose="02040503050201020203" pitchFamily="18" charset="-78"/>
              </a:rPr>
              <a:t>pwm</a:t>
            </a:r>
            <a:r>
              <a:rPr lang="fa-IR" dirty="0">
                <a:latin typeface="IRANSans" panose="02040503050201020203" pitchFamily="18" charset="-78"/>
                <a:cs typeface="IRANSans" panose="02040503050201020203" pitchFamily="18" charset="-78"/>
              </a:rPr>
              <a:t> میکروکنترلرهای </a:t>
            </a:r>
            <a:r>
              <a:rPr lang="en-US" dirty="0">
                <a:latin typeface="IRANSans" panose="02040503050201020203" pitchFamily="18" charset="-78"/>
                <a:cs typeface="IRANSans" panose="02040503050201020203" pitchFamily="18" charset="-78"/>
              </a:rPr>
              <a:t>STM32</a:t>
            </a:r>
            <a:r>
              <a:rPr lang="fa-IR" dirty="0">
                <a:latin typeface="IRANSans" panose="02040503050201020203" pitchFamily="18" charset="-78"/>
                <a:cs typeface="IRANSans" panose="02040503050201020203" pitchFamily="18" charset="-78"/>
              </a:rPr>
              <a:t> می‌تواند مقداری بین 0 تا 65535 داشته باشد. اگر مقدار </a:t>
            </a:r>
            <a:r>
              <a:rPr lang="en-US" dirty="0">
                <a:latin typeface="IRANSans" panose="02040503050201020203" pitchFamily="18" charset="-78"/>
                <a:cs typeface="IRANSans" panose="02040503050201020203" pitchFamily="18" charset="-78"/>
              </a:rPr>
              <a:t>pwm</a:t>
            </a:r>
            <a:r>
              <a:rPr lang="fa-IR" dirty="0">
                <a:latin typeface="IRANSans" panose="02040503050201020203" pitchFamily="18" charset="-78"/>
                <a:cs typeface="IRANSans" panose="02040503050201020203" pitchFamily="18" charset="-78"/>
              </a:rPr>
              <a:t> بیشتر از </a:t>
            </a:r>
            <a:r>
              <a:rPr lang="en-US" dirty="0">
                <a:latin typeface="IRANSans" panose="02040503050201020203" pitchFamily="18" charset="-78"/>
                <a:cs typeface="IRANSans" panose="02040503050201020203" pitchFamily="18" charset="-78"/>
              </a:rPr>
              <a:t>65535</a:t>
            </a:r>
            <a:r>
              <a:rPr lang="fa-IR" dirty="0">
                <a:latin typeface="IRANSans" panose="02040503050201020203" pitchFamily="18" charset="-78"/>
                <a:cs typeface="IRANSans" panose="02040503050201020203" pitchFamily="18" charset="-78"/>
              </a:rPr>
              <a:t> باشد مجددا از صفر شروع می‌شود. این اتفاق </a:t>
            </a:r>
            <a:r>
              <a:rPr lang="en-US" dirty="0">
                <a:latin typeface="IRANSans" panose="02040503050201020203" pitchFamily="18" charset="-78"/>
                <a:cs typeface="IRANSans" panose="02040503050201020203" pitchFamily="18" charset="-78"/>
              </a:rPr>
              <a:t>overflow</a:t>
            </a:r>
            <a:r>
              <a:rPr lang="fa-IR" dirty="0">
                <a:latin typeface="IRANSans" panose="02040503050201020203" pitchFamily="18" charset="-78"/>
                <a:cs typeface="IRANSans" panose="02040503050201020203" pitchFamily="18" charset="-78"/>
              </a:rPr>
              <a:t> یا سرریز شدن رجیستر </a:t>
            </a:r>
            <a:r>
              <a:rPr lang="en-US" dirty="0">
                <a:latin typeface="IRANSans" panose="02040503050201020203" pitchFamily="18" charset="-78"/>
                <a:cs typeface="IRANSans" panose="02040503050201020203" pitchFamily="18" charset="-78"/>
              </a:rPr>
              <a:t>pwm</a:t>
            </a:r>
            <a:r>
              <a:rPr lang="fa-IR" dirty="0">
                <a:latin typeface="IRANSans" panose="02040503050201020203" pitchFamily="18" charset="-78"/>
                <a:cs typeface="IRANSans" panose="02040503050201020203" pitchFamily="18" charset="-78"/>
              </a:rPr>
              <a:t> گفته می‌‎شود.</a:t>
            </a:r>
            <a:endParaRPr lang="en-US" dirty="0">
              <a:latin typeface="IRANSans" panose="02040503050201020203" pitchFamily="18" charset="-78"/>
              <a:cs typeface="IRANSans" panose="02040503050201020203" pitchFamily="18" charset="-78"/>
            </a:endParaRPr>
          </a:p>
          <a:p>
            <a:pPr algn="just" rtl="1">
              <a:lnSpc>
                <a:spcPct val="150000"/>
              </a:lnSpc>
            </a:pPr>
            <a:endParaRPr lang="fa-IR" dirty="0">
              <a:latin typeface="IRANSans" panose="02040503050201020203" pitchFamily="18" charset="-78"/>
              <a:cs typeface="IRANSans" panose="02040503050201020203" pitchFamily="18" charset="-78"/>
            </a:endParaRPr>
          </a:p>
          <a:p>
            <a:pPr algn="just" rtl="1">
              <a:lnSpc>
                <a:spcPct val="150000"/>
              </a:lnSpc>
            </a:pPr>
            <a:r>
              <a:rPr lang="fa-IR" dirty="0">
                <a:latin typeface="IRANSans" panose="02040503050201020203" pitchFamily="18" charset="-78"/>
                <a:cs typeface="IRANSans" panose="02040503050201020203" pitchFamily="18" charset="-78"/>
              </a:rPr>
              <a:t>به همین خاطر با استفاده از دو شرط برای هر موتور مقدار سرعت آن را به </a:t>
            </a:r>
            <a:r>
              <a:rPr lang="en-US" dirty="0">
                <a:latin typeface="IRANSans" panose="02040503050201020203" pitchFamily="18" charset="-78"/>
                <a:cs typeface="IRANSans" panose="02040503050201020203" pitchFamily="18" charset="-78"/>
              </a:rPr>
              <a:t>-65535</a:t>
            </a:r>
            <a:r>
              <a:rPr lang="fa-IR" dirty="0">
                <a:latin typeface="IRANSans" panose="02040503050201020203" pitchFamily="18" charset="-78"/>
                <a:cs typeface="IRANSans" panose="02040503050201020203" pitchFamily="18" charset="-78"/>
              </a:rPr>
              <a:t> تا </a:t>
            </a:r>
            <a:r>
              <a:rPr lang="en-US" dirty="0">
                <a:latin typeface="IRANSans" panose="02040503050201020203" pitchFamily="18" charset="-78"/>
                <a:cs typeface="IRANSans" panose="02040503050201020203" pitchFamily="18" charset="-78"/>
              </a:rPr>
              <a:t>+65535</a:t>
            </a:r>
            <a:r>
              <a:rPr lang="fa-IR" dirty="0">
                <a:latin typeface="IRANSans" panose="02040503050201020203" pitchFamily="18" charset="-78"/>
                <a:cs typeface="IRANSans" panose="02040503050201020203" pitchFamily="18" charset="-78"/>
              </a:rPr>
              <a:t> محدود می‎کنیم. </a:t>
            </a:r>
            <a:endParaRPr lang="en-US" dirty="0">
              <a:latin typeface="IRANSans" panose="02040503050201020203" pitchFamily="18" charset="-78"/>
              <a:cs typeface="IRANSans" panose="02040503050201020203" pitchFamily="18" charset="-78"/>
            </a:endParaRPr>
          </a:p>
        </p:txBody>
      </p:sp>
      <p:sp>
        <p:nvSpPr>
          <p:cNvPr id="5" name="TextBox 4">
            <a:extLst>
              <a:ext uri="{FF2B5EF4-FFF2-40B4-BE49-F238E27FC236}">
                <a16:creationId xmlns:a16="http://schemas.microsoft.com/office/drawing/2014/main" id="{F4C8206D-F084-AE3A-A552-9B4CA5571B92}"/>
              </a:ext>
            </a:extLst>
          </p:cNvPr>
          <p:cNvSpPr txBox="1"/>
          <p:nvPr/>
        </p:nvSpPr>
        <p:spPr>
          <a:xfrm>
            <a:off x="919119" y="1473200"/>
            <a:ext cx="6096000" cy="4770537"/>
          </a:xfrm>
          <a:prstGeom prst="rect">
            <a:avLst/>
          </a:prstGeom>
          <a:noFill/>
        </p:spPr>
        <p:txBody>
          <a:bodyPr wrap="square">
            <a:spAutoFit/>
          </a:bodyPr>
          <a:lstStyle/>
          <a:p>
            <a:pPr>
              <a:buNone/>
            </a:pPr>
            <a:r>
              <a:rPr lang="en-US" b="0" dirty="0">
                <a:solidFill>
                  <a:srgbClr val="0CA1A6"/>
                </a:solidFill>
                <a:effectLst/>
                <a:latin typeface="Consolas" panose="020B0609020204030204" pitchFamily="49" charset="0"/>
              </a:rPr>
              <a:t>void</a:t>
            </a:r>
            <a:r>
              <a:rPr lang="en-US" b="0" dirty="0">
                <a:solidFill>
                  <a:srgbClr val="DAE3E3"/>
                </a:solidFill>
                <a:effectLst/>
                <a:latin typeface="Consolas" panose="020B0609020204030204" pitchFamily="49" charset="0"/>
              </a:rPr>
              <a:t> </a:t>
            </a:r>
            <a:r>
              <a:rPr lang="en-US" b="0" dirty="0">
                <a:solidFill>
                  <a:srgbClr val="F39C12"/>
                </a:solidFill>
                <a:effectLst/>
                <a:latin typeface="Consolas" panose="020B0609020204030204" pitchFamily="49" charset="0"/>
              </a:rPr>
              <a:t>motor</a:t>
            </a:r>
            <a:r>
              <a:rPr lang="en-US" b="0" dirty="0">
                <a:solidFill>
                  <a:srgbClr val="DAE3E3"/>
                </a:solidFill>
                <a:effectLst/>
                <a:latin typeface="Consolas" panose="020B0609020204030204" pitchFamily="49" charset="0"/>
              </a:rPr>
              <a:t>(</a:t>
            </a:r>
            <a:r>
              <a:rPr lang="en-US" b="0" dirty="0">
                <a:solidFill>
                  <a:srgbClr val="0CA1A6"/>
                </a:solidFill>
                <a:effectLst/>
                <a:latin typeface="Consolas" panose="020B0609020204030204" pitchFamily="49" charset="0"/>
              </a:rPr>
              <a:t>int</a:t>
            </a:r>
            <a:r>
              <a:rPr lang="en-US" b="0" dirty="0">
                <a:solidFill>
                  <a:srgbClr val="DAE3E3"/>
                </a:solidFill>
                <a:effectLst/>
                <a:latin typeface="Consolas" panose="020B0609020204030204" pitchFamily="49" charset="0"/>
              </a:rPr>
              <a:t> ML1, </a:t>
            </a:r>
            <a:r>
              <a:rPr lang="en-US" b="0" dirty="0">
                <a:solidFill>
                  <a:srgbClr val="0CA1A6"/>
                </a:solidFill>
                <a:effectLst/>
                <a:latin typeface="Consolas" panose="020B0609020204030204" pitchFamily="49" charset="0"/>
              </a:rPr>
              <a:t>int</a:t>
            </a:r>
            <a:r>
              <a:rPr lang="en-US" b="0" dirty="0">
                <a:solidFill>
                  <a:srgbClr val="DAE3E3"/>
                </a:solidFill>
                <a:effectLst/>
                <a:latin typeface="Consolas" panose="020B0609020204030204" pitchFamily="49" charset="0"/>
              </a:rPr>
              <a:t> ML2, </a:t>
            </a:r>
            <a:r>
              <a:rPr lang="en-US" b="0" dirty="0">
                <a:solidFill>
                  <a:srgbClr val="0CA1A6"/>
                </a:solidFill>
                <a:effectLst/>
                <a:latin typeface="Consolas" panose="020B0609020204030204" pitchFamily="49" charset="0"/>
              </a:rPr>
              <a:t>int</a:t>
            </a:r>
            <a:r>
              <a:rPr lang="en-US" b="0" dirty="0">
                <a:solidFill>
                  <a:srgbClr val="DAE3E3"/>
                </a:solidFill>
                <a:effectLst/>
                <a:latin typeface="Consolas" panose="020B0609020204030204" pitchFamily="49" charset="0"/>
              </a:rPr>
              <a:t> MR2, </a:t>
            </a:r>
            <a:r>
              <a:rPr lang="en-US" b="0" dirty="0">
                <a:solidFill>
                  <a:srgbClr val="0CA1A6"/>
                </a:solidFill>
                <a:effectLst/>
                <a:latin typeface="Consolas" panose="020B0609020204030204" pitchFamily="49" charset="0"/>
              </a:rPr>
              <a:t>int</a:t>
            </a:r>
            <a:r>
              <a:rPr lang="en-US" b="0" dirty="0">
                <a:solidFill>
                  <a:srgbClr val="DAE3E3"/>
                </a:solidFill>
                <a:effectLst/>
                <a:latin typeface="Consolas" panose="020B0609020204030204" pitchFamily="49" charset="0"/>
              </a:rPr>
              <a:t> MR1) {</a:t>
            </a:r>
            <a:endParaRPr lang="fa-IR" b="0" dirty="0">
              <a:solidFill>
                <a:srgbClr val="DAE3E3"/>
              </a:solidFill>
              <a:effectLst/>
              <a:latin typeface="Consolas" panose="020B0609020204030204" pitchFamily="49" charset="0"/>
            </a:endParaRPr>
          </a:p>
          <a:p>
            <a:pPr>
              <a:lnSpc>
                <a:spcPts val="1425"/>
              </a:lnSpc>
              <a:buNone/>
            </a:pPr>
            <a:r>
              <a:rPr lang="fa-IR" dirty="0">
                <a:solidFill>
                  <a:srgbClr val="C586C0"/>
                </a:solidFill>
                <a:latin typeface="Consolas" panose="020B0609020204030204" pitchFamily="49" charset="0"/>
              </a:rPr>
              <a:t>    </a:t>
            </a:r>
            <a:r>
              <a:rPr lang="en-US" dirty="0">
                <a:solidFill>
                  <a:srgbClr val="C586C0"/>
                </a:solidFill>
                <a:latin typeface="Consolas" panose="020B0609020204030204" pitchFamily="49" charset="0"/>
              </a:rPr>
              <a:t>if</a:t>
            </a:r>
            <a:r>
              <a:rPr lang="en-US" dirty="0">
                <a:solidFill>
                  <a:srgbClr val="DAE3E3"/>
                </a:solidFill>
                <a:latin typeface="Consolas" panose="020B0609020204030204" pitchFamily="49" charset="0"/>
              </a:rPr>
              <a:t> (REVERSE_MOTORS) {</a:t>
            </a:r>
          </a:p>
          <a:p>
            <a:pPr>
              <a:lnSpc>
                <a:spcPts val="1425"/>
              </a:lnSpc>
              <a:buNone/>
            </a:pPr>
            <a:r>
              <a:rPr lang="en-US" dirty="0">
                <a:solidFill>
                  <a:srgbClr val="DAE3E3"/>
                </a:solidFill>
                <a:latin typeface="Consolas" panose="020B0609020204030204" pitchFamily="49" charset="0"/>
              </a:rPr>
              <a:t>    ML1 = -ML1;</a:t>
            </a:r>
          </a:p>
          <a:p>
            <a:pPr>
              <a:lnSpc>
                <a:spcPts val="1425"/>
              </a:lnSpc>
              <a:buNone/>
            </a:pPr>
            <a:r>
              <a:rPr lang="en-US" dirty="0">
                <a:solidFill>
                  <a:srgbClr val="DAE3E3"/>
                </a:solidFill>
                <a:latin typeface="Consolas" panose="020B0609020204030204" pitchFamily="49" charset="0"/>
              </a:rPr>
              <a:t>    ML2 = -ML2;</a:t>
            </a:r>
          </a:p>
          <a:p>
            <a:pPr>
              <a:lnSpc>
                <a:spcPts val="1425"/>
              </a:lnSpc>
              <a:buNone/>
            </a:pPr>
            <a:r>
              <a:rPr lang="en-US" dirty="0">
                <a:solidFill>
                  <a:srgbClr val="DAE3E3"/>
                </a:solidFill>
                <a:latin typeface="Consolas" panose="020B0609020204030204" pitchFamily="49" charset="0"/>
              </a:rPr>
              <a:t>    MR2 = -MR2;</a:t>
            </a:r>
          </a:p>
          <a:p>
            <a:pPr>
              <a:lnSpc>
                <a:spcPts val="1425"/>
              </a:lnSpc>
              <a:buNone/>
            </a:pPr>
            <a:r>
              <a:rPr lang="en-US" dirty="0">
                <a:solidFill>
                  <a:srgbClr val="DAE3E3"/>
                </a:solidFill>
                <a:latin typeface="Consolas" panose="020B0609020204030204" pitchFamily="49" charset="0"/>
              </a:rPr>
              <a:t>    MR1 = -MR1;</a:t>
            </a:r>
          </a:p>
          <a:p>
            <a:pPr>
              <a:lnSpc>
                <a:spcPts val="1425"/>
              </a:lnSpc>
              <a:buNone/>
            </a:pPr>
            <a:r>
              <a:rPr lang="en-US" dirty="0">
                <a:solidFill>
                  <a:srgbClr val="DAE3E3"/>
                </a:solidFill>
                <a:latin typeface="Consolas" panose="020B0609020204030204" pitchFamily="49" charset="0"/>
              </a:rPr>
              <a:t>  }</a:t>
            </a:r>
          </a:p>
          <a:p>
            <a:pPr>
              <a:buNone/>
            </a:pPr>
            <a:endParaRPr lang="en-US" b="0" dirty="0">
              <a:solidFill>
                <a:srgbClr val="DAE3E3"/>
              </a:solidFill>
              <a:effectLst/>
              <a:latin typeface="Consolas" panose="020B0609020204030204" pitchFamily="49" charset="0"/>
            </a:endParaRP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AE3E3"/>
                </a:solidFill>
                <a:effectLst/>
                <a:latin typeface="Consolas" panose="020B0609020204030204" pitchFamily="49" charset="0"/>
              </a:rPr>
              <a:t> (ML1 &gt; MAX_SPEED) ML1 = MAX_SPEED;</a:t>
            </a: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AE3E3"/>
                </a:solidFill>
                <a:effectLst/>
                <a:latin typeface="Consolas" panose="020B0609020204030204" pitchFamily="49" charset="0"/>
              </a:rPr>
              <a:t> (ML1 &lt; -MAX_SPEED) ML1 = -MAX_SPEED;</a:t>
            </a: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AE3E3"/>
                </a:solidFill>
                <a:effectLst/>
                <a:latin typeface="Consolas" panose="020B0609020204030204" pitchFamily="49" charset="0"/>
              </a:rPr>
              <a:t> (ML2 &gt; MAX_SPEED) ML2 = MAX_SPEED;</a:t>
            </a: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AE3E3"/>
                </a:solidFill>
                <a:effectLst/>
                <a:latin typeface="Consolas" panose="020B0609020204030204" pitchFamily="49" charset="0"/>
              </a:rPr>
              <a:t> (ML2 &lt; -MAX_SPEED) ML2 = -MAX_SPEED;</a:t>
            </a: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AE3E3"/>
                </a:solidFill>
                <a:effectLst/>
                <a:latin typeface="Consolas" panose="020B0609020204030204" pitchFamily="49" charset="0"/>
              </a:rPr>
              <a:t> (MR2 &gt; MAX_SPEED) MR2 = MAX_SPEED;</a:t>
            </a: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AE3E3"/>
                </a:solidFill>
                <a:effectLst/>
                <a:latin typeface="Consolas" panose="020B0609020204030204" pitchFamily="49" charset="0"/>
              </a:rPr>
              <a:t> (MR2 &lt; -MAX_SPEED) MR2 = -MAX_SPEED;</a:t>
            </a: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AE3E3"/>
                </a:solidFill>
                <a:effectLst/>
                <a:latin typeface="Consolas" panose="020B0609020204030204" pitchFamily="49" charset="0"/>
              </a:rPr>
              <a:t> (MR1 &gt; MAX_SPEED) MR1 = MAX_SPEED;</a:t>
            </a: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AE3E3"/>
                </a:solidFill>
                <a:effectLst/>
                <a:latin typeface="Consolas" panose="020B0609020204030204" pitchFamily="49" charset="0"/>
              </a:rPr>
              <a:t> (MR1 &lt; -MAX_SPEED) MR1 = -MAX_SPEED;</a:t>
            </a:r>
          </a:p>
          <a:p>
            <a:pPr>
              <a:buNone/>
            </a:pPr>
            <a:r>
              <a:rPr lang="en-US" b="0" dirty="0">
                <a:solidFill>
                  <a:srgbClr val="7F8C8D"/>
                </a:solidFill>
                <a:effectLst/>
                <a:latin typeface="Consolas" panose="020B0609020204030204" pitchFamily="49" charset="0"/>
              </a:rPr>
              <a:t>  </a:t>
            </a:r>
            <a:r>
              <a:rPr lang="fa-IR" dirty="0">
                <a:solidFill>
                  <a:srgbClr val="7F8C8D"/>
                </a:solidFill>
                <a:latin typeface="Consolas" panose="020B0609020204030204" pitchFamily="49" charset="0"/>
              </a:rPr>
              <a:t>برنامه های قبلی</a:t>
            </a:r>
            <a:endParaRPr lang="en-US" b="0" dirty="0">
              <a:solidFill>
                <a:srgbClr val="DAE3E3"/>
              </a:solidFill>
              <a:effectLst/>
              <a:latin typeface="Consolas" panose="020B0609020204030204" pitchFamily="49" charset="0"/>
            </a:endParaRPr>
          </a:p>
          <a:p>
            <a:pPr>
              <a:buNone/>
            </a:pPr>
            <a:r>
              <a:rPr lang="en-US" b="0" dirty="0">
                <a:solidFill>
                  <a:srgbClr val="DAE3E3"/>
                </a:solidFill>
                <a:effectLst/>
                <a:latin typeface="Consolas" panose="020B0609020204030204" pitchFamily="49" charset="0"/>
              </a:rPr>
              <a:t>}</a:t>
            </a:r>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07796997-B2A7-6C1E-62AA-C730A340351A}"/>
                  </a:ext>
                </a:extLst>
              </p14:cNvPr>
              <p14:cNvContentPartPr/>
              <p14:nvPr/>
            </p14:nvContentPartPr>
            <p14:xfrm>
              <a:off x="3402171" y="2673840"/>
              <a:ext cx="834840" cy="103680"/>
            </p14:xfrm>
          </p:contentPart>
        </mc:Choice>
        <mc:Fallback xmlns="">
          <p:pic>
            <p:nvPicPr>
              <p:cNvPr id="3" name="Ink 2">
                <a:extLst>
                  <a:ext uri="{FF2B5EF4-FFF2-40B4-BE49-F238E27FC236}">
                    <a16:creationId xmlns:a16="http://schemas.microsoft.com/office/drawing/2014/main" id="{07796997-B2A7-6C1E-62AA-C730A340351A}"/>
                  </a:ext>
                </a:extLst>
              </p:cNvPr>
              <p:cNvPicPr/>
              <p:nvPr/>
            </p:nvPicPr>
            <p:blipFill>
              <a:blip r:embed="rId3"/>
              <a:stretch>
                <a:fillRect/>
              </a:stretch>
            </p:blipFill>
            <p:spPr>
              <a:xfrm>
                <a:off x="3384531" y="2656200"/>
                <a:ext cx="870480" cy="139320"/>
              </a:xfrm>
              <a:prstGeom prst="rect">
                <a:avLst/>
              </a:prstGeom>
            </p:spPr>
          </p:pic>
        </mc:Fallback>
      </mc:AlternateContent>
      <p:grpSp>
        <p:nvGrpSpPr>
          <p:cNvPr id="34" name="Group 33">
            <a:extLst>
              <a:ext uri="{FF2B5EF4-FFF2-40B4-BE49-F238E27FC236}">
                <a16:creationId xmlns:a16="http://schemas.microsoft.com/office/drawing/2014/main" id="{E7D48514-96A9-0369-51C1-F488F19C0088}"/>
              </a:ext>
            </a:extLst>
          </p:cNvPr>
          <p:cNvGrpSpPr/>
          <p:nvPr/>
        </p:nvGrpSpPr>
        <p:grpSpPr>
          <a:xfrm>
            <a:off x="4534766" y="2423040"/>
            <a:ext cx="1949040" cy="515880"/>
            <a:chOff x="4534766" y="2423040"/>
            <a:chExt cx="1949040" cy="515880"/>
          </a:xfrm>
        </p:grpSpPr>
        <mc:AlternateContent xmlns:mc="http://schemas.openxmlformats.org/markup-compatibility/2006" xmlns:p14="http://schemas.microsoft.com/office/powerpoint/2010/main">
          <mc:Choice Requires="p14">
            <p:contentPart p14:bwMode="auto" r:id="rId4">
              <p14:nvContentPartPr>
                <p14:cNvPr id="19" name="Ink 18">
                  <a:extLst>
                    <a:ext uri="{FF2B5EF4-FFF2-40B4-BE49-F238E27FC236}">
                      <a16:creationId xmlns:a16="http://schemas.microsoft.com/office/drawing/2014/main" id="{5828BD72-034F-4E5C-0D9B-CD8ACE8067EE}"/>
                    </a:ext>
                  </a:extLst>
                </p14:cNvPr>
                <p14:cNvContentPartPr/>
                <p14:nvPr/>
              </p14:nvContentPartPr>
              <p14:xfrm>
                <a:off x="6365726" y="2727600"/>
                <a:ext cx="86760" cy="87840"/>
              </p14:xfrm>
            </p:contentPart>
          </mc:Choice>
          <mc:Fallback xmlns="">
            <p:pic>
              <p:nvPicPr>
                <p:cNvPr id="19" name="Ink 18">
                  <a:extLst>
                    <a:ext uri="{FF2B5EF4-FFF2-40B4-BE49-F238E27FC236}">
                      <a16:creationId xmlns:a16="http://schemas.microsoft.com/office/drawing/2014/main" id="{5828BD72-034F-4E5C-0D9B-CD8ACE8067EE}"/>
                    </a:ext>
                  </a:extLst>
                </p:cNvPr>
                <p:cNvPicPr/>
                <p:nvPr/>
              </p:nvPicPr>
              <p:blipFill>
                <a:blip r:embed="rId5"/>
                <a:stretch>
                  <a:fillRect/>
                </a:stretch>
              </p:blipFill>
              <p:spPr>
                <a:xfrm>
                  <a:off x="6347726" y="2709960"/>
                  <a:ext cx="122400" cy="12348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0" name="Ink 19">
                  <a:extLst>
                    <a:ext uri="{FF2B5EF4-FFF2-40B4-BE49-F238E27FC236}">
                      <a16:creationId xmlns:a16="http://schemas.microsoft.com/office/drawing/2014/main" id="{F0BB61DB-C513-87BE-F3C6-C7DDD707FB00}"/>
                    </a:ext>
                  </a:extLst>
                </p14:cNvPr>
                <p14:cNvContentPartPr/>
                <p14:nvPr/>
              </p14:nvContentPartPr>
              <p14:xfrm>
                <a:off x="6440966" y="2822640"/>
                <a:ext cx="9000" cy="11160"/>
              </p14:xfrm>
            </p:contentPart>
          </mc:Choice>
          <mc:Fallback xmlns="">
            <p:pic>
              <p:nvPicPr>
                <p:cNvPr id="20" name="Ink 19">
                  <a:extLst>
                    <a:ext uri="{FF2B5EF4-FFF2-40B4-BE49-F238E27FC236}">
                      <a16:creationId xmlns:a16="http://schemas.microsoft.com/office/drawing/2014/main" id="{F0BB61DB-C513-87BE-F3C6-C7DDD707FB00}"/>
                    </a:ext>
                  </a:extLst>
                </p:cNvPr>
                <p:cNvPicPr/>
                <p:nvPr/>
              </p:nvPicPr>
              <p:blipFill>
                <a:blip r:embed="rId7"/>
                <a:stretch>
                  <a:fillRect/>
                </a:stretch>
              </p:blipFill>
              <p:spPr>
                <a:xfrm>
                  <a:off x="6423326" y="2804640"/>
                  <a:ext cx="44640" cy="468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1" name="Ink 20">
                  <a:extLst>
                    <a:ext uri="{FF2B5EF4-FFF2-40B4-BE49-F238E27FC236}">
                      <a16:creationId xmlns:a16="http://schemas.microsoft.com/office/drawing/2014/main" id="{A86D89C3-6A20-E412-8323-2DCCBE14168D}"/>
                    </a:ext>
                  </a:extLst>
                </p14:cNvPr>
                <p14:cNvContentPartPr/>
                <p14:nvPr/>
              </p14:nvContentPartPr>
              <p14:xfrm>
                <a:off x="5819606" y="2638320"/>
                <a:ext cx="475560" cy="300600"/>
              </p14:xfrm>
            </p:contentPart>
          </mc:Choice>
          <mc:Fallback xmlns="">
            <p:pic>
              <p:nvPicPr>
                <p:cNvPr id="21" name="Ink 20">
                  <a:extLst>
                    <a:ext uri="{FF2B5EF4-FFF2-40B4-BE49-F238E27FC236}">
                      <a16:creationId xmlns:a16="http://schemas.microsoft.com/office/drawing/2014/main" id="{A86D89C3-6A20-E412-8323-2DCCBE14168D}"/>
                    </a:ext>
                  </a:extLst>
                </p:cNvPr>
                <p:cNvPicPr/>
                <p:nvPr/>
              </p:nvPicPr>
              <p:blipFill>
                <a:blip r:embed="rId9"/>
                <a:stretch>
                  <a:fillRect/>
                </a:stretch>
              </p:blipFill>
              <p:spPr>
                <a:xfrm>
                  <a:off x="5801606" y="2620320"/>
                  <a:ext cx="511200" cy="33624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2" name="Ink 21">
                  <a:extLst>
                    <a:ext uri="{FF2B5EF4-FFF2-40B4-BE49-F238E27FC236}">
                      <a16:creationId xmlns:a16="http://schemas.microsoft.com/office/drawing/2014/main" id="{7BF03171-FE42-890F-65C4-79122A71D5FB}"/>
                    </a:ext>
                  </a:extLst>
                </p14:cNvPr>
                <p14:cNvContentPartPr/>
                <p14:nvPr/>
              </p14:nvContentPartPr>
              <p14:xfrm>
                <a:off x="6091406" y="2423040"/>
                <a:ext cx="392400" cy="183240"/>
              </p14:xfrm>
            </p:contentPart>
          </mc:Choice>
          <mc:Fallback xmlns="">
            <p:pic>
              <p:nvPicPr>
                <p:cNvPr id="22" name="Ink 21">
                  <a:extLst>
                    <a:ext uri="{FF2B5EF4-FFF2-40B4-BE49-F238E27FC236}">
                      <a16:creationId xmlns:a16="http://schemas.microsoft.com/office/drawing/2014/main" id="{7BF03171-FE42-890F-65C4-79122A71D5FB}"/>
                    </a:ext>
                  </a:extLst>
                </p:cNvPr>
                <p:cNvPicPr/>
                <p:nvPr/>
              </p:nvPicPr>
              <p:blipFill>
                <a:blip r:embed="rId11"/>
                <a:stretch>
                  <a:fillRect/>
                </a:stretch>
              </p:blipFill>
              <p:spPr>
                <a:xfrm>
                  <a:off x="6073766" y="2405400"/>
                  <a:ext cx="428040" cy="21888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4" name="Ink 23">
                  <a:extLst>
                    <a:ext uri="{FF2B5EF4-FFF2-40B4-BE49-F238E27FC236}">
                      <a16:creationId xmlns:a16="http://schemas.microsoft.com/office/drawing/2014/main" id="{EA6DC471-1A2D-640C-F3BD-A225352308F2}"/>
                    </a:ext>
                  </a:extLst>
                </p14:cNvPr>
                <p14:cNvContentPartPr/>
                <p14:nvPr/>
              </p14:nvContentPartPr>
              <p14:xfrm>
                <a:off x="5499566" y="2671440"/>
                <a:ext cx="285840" cy="114480"/>
              </p14:xfrm>
            </p:contentPart>
          </mc:Choice>
          <mc:Fallback xmlns="">
            <p:pic>
              <p:nvPicPr>
                <p:cNvPr id="24" name="Ink 23">
                  <a:extLst>
                    <a:ext uri="{FF2B5EF4-FFF2-40B4-BE49-F238E27FC236}">
                      <a16:creationId xmlns:a16="http://schemas.microsoft.com/office/drawing/2014/main" id="{EA6DC471-1A2D-640C-F3BD-A225352308F2}"/>
                    </a:ext>
                  </a:extLst>
                </p:cNvPr>
                <p:cNvPicPr/>
                <p:nvPr/>
              </p:nvPicPr>
              <p:blipFill>
                <a:blip r:embed="rId13"/>
                <a:stretch>
                  <a:fillRect/>
                </a:stretch>
              </p:blipFill>
              <p:spPr>
                <a:xfrm>
                  <a:off x="5481926" y="2653440"/>
                  <a:ext cx="321480" cy="15012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5" name="Ink 24">
                  <a:extLst>
                    <a:ext uri="{FF2B5EF4-FFF2-40B4-BE49-F238E27FC236}">
                      <a16:creationId xmlns:a16="http://schemas.microsoft.com/office/drawing/2014/main" id="{D8C7787B-F34F-43B2-E83B-DF32ACC0D072}"/>
                    </a:ext>
                  </a:extLst>
                </p14:cNvPr>
                <p14:cNvContentPartPr/>
                <p14:nvPr/>
              </p14:nvContentPartPr>
              <p14:xfrm>
                <a:off x="5619086" y="2610960"/>
                <a:ext cx="30960" cy="60480"/>
              </p14:xfrm>
            </p:contentPart>
          </mc:Choice>
          <mc:Fallback xmlns="">
            <p:pic>
              <p:nvPicPr>
                <p:cNvPr id="25" name="Ink 24">
                  <a:extLst>
                    <a:ext uri="{FF2B5EF4-FFF2-40B4-BE49-F238E27FC236}">
                      <a16:creationId xmlns:a16="http://schemas.microsoft.com/office/drawing/2014/main" id="{D8C7787B-F34F-43B2-E83B-DF32ACC0D072}"/>
                    </a:ext>
                  </a:extLst>
                </p:cNvPr>
                <p:cNvPicPr/>
                <p:nvPr/>
              </p:nvPicPr>
              <p:blipFill>
                <a:blip r:embed="rId15"/>
                <a:stretch>
                  <a:fillRect/>
                </a:stretch>
              </p:blipFill>
              <p:spPr>
                <a:xfrm>
                  <a:off x="5601446" y="2593320"/>
                  <a:ext cx="66600" cy="9612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7" name="Ink 26">
                  <a:extLst>
                    <a:ext uri="{FF2B5EF4-FFF2-40B4-BE49-F238E27FC236}">
                      <a16:creationId xmlns:a16="http://schemas.microsoft.com/office/drawing/2014/main" id="{7CC31843-6E3D-7CEC-4D58-F9BFD674BAC9}"/>
                    </a:ext>
                  </a:extLst>
                </p14:cNvPr>
                <p14:cNvContentPartPr/>
                <p14:nvPr/>
              </p14:nvContentPartPr>
              <p14:xfrm>
                <a:off x="5229566" y="2730120"/>
                <a:ext cx="225720" cy="130680"/>
              </p14:xfrm>
            </p:contentPart>
          </mc:Choice>
          <mc:Fallback xmlns="">
            <p:pic>
              <p:nvPicPr>
                <p:cNvPr id="27" name="Ink 26">
                  <a:extLst>
                    <a:ext uri="{FF2B5EF4-FFF2-40B4-BE49-F238E27FC236}">
                      <a16:creationId xmlns:a16="http://schemas.microsoft.com/office/drawing/2014/main" id="{7CC31843-6E3D-7CEC-4D58-F9BFD674BAC9}"/>
                    </a:ext>
                  </a:extLst>
                </p:cNvPr>
                <p:cNvPicPr/>
                <p:nvPr/>
              </p:nvPicPr>
              <p:blipFill>
                <a:blip r:embed="rId17"/>
                <a:stretch>
                  <a:fillRect/>
                </a:stretch>
              </p:blipFill>
              <p:spPr>
                <a:xfrm>
                  <a:off x="5211566" y="2712120"/>
                  <a:ext cx="261360" cy="16632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8" name="Ink 27">
                  <a:extLst>
                    <a:ext uri="{FF2B5EF4-FFF2-40B4-BE49-F238E27FC236}">
                      <a16:creationId xmlns:a16="http://schemas.microsoft.com/office/drawing/2014/main" id="{898F52EA-DF49-D788-2168-29BCD9586057}"/>
                    </a:ext>
                  </a:extLst>
                </p14:cNvPr>
                <p14:cNvContentPartPr/>
                <p14:nvPr/>
              </p14:nvContentPartPr>
              <p14:xfrm>
                <a:off x="5356646" y="2593320"/>
                <a:ext cx="1080" cy="6120"/>
              </p14:xfrm>
            </p:contentPart>
          </mc:Choice>
          <mc:Fallback xmlns="">
            <p:pic>
              <p:nvPicPr>
                <p:cNvPr id="28" name="Ink 27">
                  <a:extLst>
                    <a:ext uri="{FF2B5EF4-FFF2-40B4-BE49-F238E27FC236}">
                      <a16:creationId xmlns:a16="http://schemas.microsoft.com/office/drawing/2014/main" id="{898F52EA-DF49-D788-2168-29BCD9586057}"/>
                    </a:ext>
                  </a:extLst>
                </p:cNvPr>
                <p:cNvPicPr/>
                <p:nvPr/>
              </p:nvPicPr>
              <p:blipFill>
                <a:blip r:embed="rId19"/>
                <a:stretch>
                  <a:fillRect/>
                </a:stretch>
              </p:blipFill>
              <p:spPr>
                <a:xfrm>
                  <a:off x="5339006" y="2575680"/>
                  <a:ext cx="3672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9" name="Ink 28">
                  <a:extLst>
                    <a:ext uri="{FF2B5EF4-FFF2-40B4-BE49-F238E27FC236}">
                      <a16:creationId xmlns:a16="http://schemas.microsoft.com/office/drawing/2014/main" id="{94EC8591-981C-41E3-36C4-5786E179D2E5}"/>
                    </a:ext>
                  </a:extLst>
                </p14:cNvPr>
                <p14:cNvContentPartPr/>
                <p14:nvPr/>
              </p14:nvContentPartPr>
              <p14:xfrm>
                <a:off x="4961006" y="2714280"/>
                <a:ext cx="208080" cy="121320"/>
              </p14:xfrm>
            </p:contentPart>
          </mc:Choice>
          <mc:Fallback xmlns="">
            <p:pic>
              <p:nvPicPr>
                <p:cNvPr id="29" name="Ink 28">
                  <a:extLst>
                    <a:ext uri="{FF2B5EF4-FFF2-40B4-BE49-F238E27FC236}">
                      <a16:creationId xmlns:a16="http://schemas.microsoft.com/office/drawing/2014/main" id="{94EC8591-981C-41E3-36C4-5786E179D2E5}"/>
                    </a:ext>
                  </a:extLst>
                </p:cNvPr>
                <p:cNvPicPr/>
                <p:nvPr/>
              </p:nvPicPr>
              <p:blipFill>
                <a:blip r:embed="rId21"/>
                <a:stretch>
                  <a:fillRect/>
                </a:stretch>
              </p:blipFill>
              <p:spPr>
                <a:xfrm>
                  <a:off x="4943366" y="2696640"/>
                  <a:ext cx="243720" cy="1569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30" name="Ink 29">
                  <a:extLst>
                    <a:ext uri="{FF2B5EF4-FFF2-40B4-BE49-F238E27FC236}">
                      <a16:creationId xmlns:a16="http://schemas.microsoft.com/office/drawing/2014/main" id="{B50524A7-9D69-7C21-CB70-0498C2F15647}"/>
                    </a:ext>
                  </a:extLst>
                </p14:cNvPr>
                <p14:cNvContentPartPr/>
                <p14:nvPr/>
              </p14:nvContentPartPr>
              <p14:xfrm>
                <a:off x="4770926" y="2711400"/>
                <a:ext cx="155520" cy="154800"/>
              </p14:xfrm>
            </p:contentPart>
          </mc:Choice>
          <mc:Fallback xmlns="">
            <p:pic>
              <p:nvPicPr>
                <p:cNvPr id="30" name="Ink 29">
                  <a:extLst>
                    <a:ext uri="{FF2B5EF4-FFF2-40B4-BE49-F238E27FC236}">
                      <a16:creationId xmlns:a16="http://schemas.microsoft.com/office/drawing/2014/main" id="{B50524A7-9D69-7C21-CB70-0498C2F15647}"/>
                    </a:ext>
                  </a:extLst>
                </p:cNvPr>
                <p:cNvPicPr/>
                <p:nvPr/>
              </p:nvPicPr>
              <p:blipFill>
                <a:blip r:embed="rId23"/>
                <a:stretch>
                  <a:fillRect/>
                </a:stretch>
              </p:blipFill>
              <p:spPr>
                <a:xfrm>
                  <a:off x="4752926" y="2693760"/>
                  <a:ext cx="191160" cy="1904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1" name="Ink 30">
                  <a:extLst>
                    <a:ext uri="{FF2B5EF4-FFF2-40B4-BE49-F238E27FC236}">
                      <a16:creationId xmlns:a16="http://schemas.microsoft.com/office/drawing/2014/main" id="{AF7A1862-EF14-7D6D-288D-09CCE3394A94}"/>
                    </a:ext>
                  </a:extLst>
                </p14:cNvPr>
                <p14:cNvContentPartPr/>
                <p14:nvPr/>
              </p14:nvContentPartPr>
              <p14:xfrm>
                <a:off x="4863086" y="2616360"/>
                <a:ext cx="69120" cy="9720"/>
              </p14:xfrm>
            </p:contentPart>
          </mc:Choice>
          <mc:Fallback xmlns="">
            <p:pic>
              <p:nvPicPr>
                <p:cNvPr id="31" name="Ink 30">
                  <a:extLst>
                    <a:ext uri="{FF2B5EF4-FFF2-40B4-BE49-F238E27FC236}">
                      <a16:creationId xmlns:a16="http://schemas.microsoft.com/office/drawing/2014/main" id="{AF7A1862-EF14-7D6D-288D-09CCE3394A94}"/>
                    </a:ext>
                  </a:extLst>
                </p:cNvPr>
                <p:cNvPicPr/>
                <p:nvPr/>
              </p:nvPicPr>
              <p:blipFill>
                <a:blip r:embed="rId25"/>
                <a:stretch>
                  <a:fillRect/>
                </a:stretch>
              </p:blipFill>
              <p:spPr>
                <a:xfrm>
                  <a:off x="4845086" y="2598360"/>
                  <a:ext cx="104760" cy="45360"/>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32" name="Ink 31">
                  <a:extLst>
                    <a:ext uri="{FF2B5EF4-FFF2-40B4-BE49-F238E27FC236}">
                      <a16:creationId xmlns:a16="http://schemas.microsoft.com/office/drawing/2014/main" id="{FFEAB748-AB2E-A0B4-469A-6006859FE2F7}"/>
                    </a:ext>
                  </a:extLst>
                </p14:cNvPr>
                <p14:cNvContentPartPr/>
                <p14:nvPr/>
              </p14:nvContentPartPr>
              <p14:xfrm>
                <a:off x="4736006" y="2697000"/>
                <a:ext cx="70200" cy="86760"/>
              </p14:xfrm>
            </p:contentPart>
          </mc:Choice>
          <mc:Fallback xmlns="">
            <p:pic>
              <p:nvPicPr>
                <p:cNvPr id="32" name="Ink 31">
                  <a:extLst>
                    <a:ext uri="{FF2B5EF4-FFF2-40B4-BE49-F238E27FC236}">
                      <a16:creationId xmlns:a16="http://schemas.microsoft.com/office/drawing/2014/main" id="{FFEAB748-AB2E-A0B4-469A-6006859FE2F7}"/>
                    </a:ext>
                  </a:extLst>
                </p:cNvPr>
                <p:cNvPicPr/>
                <p:nvPr/>
              </p:nvPicPr>
              <p:blipFill>
                <a:blip r:embed="rId27"/>
                <a:stretch>
                  <a:fillRect/>
                </a:stretch>
              </p:blipFill>
              <p:spPr>
                <a:xfrm>
                  <a:off x="4718006" y="2679000"/>
                  <a:ext cx="105840" cy="12240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33" name="Ink 32">
                  <a:extLst>
                    <a:ext uri="{FF2B5EF4-FFF2-40B4-BE49-F238E27FC236}">
                      <a16:creationId xmlns:a16="http://schemas.microsoft.com/office/drawing/2014/main" id="{3401837E-83AC-659F-C195-B5733F7E6DF4}"/>
                    </a:ext>
                  </a:extLst>
                </p14:cNvPr>
                <p14:cNvContentPartPr/>
                <p14:nvPr/>
              </p14:nvContentPartPr>
              <p14:xfrm>
                <a:off x="4534766" y="2549400"/>
                <a:ext cx="201240" cy="231840"/>
              </p14:xfrm>
            </p:contentPart>
          </mc:Choice>
          <mc:Fallback xmlns="">
            <p:pic>
              <p:nvPicPr>
                <p:cNvPr id="33" name="Ink 32">
                  <a:extLst>
                    <a:ext uri="{FF2B5EF4-FFF2-40B4-BE49-F238E27FC236}">
                      <a16:creationId xmlns:a16="http://schemas.microsoft.com/office/drawing/2014/main" id="{3401837E-83AC-659F-C195-B5733F7E6DF4}"/>
                    </a:ext>
                  </a:extLst>
                </p:cNvPr>
                <p:cNvPicPr/>
                <p:nvPr/>
              </p:nvPicPr>
              <p:blipFill>
                <a:blip r:embed="rId29"/>
                <a:stretch>
                  <a:fillRect/>
                </a:stretch>
              </p:blipFill>
              <p:spPr>
                <a:xfrm>
                  <a:off x="4516766" y="2531760"/>
                  <a:ext cx="236880" cy="267480"/>
                </a:xfrm>
                <a:prstGeom prst="rect">
                  <a:avLst/>
                </a:prstGeom>
              </p:spPr>
            </p:pic>
          </mc:Fallback>
        </mc:AlternateContent>
      </p:grpSp>
    </p:spTree>
    <p:extLst>
      <p:ext uri="{BB962C8B-B14F-4D97-AF65-F5344CB8AC3E}">
        <p14:creationId xmlns:p14="http://schemas.microsoft.com/office/powerpoint/2010/main" val="855400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F4FFD2-E072-4D03-E08F-26996D7C6B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E6C69B-C2B0-DF22-5332-3CC56AD62B82}"/>
              </a:ext>
            </a:extLst>
          </p:cNvPr>
          <p:cNvSpPr>
            <a:spLocks noGrp="1"/>
          </p:cNvSpPr>
          <p:nvPr>
            <p:ph type="title"/>
          </p:nvPr>
        </p:nvSpPr>
        <p:spPr>
          <a:xfrm>
            <a:off x="919119" y="495300"/>
            <a:ext cx="10353762" cy="812800"/>
          </a:xfrm>
        </p:spPr>
        <p:txBody>
          <a:bodyPr>
            <a:normAutofit/>
          </a:bodyPr>
          <a:lstStyle/>
          <a:p>
            <a:r>
              <a:rPr lang="fa-IR" sz="3600" dirty="0">
                <a:latin typeface="IRANSans" panose="02040503050201020203" pitchFamily="18" charset="-78"/>
                <a:cs typeface="B Titr" panose="00000700000000000000" pitchFamily="2" charset="-78"/>
              </a:rPr>
              <a:t>آزمایش تابع موتور</a:t>
            </a:r>
            <a:endParaRPr lang="en-US" sz="3600" dirty="0">
              <a:latin typeface="IRANSans" panose="02040503050201020203" pitchFamily="18" charset="-78"/>
              <a:cs typeface="B Titr" panose="00000700000000000000" pitchFamily="2" charset="-78"/>
            </a:endParaRPr>
          </a:p>
        </p:txBody>
      </p:sp>
      <p:sp>
        <p:nvSpPr>
          <p:cNvPr id="17" name="TextBox 16">
            <a:extLst>
              <a:ext uri="{FF2B5EF4-FFF2-40B4-BE49-F238E27FC236}">
                <a16:creationId xmlns:a16="http://schemas.microsoft.com/office/drawing/2014/main" id="{F037704C-EF6B-56F2-0DFE-5E060C3A82E1}"/>
              </a:ext>
            </a:extLst>
          </p:cNvPr>
          <p:cNvSpPr txBox="1"/>
          <p:nvPr/>
        </p:nvSpPr>
        <p:spPr>
          <a:xfrm>
            <a:off x="919119" y="1473200"/>
            <a:ext cx="10353762" cy="1719702"/>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حال با استفاده از تابع موتور به هر یک از موتور ها دستور می‌‎دهیم در جهت مثبت بچرخند اینکار باعث چرخش ربات در جهت عقربه های ساعت می‌‎شود.</a:t>
            </a:r>
          </a:p>
          <a:p>
            <a:pPr algn="just" rtl="1">
              <a:lnSpc>
                <a:spcPct val="150000"/>
              </a:lnSpc>
            </a:pPr>
            <a:endParaRPr lang="fa-IR" dirty="0">
              <a:latin typeface="IRANSans" panose="02040503050201020203" pitchFamily="18" charset="-78"/>
              <a:cs typeface="IRANSans" panose="02040503050201020203" pitchFamily="18" charset="-78"/>
            </a:endParaRPr>
          </a:p>
          <a:p>
            <a:pPr algn="just" rtl="1">
              <a:lnSpc>
                <a:spcPct val="150000"/>
              </a:lnSpc>
            </a:pPr>
            <a:r>
              <a:rPr lang="fa-IR" b="1" dirty="0">
                <a:solidFill>
                  <a:srgbClr val="00B050"/>
                </a:solidFill>
                <a:latin typeface="IRANSans" panose="02040503050201020203" pitchFamily="18" charset="-78"/>
                <a:cs typeface="IRANSans" panose="02040503050201020203" pitchFamily="18" charset="-78"/>
              </a:rPr>
              <a:t>تمرین:</a:t>
            </a:r>
            <a:r>
              <a:rPr lang="fa-IR" dirty="0">
                <a:latin typeface="IRANSans" panose="02040503050201020203" pitchFamily="18" charset="-78"/>
                <a:cs typeface="IRANSans" panose="02040503050201020203" pitchFamily="18" charset="-78"/>
              </a:rPr>
              <a:t> برنامه ای بنویسید که ربات 1 ثانیه جلو و 1 ثانیه عقب حرکت کند.</a:t>
            </a:r>
            <a:endParaRPr lang="en-US" dirty="0">
              <a:latin typeface="IRANSans" panose="02040503050201020203" pitchFamily="18" charset="-78"/>
              <a:cs typeface="IRANSans" panose="02040503050201020203" pitchFamily="18" charset="-78"/>
            </a:endParaRPr>
          </a:p>
        </p:txBody>
      </p:sp>
      <p:sp>
        <p:nvSpPr>
          <p:cNvPr id="4" name="TextBox 3">
            <a:extLst>
              <a:ext uri="{FF2B5EF4-FFF2-40B4-BE49-F238E27FC236}">
                <a16:creationId xmlns:a16="http://schemas.microsoft.com/office/drawing/2014/main" id="{E4278625-94C6-69E8-52B5-039566AAE3E6}"/>
              </a:ext>
            </a:extLst>
          </p:cNvPr>
          <p:cNvSpPr txBox="1"/>
          <p:nvPr/>
        </p:nvSpPr>
        <p:spPr>
          <a:xfrm>
            <a:off x="919118" y="3763658"/>
            <a:ext cx="10353761" cy="1962076"/>
          </a:xfrm>
          <a:prstGeom prst="rect">
            <a:avLst/>
          </a:prstGeom>
          <a:noFill/>
        </p:spPr>
        <p:txBody>
          <a:bodyPr wrap="square">
            <a:spAutoFit/>
          </a:bodyPr>
          <a:lstStyle/>
          <a:p>
            <a:pPr>
              <a:lnSpc>
                <a:spcPct val="150000"/>
              </a:lnSpc>
              <a:buNone/>
            </a:pPr>
            <a:r>
              <a:rPr lang="en-US" sz="2800" b="0" dirty="0">
                <a:solidFill>
                  <a:srgbClr val="0CA1A6"/>
                </a:solidFill>
                <a:effectLst/>
                <a:latin typeface="Consolas" panose="020B0609020204030204" pitchFamily="49" charset="0"/>
              </a:rPr>
              <a:t>void</a:t>
            </a:r>
            <a:r>
              <a:rPr lang="en-US" sz="2800" b="0" dirty="0">
                <a:solidFill>
                  <a:srgbClr val="DAE3E3"/>
                </a:solidFill>
                <a:effectLst/>
                <a:latin typeface="Consolas" panose="020B0609020204030204" pitchFamily="49" charset="0"/>
              </a:rPr>
              <a:t> </a:t>
            </a:r>
            <a:r>
              <a:rPr lang="en-US" sz="2800" b="0" dirty="0">
                <a:solidFill>
                  <a:srgbClr val="F39C12"/>
                </a:solidFill>
                <a:effectLst/>
                <a:latin typeface="Consolas" panose="020B0609020204030204" pitchFamily="49" charset="0"/>
              </a:rPr>
              <a:t>loop</a:t>
            </a:r>
            <a:r>
              <a:rPr lang="en-US" sz="2800" b="0" dirty="0">
                <a:solidFill>
                  <a:srgbClr val="DAE3E3"/>
                </a:solidFill>
                <a:effectLst/>
                <a:latin typeface="Consolas" panose="020B0609020204030204" pitchFamily="49" charset="0"/>
              </a:rPr>
              <a:t>() {</a:t>
            </a:r>
          </a:p>
          <a:p>
            <a:pPr>
              <a:lnSpc>
                <a:spcPct val="150000"/>
              </a:lnSpc>
              <a:buNone/>
            </a:pPr>
            <a:r>
              <a:rPr lang="en-US" sz="2800" b="0" dirty="0">
                <a:solidFill>
                  <a:srgbClr val="DAE3E3"/>
                </a:solidFill>
                <a:effectLst/>
                <a:latin typeface="Consolas" panose="020B0609020204030204" pitchFamily="49" charset="0"/>
              </a:rPr>
              <a:t>  </a:t>
            </a:r>
            <a:r>
              <a:rPr lang="en-US" sz="2800" b="0" dirty="0">
                <a:solidFill>
                  <a:srgbClr val="F39C12"/>
                </a:solidFill>
                <a:effectLst/>
                <a:latin typeface="Consolas" panose="020B0609020204030204" pitchFamily="49" charset="0"/>
              </a:rPr>
              <a:t>motor</a:t>
            </a:r>
            <a:r>
              <a:rPr lang="en-US" sz="2800" b="0" dirty="0">
                <a:solidFill>
                  <a:srgbClr val="DAE3E3"/>
                </a:solidFill>
                <a:effectLst/>
                <a:latin typeface="Consolas" panose="020B0609020204030204" pitchFamily="49" charset="0"/>
              </a:rPr>
              <a:t>(LOW_SPEED, LOW_SPEED, LOW_SPEED, LOW_SPEED);</a:t>
            </a:r>
          </a:p>
          <a:p>
            <a:pPr>
              <a:lnSpc>
                <a:spcPct val="150000"/>
              </a:lnSpc>
              <a:buNone/>
            </a:pPr>
            <a:r>
              <a:rPr lang="en-US" sz="2800" b="0" dirty="0">
                <a:solidFill>
                  <a:srgbClr val="DAE3E3"/>
                </a:solidFill>
                <a:effectLst/>
                <a:latin typeface="Consolas" panose="020B0609020204030204" pitchFamily="49" charset="0"/>
              </a:rPr>
              <a:t>}</a:t>
            </a:r>
          </a:p>
        </p:txBody>
      </p:sp>
    </p:spTree>
    <p:extLst>
      <p:ext uri="{BB962C8B-B14F-4D97-AF65-F5344CB8AC3E}">
        <p14:creationId xmlns:p14="http://schemas.microsoft.com/office/powerpoint/2010/main" val="11341680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65A29B-9329-91B4-EB53-93D5F6A90D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797810-0EEB-BA83-8978-DE02B534A471}"/>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تابع </a:t>
            </a:r>
            <a:r>
              <a:rPr lang="en-US" sz="3600" dirty="0">
                <a:latin typeface="IRANSans" panose="02040503050201020203" pitchFamily="18" charset="-78"/>
                <a:cs typeface="B Titr" panose="00000700000000000000" pitchFamily="2" charset="-78"/>
              </a:rPr>
              <a:t>move</a:t>
            </a:r>
          </a:p>
        </p:txBody>
      </p:sp>
      <p:sp>
        <p:nvSpPr>
          <p:cNvPr id="17" name="TextBox 16">
            <a:extLst>
              <a:ext uri="{FF2B5EF4-FFF2-40B4-BE49-F238E27FC236}">
                <a16:creationId xmlns:a16="http://schemas.microsoft.com/office/drawing/2014/main" id="{950DC199-896A-5B3B-D750-4F4F0EBE0F59}"/>
              </a:ext>
            </a:extLst>
          </p:cNvPr>
          <p:cNvSpPr txBox="1"/>
          <p:nvPr/>
        </p:nvSpPr>
        <p:spPr>
          <a:xfrm>
            <a:off x="919119" y="1473200"/>
            <a:ext cx="10353761" cy="1719702"/>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تابع </a:t>
            </a:r>
            <a:r>
              <a:rPr lang="en-US" dirty="0">
                <a:latin typeface="IRANSans" panose="02040503050201020203" pitchFamily="18" charset="-78"/>
                <a:cs typeface="IRANSans" panose="02040503050201020203" pitchFamily="18" charset="-78"/>
              </a:rPr>
              <a:t>move</a:t>
            </a:r>
            <a:r>
              <a:rPr lang="fa-IR" dirty="0">
                <a:latin typeface="IRANSans" panose="02040503050201020203" pitchFamily="18" charset="-78"/>
                <a:cs typeface="IRANSans" panose="02040503050201020203" pitchFamily="18" charset="-78"/>
              </a:rPr>
              <a:t> تابعی با دو متغیر ورودی است که به ما این قابلیت را می‎‎دهد تا به ربات دستور دهیم به سمت یک زاویه خاص با سرعت مشخصی حرکت کند. در برنامه زیر </a:t>
            </a:r>
            <a:r>
              <a:rPr lang="en-US" dirty="0">
                <a:latin typeface="IRANSans" panose="02040503050201020203" pitchFamily="18" charset="-78"/>
                <a:cs typeface="IRANSans" panose="02040503050201020203" pitchFamily="18" charset="-78"/>
              </a:rPr>
              <a:t>a</a:t>
            </a:r>
            <a:r>
              <a:rPr lang="fa-IR" dirty="0">
                <a:latin typeface="IRANSans" panose="02040503050201020203" pitchFamily="18" charset="-78"/>
                <a:cs typeface="IRANSans" panose="02040503050201020203" pitchFamily="18" charset="-78"/>
              </a:rPr>
              <a:t> زاویه و </a:t>
            </a:r>
            <a:r>
              <a:rPr lang="en-US" dirty="0">
                <a:latin typeface="IRANSans" panose="02040503050201020203" pitchFamily="18" charset="-78"/>
                <a:cs typeface="IRANSans" panose="02040503050201020203" pitchFamily="18" charset="-78"/>
              </a:rPr>
              <a:t>v</a:t>
            </a:r>
            <a:r>
              <a:rPr lang="fa-IR" dirty="0">
                <a:latin typeface="IRANSans" panose="02040503050201020203" pitchFamily="18" charset="-78"/>
                <a:cs typeface="IRANSans" panose="02040503050201020203" pitchFamily="18" charset="-78"/>
              </a:rPr>
              <a:t> سرعت می‎باشد. محاسبه سرعت موتورها با استفاده از توابع مثلثاتی انجام می‎شود.</a:t>
            </a:r>
            <a:endParaRPr lang="en-US" dirty="0">
              <a:latin typeface="IRANSans" panose="02040503050201020203" pitchFamily="18" charset="-78"/>
              <a:cs typeface="IRANSans" panose="02040503050201020203" pitchFamily="18" charset="-78"/>
            </a:endParaRPr>
          </a:p>
          <a:p>
            <a:pPr algn="just" rtl="1">
              <a:lnSpc>
                <a:spcPct val="150000"/>
              </a:lnSpc>
            </a:pPr>
            <a:endParaRPr lang="fa-IR" dirty="0">
              <a:latin typeface="IRANSans" panose="02040503050201020203" pitchFamily="18" charset="-78"/>
              <a:cs typeface="IRANSans" panose="02040503050201020203" pitchFamily="18" charset="-78"/>
            </a:endParaRPr>
          </a:p>
        </p:txBody>
      </p:sp>
      <p:sp>
        <p:nvSpPr>
          <p:cNvPr id="4" name="TextBox 3">
            <a:extLst>
              <a:ext uri="{FF2B5EF4-FFF2-40B4-BE49-F238E27FC236}">
                <a16:creationId xmlns:a16="http://schemas.microsoft.com/office/drawing/2014/main" id="{EB6A6025-BDC4-5B88-E63C-1BA50D8664AE}"/>
              </a:ext>
            </a:extLst>
          </p:cNvPr>
          <p:cNvSpPr txBox="1"/>
          <p:nvPr/>
        </p:nvSpPr>
        <p:spPr>
          <a:xfrm>
            <a:off x="919119" y="3058361"/>
            <a:ext cx="10353760" cy="3108543"/>
          </a:xfrm>
          <a:prstGeom prst="rect">
            <a:avLst/>
          </a:prstGeom>
          <a:noFill/>
        </p:spPr>
        <p:txBody>
          <a:bodyPr wrap="square">
            <a:spAutoFit/>
          </a:bodyPr>
          <a:lstStyle/>
          <a:p>
            <a:pPr>
              <a:buNone/>
            </a:pPr>
            <a:r>
              <a:rPr lang="en-US" sz="2800" b="0" dirty="0">
                <a:solidFill>
                  <a:srgbClr val="0CA1A6"/>
                </a:solidFill>
                <a:effectLst/>
                <a:latin typeface="Consolas" panose="020B0609020204030204" pitchFamily="49" charset="0"/>
              </a:rPr>
              <a:t>void</a:t>
            </a:r>
            <a:r>
              <a:rPr lang="en-US" sz="2800" b="0" dirty="0">
                <a:solidFill>
                  <a:srgbClr val="DAE3E3"/>
                </a:solidFill>
                <a:effectLst/>
                <a:latin typeface="Consolas" panose="020B0609020204030204" pitchFamily="49" charset="0"/>
              </a:rPr>
              <a:t> </a:t>
            </a:r>
            <a:r>
              <a:rPr lang="en-US" sz="2800" b="0" dirty="0">
                <a:solidFill>
                  <a:srgbClr val="F39C12"/>
                </a:solidFill>
                <a:effectLst/>
                <a:latin typeface="Consolas" panose="020B0609020204030204" pitchFamily="49" charset="0"/>
              </a:rPr>
              <a:t>move</a:t>
            </a:r>
            <a:r>
              <a:rPr lang="en-US" sz="2800" b="0" dirty="0">
                <a:solidFill>
                  <a:srgbClr val="DAE3E3"/>
                </a:solidFill>
                <a:effectLst/>
                <a:latin typeface="Consolas" panose="020B0609020204030204" pitchFamily="49" charset="0"/>
              </a:rPr>
              <a:t>(</a:t>
            </a:r>
            <a:r>
              <a:rPr lang="en-US" sz="2800" b="0" dirty="0">
                <a:solidFill>
                  <a:srgbClr val="0CA1A6"/>
                </a:solidFill>
                <a:effectLst/>
                <a:latin typeface="Consolas" panose="020B0609020204030204" pitchFamily="49" charset="0"/>
              </a:rPr>
              <a:t>float</a:t>
            </a:r>
            <a:r>
              <a:rPr lang="en-US" sz="2800" b="0" dirty="0">
                <a:solidFill>
                  <a:srgbClr val="DAE3E3"/>
                </a:solidFill>
                <a:effectLst/>
                <a:latin typeface="Consolas" panose="020B0609020204030204" pitchFamily="49" charset="0"/>
              </a:rPr>
              <a:t> a, </a:t>
            </a:r>
            <a:r>
              <a:rPr lang="en-US" sz="2800" b="0" dirty="0">
                <a:solidFill>
                  <a:srgbClr val="0CA1A6"/>
                </a:solidFill>
                <a:effectLst/>
                <a:latin typeface="Consolas" panose="020B0609020204030204" pitchFamily="49" charset="0"/>
              </a:rPr>
              <a:t>int</a:t>
            </a:r>
            <a:r>
              <a:rPr lang="en-US" sz="2800" b="0" dirty="0">
                <a:solidFill>
                  <a:srgbClr val="DAE3E3"/>
                </a:solidFill>
                <a:effectLst/>
                <a:latin typeface="Consolas" panose="020B0609020204030204" pitchFamily="49" charset="0"/>
              </a:rPr>
              <a:t> v) {</a:t>
            </a:r>
          </a:p>
          <a:p>
            <a:pPr>
              <a:buNone/>
            </a:pPr>
            <a:r>
              <a:rPr lang="en-US" sz="2800" b="0" dirty="0">
                <a:solidFill>
                  <a:srgbClr val="DAE3E3"/>
                </a:solidFill>
                <a:effectLst/>
                <a:latin typeface="Consolas" panose="020B0609020204030204" pitchFamily="49" charset="0"/>
              </a:rPr>
              <a:t>  </a:t>
            </a:r>
            <a:r>
              <a:rPr lang="en-US" sz="2800" b="0" dirty="0">
                <a:solidFill>
                  <a:srgbClr val="C586C0"/>
                </a:solidFill>
                <a:effectLst/>
                <a:latin typeface="Consolas" panose="020B0609020204030204" pitchFamily="49" charset="0"/>
              </a:rPr>
              <a:t>if</a:t>
            </a:r>
            <a:r>
              <a:rPr lang="en-US" sz="2800" b="0" dirty="0">
                <a:solidFill>
                  <a:srgbClr val="DAE3E3"/>
                </a:solidFill>
                <a:effectLst/>
                <a:latin typeface="Consolas" panose="020B0609020204030204" pitchFamily="49" charset="0"/>
              </a:rPr>
              <a:t> (a &gt; </a:t>
            </a:r>
            <a:r>
              <a:rPr lang="en-US" sz="2800" b="0" dirty="0">
                <a:solidFill>
                  <a:srgbClr val="7FCBCD"/>
                </a:solidFill>
                <a:effectLst/>
                <a:latin typeface="Consolas" panose="020B0609020204030204" pitchFamily="49" charset="0"/>
              </a:rPr>
              <a:t>360</a:t>
            </a:r>
            <a:r>
              <a:rPr lang="en-US" sz="2800" b="0" dirty="0">
                <a:solidFill>
                  <a:srgbClr val="DAE3E3"/>
                </a:solidFill>
                <a:effectLst/>
                <a:latin typeface="Consolas" panose="020B0609020204030204" pitchFamily="49" charset="0"/>
              </a:rPr>
              <a:t>) a -= </a:t>
            </a:r>
            <a:r>
              <a:rPr lang="en-US" sz="2800" b="0" dirty="0">
                <a:solidFill>
                  <a:srgbClr val="7FCBCD"/>
                </a:solidFill>
                <a:effectLst/>
                <a:latin typeface="Consolas" panose="020B0609020204030204" pitchFamily="49" charset="0"/>
              </a:rPr>
              <a:t>360</a:t>
            </a:r>
            <a:r>
              <a:rPr lang="en-US" sz="2800" b="0" dirty="0">
                <a:solidFill>
                  <a:srgbClr val="DAE3E3"/>
                </a:solidFill>
                <a:effectLst/>
                <a:latin typeface="Consolas" panose="020B0609020204030204" pitchFamily="49" charset="0"/>
              </a:rPr>
              <a:t>;</a:t>
            </a:r>
          </a:p>
          <a:p>
            <a:pPr>
              <a:buNone/>
            </a:pPr>
            <a:r>
              <a:rPr lang="en-US" sz="2800" b="0" dirty="0">
                <a:solidFill>
                  <a:srgbClr val="DAE3E3"/>
                </a:solidFill>
                <a:effectLst/>
                <a:latin typeface="Consolas" panose="020B0609020204030204" pitchFamily="49" charset="0"/>
              </a:rPr>
              <a:t>  </a:t>
            </a:r>
            <a:r>
              <a:rPr lang="en-US" sz="2800" b="0" dirty="0">
                <a:solidFill>
                  <a:srgbClr val="C586C0"/>
                </a:solidFill>
                <a:effectLst/>
                <a:latin typeface="Consolas" panose="020B0609020204030204" pitchFamily="49" charset="0"/>
              </a:rPr>
              <a:t>if</a:t>
            </a:r>
            <a:r>
              <a:rPr lang="en-US" sz="2800" b="0" dirty="0">
                <a:solidFill>
                  <a:srgbClr val="DAE3E3"/>
                </a:solidFill>
                <a:effectLst/>
                <a:latin typeface="Consolas" panose="020B0609020204030204" pitchFamily="49" charset="0"/>
              </a:rPr>
              <a:t> (a &lt; </a:t>
            </a:r>
            <a:r>
              <a:rPr lang="en-US" sz="2800" b="0" dirty="0">
                <a:solidFill>
                  <a:srgbClr val="7FCBCD"/>
                </a:solidFill>
                <a:effectLst/>
                <a:latin typeface="Consolas" panose="020B0609020204030204" pitchFamily="49" charset="0"/>
              </a:rPr>
              <a:t>0</a:t>
            </a:r>
            <a:r>
              <a:rPr lang="en-US" sz="2800" b="0" dirty="0">
                <a:solidFill>
                  <a:srgbClr val="DAE3E3"/>
                </a:solidFill>
                <a:effectLst/>
                <a:latin typeface="Consolas" panose="020B0609020204030204" pitchFamily="49" charset="0"/>
              </a:rPr>
              <a:t>) a += </a:t>
            </a:r>
            <a:r>
              <a:rPr lang="en-US" sz="2800" b="0" dirty="0">
                <a:solidFill>
                  <a:srgbClr val="7FCBCD"/>
                </a:solidFill>
                <a:effectLst/>
                <a:latin typeface="Consolas" panose="020B0609020204030204" pitchFamily="49" charset="0"/>
              </a:rPr>
              <a:t>360</a:t>
            </a:r>
            <a:r>
              <a:rPr lang="en-US" sz="2800" b="0" dirty="0">
                <a:solidFill>
                  <a:srgbClr val="DAE3E3"/>
                </a:solidFill>
                <a:effectLst/>
                <a:latin typeface="Consolas" panose="020B0609020204030204" pitchFamily="49" charset="0"/>
              </a:rPr>
              <a:t>;</a:t>
            </a:r>
          </a:p>
          <a:p>
            <a:pPr>
              <a:buNone/>
            </a:pPr>
            <a:r>
              <a:rPr lang="en-US" sz="2800" b="0" dirty="0">
                <a:solidFill>
                  <a:srgbClr val="DAE3E3"/>
                </a:solidFill>
                <a:effectLst/>
                <a:latin typeface="Consolas" panose="020B0609020204030204" pitchFamily="49" charset="0"/>
              </a:rPr>
              <a:t>  </a:t>
            </a:r>
            <a:r>
              <a:rPr lang="en-US" sz="2800" b="0" dirty="0">
                <a:solidFill>
                  <a:srgbClr val="0CA1A6"/>
                </a:solidFill>
                <a:effectLst/>
                <a:latin typeface="Consolas" panose="020B0609020204030204" pitchFamily="49" charset="0"/>
              </a:rPr>
              <a:t>int</a:t>
            </a:r>
            <a:r>
              <a:rPr lang="en-US" sz="2800" b="0" dirty="0">
                <a:solidFill>
                  <a:srgbClr val="DAE3E3"/>
                </a:solidFill>
                <a:effectLst/>
                <a:latin typeface="Consolas" panose="020B0609020204030204" pitchFamily="49" charset="0"/>
              </a:rPr>
              <a:t> x = v * </a:t>
            </a:r>
            <a:r>
              <a:rPr lang="en-US" sz="2800" b="0" dirty="0">
                <a:solidFill>
                  <a:srgbClr val="F39C12"/>
                </a:solidFill>
                <a:effectLst/>
                <a:latin typeface="Consolas" panose="020B0609020204030204" pitchFamily="49" charset="0"/>
              </a:rPr>
              <a:t>cos</a:t>
            </a:r>
            <a:r>
              <a:rPr lang="en-US" sz="2800" b="0" dirty="0">
                <a:solidFill>
                  <a:srgbClr val="DAE3E3"/>
                </a:solidFill>
                <a:effectLst/>
                <a:latin typeface="Consolas" panose="020B0609020204030204" pitchFamily="49" charset="0"/>
              </a:rPr>
              <a:t>(a * M_PI / </a:t>
            </a:r>
            <a:r>
              <a:rPr lang="en-US" sz="2800" b="0" dirty="0">
                <a:solidFill>
                  <a:srgbClr val="7FCBCD"/>
                </a:solidFill>
                <a:effectLst/>
                <a:latin typeface="Consolas" panose="020B0609020204030204" pitchFamily="49" charset="0"/>
              </a:rPr>
              <a:t>180</a:t>
            </a:r>
            <a:r>
              <a:rPr lang="en-US" sz="2800" b="0" dirty="0">
                <a:solidFill>
                  <a:srgbClr val="DAE3E3"/>
                </a:solidFill>
                <a:effectLst/>
                <a:latin typeface="Consolas" panose="020B0609020204030204" pitchFamily="49" charset="0"/>
              </a:rPr>
              <a:t>);</a:t>
            </a:r>
          </a:p>
          <a:p>
            <a:pPr>
              <a:buNone/>
            </a:pPr>
            <a:r>
              <a:rPr lang="en-US" sz="2800" b="0" dirty="0">
                <a:solidFill>
                  <a:srgbClr val="DAE3E3"/>
                </a:solidFill>
                <a:effectLst/>
                <a:latin typeface="Consolas" panose="020B0609020204030204" pitchFamily="49" charset="0"/>
              </a:rPr>
              <a:t>  </a:t>
            </a:r>
            <a:r>
              <a:rPr lang="en-US" sz="2800" b="0" dirty="0">
                <a:solidFill>
                  <a:srgbClr val="0CA1A6"/>
                </a:solidFill>
                <a:effectLst/>
                <a:latin typeface="Consolas" panose="020B0609020204030204" pitchFamily="49" charset="0"/>
              </a:rPr>
              <a:t>int</a:t>
            </a:r>
            <a:r>
              <a:rPr lang="en-US" sz="2800" b="0" dirty="0">
                <a:solidFill>
                  <a:srgbClr val="DAE3E3"/>
                </a:solidFill>
                <a:effectLst/>
                <a:latin typeface="Consolas" panose="020B0609020204030204" pitchFamily="49" charset="0"/>
              </a:rPr>
              <a:t> y = v * </a:t>
            </a:r>
            <a:r>
              <a:rPr lang="en-US" sz="2800" b="0" dirty="0">
                <a:solidFill>
                  <a:srgbClr val="F39C12"/>
                </a:solidFill>
                <a:effectLst/>
                <a:latin typeface="Consolas" panose="020B0609020204030204" pitchFamily="49" charset="0"/>
              </a:rPr>
              <a:t>sin</a:t>
            </a:r>
            <a:r>
              <a:rPr lang="en-US" sz="2800" b="0" dirty="0">
                <a:solidFill>
                  <a:srgbClr val="DAE3E3"/>
                </a:solidFill>
                <a:effectLst/>
                <a:latin typeface="Consolas" panose="020B0609020204030204" pitchFamily="49" charset="0"/>
              </a:rPr>
              <a:t>(a * M_PI / </a:t>
            </a:r>
            <a:r>
              <a:rPr lang="en-US" sz="2800" b="0" dirty="0">
                <a:solidFill>
                  <a:srgbClr val="7FCBCD"/>
                </a:solidFill>
                <a:effectLst/>
                <a:latin typeface="Consolas" panose="020B0609020204030204" pitchFamily="49" charset="0"/>
              </a:rPr>
              <a:t>180</a:t>
            </a:r>
            <a:r>
              <a:rPr lang="en-US" sz="2800" b="0" dirty="0">
                <a:solidFill>
                  <a:srgbClr val="DAE3E3"/>
                </a:solidFill>
                <a:effectLst/>
                <a:latin typeface="Consolas" panose="020B0609020204030204" pitchFamily="49" charset="0"/>
              </a:rPr>
              <a:t>);</a:t>
            </a:r>
          </a:p>
          <a:p>
            <a:pPr>
              <a:buNone/>
            </a:pPr>
            <a:r>
              <a:rPr lang="en-US" sz="2800" b="0" dirty="0">
                <a:solidFill>
                  <a:srgbClr val="DAE3E3"/>
                </a:solidFill>
                <a:effectLst/>
                <a:latin typeface="Consolas" panose="020B0609020204030204" pitchFamily="49" charset="0"/>
              </a:rPr>
              <a:t>  </a:t>
            </a:r>
            <a:r>
              <a:rPr lang="en-US" sz="2800" b="0" dirty="0">
                <a:solidFill>
                  <a:srgbClr val="F39C12"/>
                </a:solidFill>
                <a:effectLst/>
                <a:latin typeface="Consolas" panose="020B0609020204030204" pitchFamily="49" charset="0"/>
              </a:rPr>
              <a:t>motor</a:t>
            </a:r>
            <a:r>
              <a:rPr lang="en-US" sz="2800" b="0" dirty="0">
                <a:solidFill>
                  <a:srgbClr val="DAE3E3"/>
                </a:solidFill>
                <a:effectLst/>
                <a:latin typeface="Consolas" panose="020B0609020204030204" pitchFamily="49" charset="0"/>
              </a:rPr>
              <a:t>((x + y), (x - y), (-x - y), (y - x));</a:t>
            </a:r>
          </a:p>
          <a:p>
            <a:pPr>
              <a:buNone/>
            </a:pPr>
            <a:r>
              <a:rPr lang="en-US" sz="2800" b="0" dirty="0">
                <a:solidFill>
                  <a:srgbClr val="DAE3E3"/>
                </a:solidFill>
                <a:effectLst/>
                <a:latin typeface="Consolas" panose="020B0609020204030204" pitchFamily="49" charset="0"/>
              </a:rPr>
              <a:t>}</a:t>
            </a:r>
          </a:p>
        </p:txBody>
      </p:sp>
    </p:spTree>
    <p:extLst>
      <p:ext uri="{BB962C8B-B14F-4D97-AF65-F5344CB8AC3E}">
        <p14:creationId xmlns:p14="http://schemas.microsoft.com/office/powerpoint/2010/main" val="22516539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577AD-5248-3A09-FAEC-C345A9FD12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71660C-4E5A-6486-B52D-8C4920936ED5}"/>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تابع </a:t>
            </a:r>
            <a:r>
              <a:rPr lang="en-US" sz="3600" dirty="0" err="1">
                <a:latin typeface="IRANSans" panose="02040503050201020203" pitchFamily="18" charset="-78"/>
                <a:cs typeface="B Titr" panose="00000700000000000000" pitchFamily="2" charset="-78"/>
              </a:rPr>
              <a:t>moveXY</a:t>
            </a:r>
            <a:endParaRPr lang="en-US" sz="3600" dirty="0">
              <a:latin typeface="IRANSans" panose="02040503050201020203" pitchFamily="18" charset="-78"/>
              <a:cs typeface="B Titr" panose="00000700000000000000" pitchFamily="2" charset="-78"/>
            </a:endParaRPr>
          </a:p>
        </p:txBody>
      </p:sp>
      <p:sp>
        <p:nvSpPr>
          <p:cNvPr id="17" name="TextBox 16">
            <a:extLst>
              <a:ext uri="{FF2B5EF4-FFF2-40B4-BE49-F238E27FC236}">
                <a16:creationId xmlns:a16="http://schemas.microsoft.com/office/drawing/2014/main" id="{13BF530E-D1AE-C8B4-6119-DBAD291D2C35}"/>
              </a:ext>
            </a:extLst>
          </p:cNvPr>
          <p:cNvSpPr txBox="1"/>
          <p:nvPr/>
        </p:nvSpPr>
        <p:spPr>
          <a:xfrm>
            <a:off x="919119" y="1473200"/>
            <a:ext cx="10353761" cy="1304203"/>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تابع </a:t>
            </a:r>
            <a:r>
              <a:rPr lang="en-US" dirty="0" err="1">
                <a:latin typeface="IRANSans" panose="02040503050201020203" pitchFamily="18" charset="-78"/>
                <a:cs typeface="IRANSans" panose="02040503050201020203" pitchFamily="18" charset="-78"/>
              </a:rPr>
              <a:t>moveXY</a:t>
            </a:r>
            <a:r>
              <a:rPr lang="fa-IR" dirty="0">
                <a:latin typeface="IRANSans" panose="02040503050201020203" pitchFamily="18" charset="-78"/>
                <a:cs typeface="IRANSans" panose="02040503050201020203" pitchFamily="18" charset="-78"/>
              </a:rPr>
              <a:t> یک تابع برای حرکت در راستای محور های </a:t>
            </a:r>
            <a:r>
              <a:rPr lang="en-US" dirty="0">
                <a:latin typeface="IRANSans" panose="02040503050201020203" pitchFamily="18" charset="-78"/>
                <a:cs typeface="IRANSans" panose="02040503050201020203" pitchFamily="18" charset="-78"/>
              </a:rPr>
              <a:t>X</a:t>
            </a:r>
            <a:r>
              <a:rPr lang="fa-IR" dirty="0">
                <a:latin typeface="IRANSans" panose="02040503050201020203" pitchFamily="18" charset="-78"/>
                <a:cs typeface="IRANSans" panose="02040503050201020203" pitchFamily="18" charset="-78"/>
              </a:rPr>
              <a:t> و </a:t>
            </a:r>
            <a:r>
              <a:rPr lang="en-US" dirty="0">
                <a:latin typeface="IRANSans" panose="02040503050201020203" pitchFamily="18" charset="-78"/>
                <a:cs typeface="IRANSans" panose="02040503050201020203" pitchFamily="18" charset="-78"/>
              </a:rPr>
              <a:t>Y</a:t>
            </a:r>
            <a:r>
              <a:rPr lang="fa-IR" dirty="0">
                <a:latin typeface="IRANSans" panose="02040503050201020203" pitchFamily="18" charset="-78"/>
                <a:cs typeface="IRANSans" panose="02040503050201020203" pitchFamily="18" charset="-78"/>
              </a:rPr>
              <a:t> و چرخش با سرعت زاویه ای </a:t>
            </a:r>
            <a:r>
              <a:rPr lang="en-US" dirty="0">
                <a:latin typeface="IRANSans" panose="02040503050201020203" pitchFamily="18" charset="-78"/>
                <a:cs typeface="IRANSans" panose="02040503050201020203" pitchFamily="18" charset="-78"/>
              </a:rPr>
              <a:t>w</a:t>
            </a:r>
            <a:r>
              <a:rPr lang="fa-IR" dirty="0">
                <a:latin typeface="IRANSans" panose="02040503050201020203" pitchFamily="18" charset="-78"/>
                <a:cs typeface="IRANSans" panose="02040503050201020203" pitchFamily="18" charset="-78"/>
              </a:rPr>
              <a:t> است. در اینجا محور </a:t>
            </a:r>
            <a:r>
              <a:rPr lang="en-US" dirty="0">
                <a:latin typeface="IRANSans" panose="02040503050201020203" pitchFamily="18" charset="-78"/>
                <a:cs typeface="IRANSans" panose="02040503050201020203" pitchFamily="18" charset="-78"/>
              </a:rPr>
              <a:t>y</a:t>
            </a:r>
            <a:r>
              <a:rPr lang="fa-IR" dirty="0">
                <a:latin typeface="IRANSans" panose="02040503050201020203" pitchFamily="18" charset="-78"/>
                <a:cs typeface="IRANSans" panose="02040503050201020203" pitchFamily="18" charset="-78"/>
              </a:rPr>
              <a:t> به سمت جلوی ربات و محور </a:t>
            </a:r>
            <a:r>
              <a:rPr lang="en-US" dirty="0">
                <a:latin typeface="IRANSans" panose="02040503050201020203" pitchFamily="18" charset="-78"/>
                <a:cs typeface="IRANSans" panose="02040503050201020203" pitchFamily="18" charset="-78"/>
              </a:rPr>
              <a:t>x</a:t>
            </a:r>
            <a:r>
              <a:rPr lang="fa-IR" dirty="0">
                <a:latin typeface="IRANSans" panose="02040503050201020203" pitchFamily="18" charset="-78"/>
                <a:cs typeface="IRANSans" panose="02040503050201020203" pitchFamily="18" charset="-78"/>
              </a:rPr>
              <a:t> به سمت راست ربات است. سرعت زاویه ای </a:t>
            </a:r>
            <a:r>
              <a:rPr lang="en-US" dirty="0">
                <a:latin typeface="IRANSans" panose="02040503050201020203" pitchFamily="18" charset="-78"/>
                <a:cs typeface="IRANSans" panose="02040503050201020203" pitchFamily="18" charset="-78"/>
              </a:rPr>
              <a:t>w</a:t>
            </a:r>
            <a:r>
              <a:rPr lang="fa-IR" dirty="0">
                <a:latin typeface="IRANSans" panose="02040503050201020203" pitchFamily="18" charset="-78"/>
                <a:cs typeface="IRANSans" panose="02040503050201020203" pitchFamily="18" charset="-78"/>
              </a:rPr>
              <a:t> هم در جهت عقربه های ساعت می‌‎باشد.</a:t>
            </a:r>
          </a:p>
        </p:txBody>
      </p:sp>
      <p:sp>
        <p:nvSpPr>
          <p:cNvPr id="5" name="TextBox 4">
            <a:extLst>
              <a:ext uri="{FF2B5EF4-FFF2-40B4-BE49-F238E27FC236}">
                <a16:creationId xmlns:a16="http://schemas.microsoft.com/office/drawing/2014/main" id="{8BCCBC84-88F9-A3FD-F895-41B41F171F6E}"/>
              </a:ext>
            </a:extLst>
          </p:cNvPr>
          <p:cNvSpPr txBox="1"/>
          <p:nvPr/>
        </p:nvSpPr>
        <p:spPr>
          <a:xfrm>
            <a:off x="919119" y="2994861"/>
            <a:ext cx="10353760" cy="3108543"/>
          </a:xfrm>
          <a:prstGeom prst="rect">
            <a:avLst/>
          </a:prstGeom>
          <a:noFill/>
        </p:spPr>
        <p:txBody>
          <a:bodyPr wrap="square">
            <a:spAutoFit/>
          </a:bodyPr>
          <a:lstStyle/>
          <a:p>
            <a:pPr>
              <a:buNone/>
            </a:pPr>
            <a:r>
              <a:rPr lang="en-US" sz="2800" b="0" dirty="0">
                <a:solidFill>
                  <a:srgbClr val="0CA1A6"/>
                </a:solidFill>
                <a:effectLst/>
                <a:latin typeface="Consolas" panose="020B0609020204030204" pitchFamily="49" charset="0"/>
              </a:rPr>
              <a:t>void</a:t>
            </a:r>
            <a:r>
              <a:rPr lang="en-US" sz="2800" b="0" dirty="0">
                <a:solidFill>
                  <a:srgbClr val="DAE3E3"/>
                </a:solidFill>
                <a:effectLst/>
                <a:latin typeface="Consolas" panose="020B0609020204030204" pitchFamily="49" charset="0"/>
              </a:rPr>
              <a:t> </a:t>
            </a:r>
            <a:r>
              <a:rPr lang="en-US" sz="2800" b="0" dirty="0" err="1">
                <a:solidFill>
                  <a:srgbClr val="F39C12"/>
                </a:solidFill>
                <a:effectLst/>
                <a:latin typeface="Consolas" panose="020B0609020204030204" pitchFamily="49" charset="0"/>
              </a:rPr>
              <a:t>moveXY</a:t>
            </a:r>
            <a:r>
              <a:rPr lang="en-US" sz="2800" b="0" dirty="0">
                <a:solidFill>
                  <a:srgbClr val="DAE3E3"/>
                </a:solidFill>
                <a:effectLst/>
                <a:latin typeface="Consolas" panose="020B0609020204030204" pitchFamily="49" charset="0"/>
              </a:rPr>
              <a:t>(</a:t>
            </a:r>
            <a:r>
              <a:rPr lang="en-US" sz="2800" b="0" dirty="0">
                <a:solidFill>
                  <a:srgbClr val="0CA1A6"/>
                </a:solidFill>
                <a:effectLst/>
                <a:latin typeface="Consolas" panose="020B0609020204030204" pitchFamily="49" charset="0"/>
              </a:rPr>
              <a:t>float</a:t>
            </a:r>
            <a:r>
              <a:rPr lang="en-US" sz="2800" b="0" dirty="0">
                <a:solidFill>
                  <a:srgbClr val="DAE3E3"/>
                </a:solidFill>
                <a:effectLst/>
                <a:latin typeface="Consolas" panose="020B0609020204030204" pitchFamily="49" charset="0"/>
              </a:rPr>
              <a:t> Vx, </a:t>
            </a:r>
            <a:r>
              <a:rPr lang="en-US" sz="2800" b="0" dirty="0">
                <a:solidFill>
                  <a:srgbClr val="0CA1A6"/>
                </a:solidFill>
                <a:effectLst/>
                <a:latin typeface="Consolas" panose="020B0609020204030204" pitchFamily="49" charset="0"/>
              </a:rPr>
              <a:t>float</a:t>
            </a:r>
            <a:r>
              <a:rPr lang="en-US" sz="2800" b="0" dirty="0">
                <a:solidFill>
                  <a:srgbClr val="DAE3E3"/>
                </a:solidFill>
                <a:effectLst/>
                <a:latin typeface="Consolas" panose="020B0609020204030204" pitchFamily="49" charset="0"/>
              </a:rPr>
              <a:t> Vy, </a:t>
            </a:r>
            <a:r>
              <a:rPr lang="en-US" sz="2800" b="0" dirty="0">
                <a:solidFill>
                  <a:srgbClr val="0CA1A6"/>
                </a:solidFill>
                <a:effectLst/>
                <a:latin typeface="Consolas" panose="020B0609020204030204" pitchFamily="49" charset="0"/>
              </a:rPr>
              <a:t>float</a:t>
            </a:r>
            <a:r>
              <a:rPr lang="en-US" sz="2800" b="0" dirty="0">
                <a:solidFill>
                  <a:srgbClr val="DAE3E3"/>
                </a:solidFill>
                <a:effectLst/>
                <a:latin typeface="Consolas" panose="020B0609020204030204" pitchFamily="49" charset="0"/>
              </a:rPr>
              <a:t> w) {</a:t>
            </a:r>
          </a:p>
          <a:p>
            <a:pPr>
              <a:buNone/>
            </a:pPr>
            <a:r>
              <a:rPr lang="en-US" sz="2800" b="0" dirty="0">
                <a:solidFill>
                  <a:srgbClr val="DAE3E3"/>
                </a:solidFill>
                <a:effectLst/>
                <a:latin typeface="Consolas" panose="020B0609020204030204" pitchFamily="49" charset="0"/>
              </a:rPr>
              <a:t>  </a:t>
            </a:r>
            <a:r>
              <a:rPr lang="en-US" sz="2800" b="0" dirty="0">
                <a:solidFill>
                  <a:srgbClr val="0CA1A6"/>
                </a:solidFill>
                <a:effectLst/>
                <a:latin typeface="Consolas" panose="020B0609020204030204" pitchFamily="49" charset="0"/>
              </a:rPr>
              <a:t>int</a:t>
            </a:r>
            <a:r>
              <a:rPr lang="en-US" sz="2800" b="0" dirty="0">
                <a:solidFill>
                  <a:srgbClr val="DAE3E3"/>
                </a:solidFill>
                <a:effectLst/>
                <a:latin typeface="Consolas" panose="020B0609020204030204" pitchFamily="49" charset="0"/>
              </a:rPr>
              <a:t> Vl1 = Vx + Vy + w;</a:t>
            </a:r>
          </a:p>
          <a:p>
            <a:pPr>
              <a:buNone/>
            </a:pPr>
            <a:r>
              <a:rPr lang="en-US" sz="2800" b="0" dirty="0">
                <a:solidFill>
                  <a:srgbClr val="DAE3E3"/>
                </a:solidFill>
                <a:effectLst/>
                <a:latin typeface="Consolas" panose="020B0609020204030204" pitchFamily="49" charset="0"/>
              </a:rPr>
              <a:t>  </a:t>
            </a:r>
            <a:r>
              <a:rPr lang="en-US" sz="2800" b="0" dirty="0">
                <a:solidFill>
                  <a:srgbClr val="0CA1A6"/>
                </a:solidFill>
                <a:effectLst/>
                <a:latin typeface="Consolas" panose="020B0609020204030204" pitchFamily="49" charset="0"/>
              </a:rPr>
              <a:t>int</a:t>
            </a:r>
            <a:r>
              <a:rPr lang="en-US" sz="2800" b="0" dirty="0">
                <a:solidFill>
                  <a:srgbClr val="DAE3E3"/>
                </a:solidFill>
                <a:effectLst/>
                <a:latin typeface="Consolas" panose="020B0609020204030204" pitchFamily="49" charset="0"/>
              </a:rPr>
              <a:t> Vl2 = -Vx + Vy + w;</a:t>
            </a:r>
          </a:p>
          <a:p>
            <a:pPr>
              <a:buNone/>
            </a:pPr>
            <a:r>
              <a:rPr lang="en-US" sz="2800" b="0" dirty="0">
                <a:solidFill>
                  <a:srgbClr val="DAE3E3"/>
                </a:solidFill>
                <a:effectLst/>
                <a:latin typeface="Consolas" panose="020B0609020204030204" pitchFamily="49" charset="0"/>
              </a:rPr>
              <a:t>  </a:t>
            </a:r>
            <a:r>
              <a:rPr lang="en-US" sz="2800" b="0" dirty="0">
                <a:solidFill>
                  <a:srgbClr val="0CA1A6"/>
                </a:solidFill>
                <a:effectLst/>
                <a:latin typeface="Consolas" panose="020B0609020204030204" pitchFamily="49" charset="0"/>
              </a:rPr>
              <a:t>int</a:t>
            </a:r>
            <a:r>
              <a:rPr lang="en-US" sz="2800" b="0" dirty="0">
                <a:solidFill>
                  <a:srgbClr val="DAE3E3"/>
                </a:solidFill>
                <a:effectLst/>
                <a:latin typeface="Consolas" panose="020B0609020204030204" pitchFamily="49" charset="0"/>
              </a:rPr>
              <a:t> Vr2 = -Vx - Vy + w;</a:t>
            </a:r>
          </a:p>
          <a:p>
            <a:pPr>
              <a:buNone/>
            </a:pPr>
            <a:r>
              <a:rPr lang="en-US" sz="2800" b="0" dirty="0">
                <a:solidFill>
                  <a:srgbClr val="DAE3E3"/>
                </a:solidFill>
                <a:effectLst/>
                <a:latin typeface="Consolas" panose="020B0609020204030204" pitchFamily="49" charset="0"/>
              </a:rPr>
              <a:t>  </a:t>
            </a:r>
            <a:r>
              <a:rPr lang="en-US" sz="2800" b="0" dirty="0">
                <a:solidFill>
                  <a:srgbClr val="0CA1A6"/>
                </a:solidFill>
                <a:effectLst/>
                <a:latin typeface="Consolas" panose="020B0609020204030204" pitchFamily="49" charset="0"/>
              </a:rPr>
              <a:t>int</a:t>
            </a:r>
            <a:r>
              <a:rPr lang="en-US" sz="2800" b="0" dirty="0">
                <a:solidFill>
                  <a:srgbClr val="DAE3E3"/>
                </a:solidFill>
                <a:effectLst/>
                <a:latin typeface="Consolas" panose="020B0609020204030204" pitchFamily="49" charset="0"/>
              </a:rPr>
              <a:t> Vr1 = Vx - Vy + w;</a:t>
            </a:r>
          </a:p>
          <a:p>
            <a:pPr>
              <a:buNone/>
            </a:pPr>
            <a:r>
              <a:rPr lang="en-US" sz="2800" b="0" dirty="0">
                <a:solidFill>
                  <a:srgbClr val="DAE3E3"/>
                </a:solidFill>
                <a:effectLst/>
                <a:latin typeface="Consolas" panose="020B0609020204030204" pitchFamily="49" charset="0"/>
              </a:rPr>
              <a:t>  </a:t>
            </a:r>
            <a:r>
              <a:rPr lang="en-US" sz="2800" b="0" dirty="0">
                <a:solidFill>
                  <a:srgbClr val="F39C12"/>
                </a:solidFill>
                <a:effectLst/>
                <a:latin typeface="Consolas" panose="020B0609020204030204" pitchFamily="49" charset="0"/>
              </a:rPr>
              <a:t>motor</a:t>
            </a:r>
            <a:r>
              <a:rPr lang="en-US" sz="2800" b="0" dirty="0">
                <a:solidFill>
                  <a:srgbClr val="DAE3E3"/>
                </a:solidFill>
                <a:effectLst/>
                <a:latin typeface="Consolas" panose="020B0609020204030204" pitchFamily="49" charset="0"/>
              </a:rPr>
              <a:t>(Vl1, Vl2, Vr2, Vr1);</a:t>
            </a:r>
          </a:p>
          <a:p>
            <a:pPr>
              <a:buNone/>
            </a:pPr>
            <a:r>
              <a:rPr lang="en-US" sz="2800" b="0" dirty="0">
                <a:solidFill>
                  <a:srgbClr val="DAE3E3"/>
                </a:solidFill>
                <a:effectLst/>
                <a:latin typeface="Consolas" panose="020B0609020204030204" pitchFamily="49" charset="0"/>
              </a:rPr>
              <a:t>}</a:t>
            </a:r>
          </a:p>
        </p:txBody>
      </p:sp>
    </p:spTree>
    <p:extLst>
      <p:ext uri="{BB962C8B-B14F-4D97-AF65-F5344CB8AC3E}">
        <p14:creationId xmlns:p14="http://schemas.microsoft.com/office/powerpoint/2010/main" val="1130725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CF5735-5596-E581-AA49-F8FC659912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A4F165-74C8-650C-022D-14D62108D766}"/>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تابع </a:t>
            </a:r>
            <a:r>
              <a:rPr lang="en-US" sz="3600" dirty="0" err="1">
                <a:latin typeface="IRANSans" panose="02040503050201020203" pitchFamily="18" charset="-78"/>
                <a:cs typeface="B Titr" panose="00000700000000000000" pitchFamily="2" charset="-78"/>
              </a:rPr>
              <a:t>moveXY</a:t>
            </a:r>
            <a:endParaRPr lang="en-US" sz="3600" dirty="0">
              <a:latin typeface="IRANSans" panose="02040503050201020203" pitchFamily="18" charset="-78"/>
              <a:cs typeface="B Titr" panose="00000700000000000000" pitchFamily="2" charset="-78"/>
            </a:endParaRPr>
          </a:p>
        </p:txBody>
      </p:sp>
      <p:sp>
        <p:nvSpPr>
          <p:cNvPr id="17" name="TextBox 16">
            <a:extLst>
              <a:ext uri="{FF2B5EF4-FFF2-40B4-BE49-F238E27FC236}">
                <a16:creationId xmlns:a16="http://schemas.microsoft.com/office/drawing/2014/main" id="{D243479E-97BA-D6A4-FF01-CA790ACCEA72}"/>
              </a:ext>
            </a:extLst>
          </p:cNvPr>
          <p:cNvSpPr txBox="1"/>
          <p:nvPr/>
        </p:nvSpPr>
        <p:spPr>
          <a:xfrm>
            <a:off x="919119" y="1473200"/>
            <a:ext cx="10353761" cy="1304203"/>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تابع </a:t>
            </a:r>
            <a:r>
              <a:rPr lang="en-US" dirty="0" err="1">
                <a:latin typeface="IRANSans" panose="02040503050201020203" pitchFamily="18" charset="-78"/>
                <a:cs typeface="IRANSans" panose="02040503050201020203" pitchFamily="18" charset="-78"/>
              </a:rPr>
              <a:t>moveXY</a:t>
            </a:r>
            <a:r>
              <a:rPr lang="fa-IR" dirty="0">
                <a:latin typeface="IRANSans" panose="02040503050201020203" pitchFamily="18" charset="-78"/>
                <a:cs typeface="IRANSans" panose="02040503050201020203" pitchFamily="18" charset="-78"/>
              </a:rPr>
              <a:t> یک تابع برای حرکت در راستای محور های </a:t>
            </a:r>
            <a:r>
              <a:rPr lang="en-US" dirty="0">
                <a:latin typeface="IRANSans" panose="02040503050201020203" pitchFamily="18" charset="-78"/>
                <a:cs typeface="IRANSans" panose="02040503050201020203" pitchFamily="18" charset="-78"/>
              </a:rPr>
              <a:t>X</a:t>
            </a:r>
            <a:r>
              <a:rPr lang="fa-IR" dirty="0">
                <a:latin typeface="IRANSans" panose="02040503050201020203" pitchFamily="18" charset="-78"/>
                <a:cs typeface="IRANSans" panose="02040503050201020203" pitchFamily="18" charset="-78"/>
              </a:rPr>
              <a:t> و </a:t>
            </a:r>
            <a:r>
              <a:rPr lang="en-US" dirty="0">
                <a:latin typeface="IRANSans" panose="02040503050201020203" pitchFamily="18" charset="-78"/>
                <a:cs typeface="IRANSans" panose="02040503050201020203" pitchFamily="18" charset="-78"/>
              </a:rPr>
              <a:t>Y</a:t>
            </a:r>
            <a:r>
              <a:rPr lang="fa-IR" dirty="0">
                <a:latin typeface="IRANSans" panose="02040503050201020203" pitchFamily="18" charset="-78"/>
                <a:cs typeface="IRANSans" panose="02040503050201020203" pitchFamily="18" charset="-78"/>
              </a:rPr>
              <a:t> و چرخش با سرعت زاویه ای </a:t>
            </a:r>
            <a:r>
              <a:rPr lang="en-US" dirty="0">
                <a:latin typeface="IRANSans" panose="02040503050201020203" pitchFamily="18" charset="-78"/>
                <a:cs typeface="IRANSans" panose="02040503050201020203" pitchFamily="18" charset="-78"/>
              </a:rPr>
              <a:t>w</a:t>
            </a:r>
            <a:r>
              <a:rPr lang="fa-IR" dirty="0">
                <a:latin typeface="IRANSans" panose="02040503050201020203" pitchFamily="18" charset="-78"/>
                <a:cs typeface="IRANSans" panose="02040503050201020203" pitchFamily="18" charset="-78"/>
              </a:rPr>
              <a:t> است. در اینجا محور </a:t>
            </a:r>
            <a:r>
              <a:rPr lang="en-US" dirty="0">
                <a:latin typeface="IRANSans" panose="02040503050201020203" pitchFamily="18" charset="-78"/>
                <a:cs typeface="IRANSans" panose="02040503050201020203" pitchFamily="18" charset="-78"/>
              </a:rPr>
              <a:t>y</a:t>
            </a:r>
            <a:r>
              <a:rPr lang="fa-IR" dirty="0">
                <a:latin typeface="IRANSans" panose="02040503050201020203" pitchFamily="18" charset="-78"/>
                <a:cs typeface="IRANSans" panose="02040503050201020203" pitchFamily="18" charset="-78"/>
              </a:rPr>
              <a:t> به سمت جلوی ربات و محور </a:t>
            </a:r>
            <a:r>
              <a:rPr lang="en-US" dirty="0">
                <a:latin typeface="IRANSans" panose="02040503050201020203" pitchFamily="18" charset="-78"/>
                <a:cs typeface="IRANSans" panose="02040503050201020203" pitchFamily="18" charset="-78"/>
              </a:rPr>
              <a:t>x</a:t>
            </a:r>
            <a:r>
              <a:rPr lang="fa-IR" dirty="0">
                <a:latin typeface="IRANSans" panose="02040503050201020203" pitchFamily="18" charset="-78"/>
                <a:cs typeface="IRANSans" panose="02040503050201020203" pitchFamily="18" charset="-78"/>
              </a:rPr>
              <a:t> به سمت راست ربات است. سرعت زاویه ای </a:t>
            </a:r>
            <a:r>
              <a:rPr lang="en-US" dirty="0">
                <a:latin typeface="IRANSans" panose="02040503050201020203" pitchFamily="18" charset="-78"/>
                <a:cs typeface="IRANSans" panose="02040503050201020203" pitchFamily="18" charset="-78"/>
              </a:rPr>
              <a:t>w</a:t>
            </a:r>
            <a:r>
              <a:rPr lang="fa-IR" dirty="0">
                <a:latin typeface="IRANSans" panose="02040503050201020203" pitchFamily="18" charset="-78"/>
                <a:cs typeface="IRANSans" panose="02040503050201020203" pitchFamily="18" charset="-78"/>
              </a:rPr>
              <a:t> هم در جهت عقربه های ساعت می‌‎باشد.</a:t>
            </a:r>
          </a:p>
        </p:txBody>
      </p:sp>
      <p:sp>
        <p:nvSpPr>
          <p:cNvPr id="5" name="TextBox 4">
            <a:extLst>
              <a:ext uri="{FF2B5EF4-FFF2-40B4-BE49-F238E27FC236}">
                <a16:creationId xmlns:a16="http://schemas.microsoft.com/office/drawing/2014/main" id="{281C4FF9-573B-5B63-8459-A67B17A8A371}"/>
              </a:ext>
            </a:extLst>
          </p:cNvPr>
          <p:cNvSpPr txBox="1"/>
          <p:nvPr/>
        </p:nvSpPr>
        <p:spPr>
          <a:xfrm>
            <a:off x="919119" y="2994861"/>
            <a:ext cx="10353760" cy="3108543"/>
          </a:xfrm>
          <a:prstGeom prst="rect">
            <a:avLst/>
          </a:prstGeom>
          <a:noFill/>
        </p:spPr>
        <p:txBody>
          <a:bodyPr wrap="square">
            <a:spAutoFit/>
          </a:bodyPr>
          <a:lstStyle/>
          <a:p>
            <a:pPr>
              <a:buNone/>
            </a:pPr>
            <a:r>
              <a:rPr lang="en-US" sz="2800" b="0" dirty="0">
                <a:solidFill>
                  <a:srgbClr val="0CA1A6"/>
                </a:solidFill>
                <a:effectLst/>
                <a:latin typeface="Consolas" panose="020B0609020204030204" pitchFamily="49" charset="0"/>
              </a:rPr>
              <a:t>void</a:t>
            </a:r>
            <a:r>
              <a:rPr lang="en-US" sz="2800" b="0" dirty="0">
                <a:solidFill>
                  <a:srgbClr val="DAE3E3"/>
                </a:solidFill>
                <a:effectLst/>
                <a:latin typeface="Consolas" panose="020B0609020204030204" pitchFamily="49" charset="0"/>
              </a:rPr>
              <a:t> </a:t>
            </a:r>
            <a:r>
              <a:rPr lang="en-US" sz="2800" b="0" dirty="0" err="1">
                <a:solidFill>
                  <a:srgbClr val="F39C12"/>
                </a:solidFill>
                <a:effectLst/>
                <a:latin typeface="Consolas" panose="020B0609020204030204" pitchFamily="49" charset="0"/>
              </a:rPr>
              <a:t>moveXY</a:t>
            </a:r>
            <a:r>
              <a:rPr lang="en-US" sz="2800" b="0" dirty="0">
                <a:solidFill>
                  <a:srgbClr val="DAE3E3"/>
                </a:solidFill>
                <a:effectLst/>
                <a:latin typeface="Consolas" panose="020B0609020204030204" pitchFamily="49" charset="0"/>
              </a:rPr>
              <a:t>(</a:t>
            </a:r>
            <a:r>
              <a:rPr lang="en-US" sz="2800" b="0" dirty="0">
                <a:solidFill>
                  <a:srgbClr val="0CA1A6"/>
                </a:solidFill>
                <a:effectLst/>
                <a:latin typeface="Consolas" panose="020B0609020204030204" pitchFamily="49" charset="0"/>
              </a:rPr>
              <a:t>float</a:t>
            </a:r>
            <a:r>
              <a:rPr lang="en-US" sz="2800" b="0" dirty="0">
                <a:solidFill>
                  <a:srgbClr val="DAE3E3"/>
                </a:solidFill>
                <a:effectLst/>
                <a:latin typeface="Consolas" panose="020B0609020204030204" pitchFamily="49" charset="0"/>
              </a:rPr>
              <a:t> Vx, </a:t>
            </a:r>
            <a:r>
              <a:rPr lang="en-US" sz="2800" b="0" dirty="0">
                <a:solidFill>
                  <a:srgbClr val="0CA1A6"/>
                </a:solidFill>
                <a:effectLst/>
                <a:latin typeface="Consolas" panose="020B0609020204030204" pitchFamily="49" charset="0"/>
              </a:rPr>
              <a:t>float</a:t>
            </a:r>
            <a:r>
              <a:rPr lang="en-US" sz="2800" b="0" dirty="0">
                <a:solidFill>
                  <a:srgbClr val="DAE3E3"/>
                </a:solidFill>
                <a:effectLst/>
                <a:latin typeface="Consolas" panose="020B0609020204030204" pitchFamily="49" charset="0"/>
              </a:rPr>
              <a:t> Vy, </a:t>
            </a:r>
            <a:r>
              <a:rPr lang="en-US" sz="2800" b="0" dirty="0">
                <a:solidFill>
                  <a:srgbClr val="0CA1A6"/>
                </a:solidFill>
                <a:effectLst/>
                <a:latin typeface="Consolas" panose="020B0609020204030204" pitchFamily="49" charset="0"/>
              </a:rPr>
              <a:t>float</a:t>
            </a:r>
            <a:r>
              <a:rPr lang="en-US" sz="2800" b="0" dirty="0">
                <a:solidFill>
                  <a:srgbClr val="DAE3E3"/>
                </a:solidFill>
                <a:effectLst/>
                <a:latin typeface="Consolas" panose="020B0609020204030204" pitchFamily="49" charset="0"/>
              </a:rPr>
              <a:t> w) {</a:t>
            </a:r>
          </a:p>
          <a:p>
            <a:pPr>
              <a:buNone/>
            </a:pPr>
            <a:r>
              <a:rPr lang="en-US" sz="2800" b="0" dirty="0">
                <a:solidFill>
                  <a:srgbClr val="DAE3E3"/>
                </a:solidFill>
                <a:effectLst/>
                <a:latin typeface="Consolas" panose="020B0609020204030204" pitchFamily="49" charset="0"/>
              </a:rPr>
              <a:t>  </a:t>
            </a:r>
            <a:r>
              <a:rPr lang="en-US" sz="2800" b="0" dirty="0">
                <a:solidFill>
                  <a:srgbClr val="0CA1A6"/>
                </a:solidFill>
                <a:effectLst/>
                <a:latin typeface="Consolas" panose="020B0609020204030204" pitchFamily="49" charset="0"/>
              </a:rPr>
              <a:t>int</a:t>
            </a:r>
            <a:r>
              <a:rPr lang="en-US" sz="2800" b="0" dirty="0">
                <a:solidFill>
                  <a:srgbClr val="DAE3E3"/>
                </a:solidFill>
                <a:effectLst/>
                <a:latin typeface="Consolas" panose="020B0609020204030204" pitchFamily="49" charset="0"/>
              </a:rPr>
              <a:t> Vl1 = Vx + Vy + w;</a:t>
            </a:r>
          </a:p>
          <a:p>
            <a:pPr>
              <a:buNone/>
            </a:pPr>
            <a:r>
              <a:rPr lang="en-US" sz="2800" b="0" dirty="0">
                <a:solidFill>
                  <a:srgbClr val="DAE3E3"/>
                </a:solidFill>
                <a:effectLst/>
                <a:latin typeface="Consolas" panose="020B0609020204030204" pitchFamily="49" charset="0"/>
              </a:rPr>
              <a:t>  </a:t>
            </a:r>
            <a:r>
              <a:rPr lang="en-US" sz="2800" b="0" dirty="0">
                <a:solidFill>
                  <a:srgbClr val="0CA1A6"/>
                </a:solidFill>
                <a:effectLst/>
                <a:latin typeface="Consolas" panose="020B0609020204030204" pitchFamily="49" charset="0"/>
              </a:rPr>
              <a:t>int</a:t>
            </a:r>
            <a:r>
              <a:rPr lang="en-US" sz="2800" b="0" dirty="0">
                <a:solidFill>
                  <a:srgbClr val="DAE3E3"/>
                </a:solidFill>
                <a:effectLst/>
                <a:latin typeface="Consolas" panose="020B0609020204030204" pitchFamily="49" charset="0"/>
              </a:rPr>
              <a:t> Vl2 = -Vx + Vy + w;</a:t>
            </a:r>
          </a:p>
          <a:p>
            <a:pPr>
              <a:buNone/>
            </a:pPr>
            <a:r>
              <a:rPr lang="en-US" sz="2800" b="0" dirty="0">
                <a:solidFill>
                  <a:srgbClr val="DAE3E3"/>
                </a:solidFill>
                <a:effectLst/>
                <a:latin typeface="Consolas" panose="020B0609020204030204" pitchFamily="49" charset="0"/>
              </a:rPr>
              <a:t>  </a:t>
            </a:r>
            <a:r>
              <a:rPr lang="en-US" sz="2800" b="0" dirty="0">
                <a:solidFill>
                  <a:srgbClr val="0CA1A6"/>
                </a:solidFill>
                <a:effectLst/>
                <a:latin typeface="Consolas" panose="020B0609020204030204" pitchFamily="49" charset="0"/>
              </a:rPr>
              <a:t>int</a:t>
            </a:r>
            <a:r>
              <a:rPr lang="en-US" sz="2800" b="0" dirty="0">
                <a:solidFill>
                  <a:srgbClr val="DAE3E3"/>
                </a:solidFill>
                <a:effectLst/>
                <a:latin typeface="Consolas" panose="020B0609020204030204" pitchFamily="49" charset="0"/>
              </a:rPr>
              <a:t> Vr2 = -Vx - Vy + w;</a:t>
            </a:r>
          </a:p>
          <a:p>
            <a:pPr>
              <a:buNone/>
            </a:pPr>
            <a:r>
              <a:rPr lang="en-US" sz="2800" b="0" dirty="0">
                <a:solidFill>
                  <a:srgbClr val="DAE3E3"/>
                </a:solidFill>
                <a:effectLst/>
                <a:latin typeface="Consolas" panose="020B0609020204030204" pitchFamily="49" charset="0"/>
              </a:rPr>
              <a:t>  </a:t>
            </a:r>
            <a:r>
              <a:rPr lang="en-US" sz="2800" b="0" dirty="0">
                <a:solidFill>
                  <a:srgbClr val="0CA1A6"/>
                </a:solidFill>
                <a:effectLst/>
                <a:latin typeface="Consolas" panose="020B0609020204030204" pitchFamily="49" charset="0"/>
              </a:rPr>
              <a:t>int</a:t>
            </a:r>
            <a:r>
              <a:rPr lang="en-US" sz="2800" b="0" dirty="0">
                <a:solidFill>
                  <a:srgbClr val="DAE3E3"/>
                </a:solidFill>
                <a:effectLst/>
                <a:latin typeface="Consolas" panose="020B0609020204030204" pitchFamily="49" charset="0"/>
              </a:rPr>
              <a:t> Vr1 = Vx - Vy + w;</a:t>
            </a:r>
          </a:p>
          <a:p>
            <a:pPr>
              <a:buNone/>
            </a:pPr>
            <a:r>
              <a:rPr lang="en-US" sz="2800" b="0" dirty="0">
                <a:solidFill>
                  <a:srgbClr val="DAE3E3"/>
                </a:solidFill>
                <a:effectLst/>
                <a:latin typeface="Consolas" panose="020B0609020204030204" pitchFamily="49" charset="0"/>
              </a:rPr>
              <a:t>  </a:t>
            </a:r>
            <a:r>
              <a:rPr lang="en-US" sz="2800" b="0" dirty="0">
                <a:solidFill>
                  <a:srgbClr val="F39C12"/>
                </a:solidFill>
                <a:effectLst/>
                <a:latin typeface="Consolas" panose="020B0609020204030204" pitchFamily="49" charset="0"/>
              </a:rPr>
              <a:t>motor</a:t>
            </a:r>
            <a:r>
              <a:rPr lang="en-US" sz="2800" b="0" dirty="0">
                <a:solidFill>
                  <a:srgbClr val="DAE3E3"/>
                </a:solidFill>
                <a:effectLst/>
                <a:latin typeface="Consolas" panose="020B0609020204030204" pitchFamily="49" charset="0"/>
              </a:rPr>
              <a:t>(Vl1, Vl2, Vr2, Vr1);</a:t>
            </a:r>
          </a:p>
          <a:p>
            <a:pPr>
              <a:buNone/>
            </a:pPr>
            <a:r>
              <a:rPr lang="en-US" sz="2800" b="0" dirty="0">
                <a:solidFill>
                  <a:srgbClr val="DAE3E3"/>
                </a:solidFill>
                <a:effectLst/>
                <a:latin typeface="Consolas" panose="020B0609020204030204" pitchFamily="49" charset="0"/>
              </a:rPr>
              <a:t>}</a:t>
            </a:r>
          </a:p>
        </p:txBody>
      </p:sp>
    </p:spTree>
    <p:extLst>
      <p:ext uri="{BB962C8B-B14F-4D97-AF65-F5344CB8AC3E}">
        <p14:creationId xmlns:p14="http://schemas.microsoft.com/office/powerpoint/2010/main" val="17928448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F6B78C-822E-06B1-4FA5-5F90A98789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52407B-3C0C-2CDF-AAB1-27435BED5E31}"/>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تابع </a:t>
            </a:r>
            <a:r>
              <a:rPr lang="en-US" sz="3600" dirty="0">
                <a:latin typeface="IRANSans" panose="02040503050201020203" pitchFamily="18" charset="-78"/>
                <a:cs typeface="B Titr" panose="00000700000000000000" pitchFamily="2" charset="-78"/>
              </a:rPr>
              <a:t>stop</a:t>
            </a:r>
          </a:p>
        </p:txBody>
      </p:sp>
      <p:sp>
        <p:nvSpPr>
          <p:cNvPr id="17" name="TextBox 16">
            <a:extLst>
              <a:ext uri="{FF2B5EF4-FFF2-40B4-BE49-F238E27FC236}">
                <a16:creationId xmlns:a16="http://schemas.microsoft.com/office/drawing/2014/main" id="{43825DFA-D473-8057-C846-3D1EC0246701}"/>
              </a:ext>
            </a:extLst>
          </p:cNvPr>
          <p:cNvSpPr txBox="1"/>
          <p:nvPr/>
        </p:nvSpPr>
        <p:spPr>
          <a:xfrm>
            <a:off x="919119" y="1473200"/>
            <a:ext cx="10353761" cy="473206"/>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تابع </a:t>
            </a:r>
            <a:r>
              <a:rPr lang="en-US" dirty="0">
                <a:latin typeface="IRANSans" panose="02040503050201020203" pitchFamily="18" charset="-78"/>
                <a:cs typeface="IRANSans" panose="02040503050201020203" pitchFamily="18" charset="-78"/>
              </a:rPr>
              <a:t>stop</a:t>
            </a:r>
            <a:r>
              <a:rPr lang="fa-IR" dirty="0">
                <a:latin typeface="IRANSans" panose="02040503050201020203" pitchFamily="18" charset="-78"/>
                <a:cs typeface="IRANSans" panose="02040503050201020203" pitchFamily="18" charset="-78"/>
              </a:rPr>
              <a:t> جهت استادن ربات استفاده می‎گردد.</a:t>
            </a:r>
          </a:p>
        </p:txBody>
      </p:sp>
      <p:sp>
        <p:nvSpPr>
          <p:cNvPr id="4" name="TextBox 3">
            <a:extLst>
              <a:ext uri="{FF2B5EF4-FFF2-40B4-BE49-F238E27FC236}">
                <a16:creationId xmlns:a16="http://schemas.microsoft.com/office/drawing/2014/main" id="{7A83C731-CA22-7B38-43EB-75BDF8C5FC46}"/>
              </a:ext>
            </a:extLst>
          </p:cNvPr>
          <p:cNvSpPr txBox="1"/>
          <p:nvPr/>
        </p:nvSpPr>
        <p:spPr>
          <a:xfrm>
            <a:off x="919119" y="2710240"/>
            <a:ext cx="6096000" cy="1569660"/>
          </a:xfrm>
          <a:prstGeom prst="rect">
            <a:avLst/>
          </a:prstGeom>
          <a:noFill/>
        </p:spPr>
        <p:txBody>
          <a:bodyPr wrap="square">
            <a:spAutoFit/>
          </a:bodyPr>
          <a:lstStyle/>
          <a:p>
            <a:pPr>
              <a:buNone/>
            </a:pPr>
            <a:r>
              <a:rPr lang="en-US" sz="3200" b="0" dirty="0">
                <a:solidFill>
                  <a:srgbClr val="0CA1A6"/>
                </a:solidFill>
                <a:effectLst/>
                <a:latin typeface="Consolas" panose="020B0609020204030204" pitchFamily="49" charset="0"/>
              </a:rPr>
              <a:t>void</a:t>
            </a:r>
            <a:r>
              <a:rPr lang="en-US" sz="3200" b="0" dirty="0">
                <a:solidFill>
                  <a:srgbClr val="DAE3E3"/>
                </a:solidFill>
                <a:effectLst/>
                <a:latin typeface="Consolas" panose="020B0609020204030204" pitchFamily="49" charset="0"/>
              </a:rPr>
              <a:t> </a:t>
            </a:r>
            <a:r>
              <a:rPr lang="en-US" sz="3200" b="0" dirty="0">
                <a:solidFill>
                  <a:srgbClr val="F39C12"/>
                </a:solidFill>
                <a:effectLst/>
                <a:latin typeface="Consolas" panose="020B0609020204030204" pitchFamily="49" charset="0"/>
              </a:rPr>
              <a:t>stop</a:t>
            </a:r>
            <a:r>
              <a:rPr lang="en-US" sz="3200" b="0" dirty="0">
                <a:solidFill>
                  <a:srgbClr val="DAE3E3"/>
                </a:solidFill>
                <a:effectLst/>
                <a:latin typeface="Consolas" panose="020B0609020204030204" pitchFamily="49" charset="0"/>
              </a:rPr>
              <a:t>() {</a:t>
            </a:r>
          </a:p>
          <a:p>
            <a:pPr>
              <a:buNone/>
            </a:pPr>
            <a:r>
              <a:rPr lang="en-US" sz="3200" b="0" dirty="0">
                <a:solidFill>
                  <a:srgbClr val="DAE3E3"/>
                </a:solidFill>
                <a:effectLst/>
                <a:latin typeface="Consolas" panose="020B0609020204030204" pitchFamily="49" charset="0"/>
              </a:rPr>
              <a:t>  </a:t>
            </a:r>
            <a:r>
              <a:rPr lang="en-US" sz="3200" b="0" dirty="0">
                <a:solidFill>
                  <a:srgbClr val="F39C12"/>
                </a:solidFill>
                <a:effectLst/>
                <a:latin typeface="Consolas" panose="020B0609020204030204" pitchFamily="49" charset="0"/>
              </a:rPr>
              <a:t>motor</a:t>
            </a:r>
            <a:r>
              <a:rPr lang="en-US" sz="3200" b="0" dirty="0">
                <a:solidFill>
                  <a:srgbClr val="DAE3E3"/>
                </a:solidFill>
                <a:effectLst/>
                <a:latin typeface="Consolas" panose="020B0609020204030204" pitchFamily="49" charset="0"/>
              </a:rPr>
              <a:t>(</a:t>
            </a:r>
            <a:r>
              <a:rPr lang="en-US" sz="3200" b="0" dirty="0">
                <a:solidFill>
                  <a:srgbClr val="7FCBCD"/>
                </a:solidFill>
                <a:effectLst/>
                <a:latin typeface="Consolas" panose="020B0609020204030204" pitchFamily="49" charset="0"/>
              </a:rPr>
              <a:t>0</a:t>
            </a:r>
            <a:r>
              <a:rPr lang="en-US" sz="3200" b="0" dirty="0">
                <a:solidFill>
                  <a:srgbClr val="DAE3E3"/>
                </a:solidFill>
                <a:effectLst/>
                <a:latin typeface="Consolas" panose="020B0609020204030204" pitchFamily="49" charset="0"/>
              </a:rPr>
              <a:t>, </a:t>
            </a:r>
            <a:r>
              <a:rPr lang="en-US" sz="3200" b="0" dirty="0">
                <a:solidFill>
                  <a:srgbClr val="7FCBCD"/>
                </a:solidFill>
                <a:effectLst/>
                <a:latin typeface="Consolas" panose="020B0609020204030204" pitchFamily="49" charset="0"/>
              </a:rPr>
              <a:t>0</a:t>
            </a:r>
            <a:r>
              <a:rPr lang="en-US" sz="3200" b="0" dirty="0">
                <a:solidFill>
                  <a:srgbClr val="DAE3E3"/>
                </a:solidFill>
                <a:effectLst/>
                <a:latin typeface="Consolas" panose="020B0609020204030204" pitchFamily="49" charset="0"/>
              </a:rPr>
              <a:t>, </a:t>
            </a:r>
            <a:r>
              <a:rPr lang="en-US" sz="3200" b="0" dirty="0">
                <a:solidFill>
                  <a:srgbClr val="7FCBCD"/>
                </a:solidFill>
                <a:effectLst/>
                <a:latin typeface="Consolas" panose="020B0609020204030204" pitchFamily="49" charset="0"/>
              </a:rPr>
              <a:t>0</a:t>
            </a:r>
            <a:r>
              <a:rPr lang="en-US" sz="3200" b="0" dirty="0">
                <a:solidFill>
                  <a:srgbClr val="DAE3E3"/>
                </a:solidFill>
                <a:effectLst/>
                <a:latin typeface="Consolas" panose="020B0609020204030204" pitchFamily="49" charset="0"/>
              </a:rPr>
              <a:t>, </a:t>
            </a:r>
            <a:r>
              <a:rPr lang="en-US" sz="3200" b="0" dirty="0">
                <a:solidFill>
                  <a:srgbClr val="7FCBCD"/>
                </a:solidFill>
                <a:effectLst/>
                <a:latin typeface="Consolas" panose="020B0609020204030204" pitchFamily="49" charset="0"/>
              </a:rPr>
              <a:t>0</a:t>
            </a:r>
            <a:r>
              <a:rPr lang="en-US" sz="3200" b="0" dirty="0">
                <a:solidFill>
                  <a:srgbClr val="DAE3E3"/>
                </a:solidFill>
                <a:effectLst/>
                <a:latin typeface="Consolas" panose="020B0609020204030204" pitchFamily="49" charset="0"/>
              </a:rPr>
              <a:t>);</a:t>
            </a:r>
          </a:p>
          <a:p>
            <a:pPr>
              <a:buNone/>
            </a:pPr>
            <a:r>
              <a:rPr lang="en-US" sz="3200" b="0" dirty="0">
                <a:solidFill>
                  <a:srgbClr val="DAE3E3"/>
                </a:solidFill>
                <a:effectLst/>
                <a:latin typeface="Consolas" panose="020B0609020204030204" pitchFamily="49" charset="0"/>
              </a:rPr>
              <a:t>}</a:t>
            </a:r>
          </a:p>
        </p:txBody>
      </p:sp>
    </p:spTree>
    <p:extLst>
      <p:ext uri="{BB962C8B-B14F-4D97-AF65-F5344CB8AC3E}">
        <p14:creationId xmlns:p14="http://schemas.microsoft.com/office/powerpoint/2010/main" val="34067493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33296-2D58-9535-75E0-5E4552E726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0DCC4A-C56C-4C37-9EE9-D15C2E7580B6}"/>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تست توابع حرکتی</a:t>
            </a:r>
            <a:endParaRPr lang="en-US" sz="3600" dirty="0">
              <a:latin typeface="IRANSans" panose="02040503050201020203" pitchFamily="18" charset="-78"/>
              <a:cs typeface="B Titr" panose="00000700000000000000" pitchFamily="2" charset="-78"/>
            </a:endParaRPr>
          </a:p>
        </p:txBody>
      </p:sp>
      <p:sp>
        <p:nvSpPr>
          <p:cNvPr id="5" name="TextBox 4">
            <a:extLst>
              <a:ext uri="{FF2B5EF4-FFF2-40B4-BE49-F238E27FC236}">
                <a16:creationId xmlns:a16="http://schemas.microsoft.com/office/drawing/2014/main" id="{FB4892E2-B25A-15D5-64B5-8B86009309D8}"/>
              </a:ext>
            </a:extLst>
          </p:cNvPr>
          <p:cNvSpPr txBox="1"/>
          <p:nvPr/>
        </p:nvSpPr>
        <p:spPr>
          <a:xfrm>
            <a:off x="919119" y="1624129"/>
            <a:ext cx="6096000" cy="2677656"/>
          </a:xfrm>
          <a:prstGeom prst="rect">
            <a:avLst/>
          </a:prstGeom>
          <a:noFill/>
        </p:spPr>
        <p:txBody>
          <a:bodyPr wrap="square">
            <a:spAutoFit/>
          </a:bodyPr>
          <a:lstStyle/>
          <a:p>
            <a:pPr>
              <a:buNone/>
            </a:pPr>
            <a:r>
              <a:rPr lang="en-US" sz="2800" b="0" dirty="0">
                <a:solidFill>
                  <a:srgbClr val="0CA1A6"/>
                </a:solidFill>
                <a:effectLst/>
                <a:latin typeface="Consolas" panose="020B0609020204030204" pitchFamily="49" charset="0"/>
              </a:rPr>
              <a:t>void</a:t>
            </a:r>
            <a:r>
              <a:rPr lang="en-US" sz="2800" b="0" dirty="0">
                <a:solidFill>
                  <a:srgbClr val="DAE3E3"/>
                </a:solidFill>
                <a:effectLst/>
                <a:latin typeface="Consolas" panose="020B0609020204030204" pitchFamily="49" charset="0"/>
              </a:rPr>
              <a:t> </a:t>
            </a:r>
            <a:r>
              <a:rPr lang="en-US" sz="2800" b="0" dirty="0">
                <a:solidFill>
                  <a:srgbClr val="F39C12"/>
                </a:solidFill>
                <a:effectLst/>
                <a:latin typeface="Consolas" panose="020B0609020204030204" pitchFamily="49" charset="0"/>
              </a:rPr>
              <a:t>loop</a:t>
            </a:r>
            <a:r>
              <a:rPr lang="en-US" sz="2800" b="0" dirty="0">
                <a:solidFill>
                  <a:srgbClr val="DAE3E3"/>
                </a:solidFill>
                <a:effectLst/>
                <a:latin typeface="Consolas" panose="020B0609020204030204" pitchFamily="49" charset="0"/>
              </a:rPr>
              <a:t>() {</a:t>
            </a:r>
          </a:p>
          <a:p>
            <a:pPr>
              <a:buNone/>
            </a:pPr>
            <a:r>
              <a:rPr lang="en-US" sz="2800" b="0" dirty="0">
                <a:solidFill>
                  <a:srgbClr val="DAE3E3"/>
                </a:solidFill>
                <a:effectLst/>
                <a:latin typeface="Consolas" panose="020B0609020204030204" pitchFamily="49" charset="0"/>
              </a:rPr>
              <a:t>  </a:t>
            </a:r>
            <a:r>
              <a:rPr lang="en-US" sz="2800" b="0" dirty="0">
                <a:solidFill>
                  <a:srgbClr val="C586C0"/>
                </a:solidFill>
                <a:effectLst/>
                <a:latin typeface="Consolas" panose="020B0609020204030204" pitchFamily="49" charset="0"/>
              </a:rPr>
              <a:t>for</a:t>
            </a:r>
            <a:r>
              <a:rPr lang="en-US" sz="2800" b="0" dirty="0">
                <a:solidFill>
                  <a:srgbClr val="DAE3E3"/>
                </a:solidFill>
                <a:effectLst/>
                <a:latin typeface="Consolas" panose="020B0609020204030204" pitchFamily="49" charset="0"/>
              </a:rPr>
              <a:t>(</a:t>
            </a:r>
            <a:r>
              <a:rPr lang="en-US" sz="2800" b="0" dirty="0">
                <a:solidFill>
                  <a:srgbClr val="0CA1A6"/>
                </a:solidFill>
                <a:effectLst/>
                <a:latin typeface="Consolas" panose="020B0609020204030204" pitchFamily="49" charset="0"/>
              </a:rPr>
              <a:t>int</a:t>
            </a:r>
            <a:r>
              <a:rPr lang="en-US" sz="2800" b="0" dirty="0">
                <a:solidFill>
                  <a:srgbClr val="DAE3E3"/>
                </a:solidFill>
                <a:effectLst/>
                <a:latin typeface="Consolas" panose="020B0609020204030204" pitchFamily="49" charset="0"/>
              </a:rPr>
              <a:t> </a:t>
            </a:r>
            <a:r>
              <a:rPr lang="en-US" sz="2800" b="0" dirty="0" err="1">
                <a:solidFill>
                  <a:srgbClr val="DAE3E3"/>
                </a:solidFill>
                <a:effectLst/>
                <a:latin typeface="Consolas" panose="020B0609020204030204" pitchFamily="49" charset="0"/>
              </a:rPr>
              <a:t>i</a:t>
            </a:r>
            <a:r>
              <a:rPr lang="en-US" sz="2800" b="0" dirty="0">
                <a:solidFill>
                  <a:srgbClr val="DAE3E3"/>
                </a:solidFill>
                <a:effectLst/>
                <a:latin typeface="Consolas" panose="020B0609020204030204" pitchFamily="49" charset="0"/>
              </a:rPr>
              <a:t>=</a:t>
            </a:r>
            <a:r>
              <a:rPr lang="en-US" sz="2800" b="0" dirty="0">
                <a:solidFill>
                  <a:srgbClr val="7FCBCD"/>
                </a:solidFill>
                <a:effectLst/>
                <a:latin typeface="Consolas" panose="020B0609020204030204" pitchFamily="49" charset="0"/>
              </a:rPr>
              <a:t>0</a:t>
            </a:r>
            <a:r>
              <a:rPr lang="en-US" sz="2800" b="0" dirty="0">
                <a:solidFill>
                  <a:srgbClr val="DAE3E3"/>
                </a:solidFill>
                <a:effectLst/>
                <a:latin typeface="Consolas" panose="020B0609020204030204" pitchFamily="49" charset="0"/>
              </a:rPr>
              <a:t>; </a:t>
            </a:r>
            <a:r>
              <a:rPr lang="en-US" sz="2800" b="0" dirty="0" err="1">
                <a:solidFill>
                  <a:srgbClr val="DAE3E3"/>
                </a:solidFill>
                <a:effectLst/>
                <a:latin typeface="Consolas" panose="020B0609020204030204" pitchFamily="49" charset="0"/>
              </a:rPr>
              <a:t>i</a:t>
            </a:r>
            <a:r>
              <a:rPr lang="en-US" sz="2800" b="0" dirty="0">
                <a:solidFill>
                  <a:srgbClr val="DAE3E3"/>
                </a:solidFill>
                <a:effectLst/>
                <a:latin typeface="Consolas" panose="020B0609020204030204" pitchFamily="49" charset="0"/>
              </a:rPr>
              <a:t>&lt;</a:t>
            </a:r>
            <a:r>
              <a:rPr lang="en-US" sz="2800" b="0" dirty="0">
                <a:solidFill>
                  <a:srgbClr val="7FCBCD"/>
                </a:solidFill>
                <a:effectLst/>
                <a:latin typeface="Consolas" panose="020B0609020204030204" pitchFamily="49" charset="0"/>
              </a:rPr>
              <a:t>360</a:t>
            </a:r>
            <a:r>
              <a:rPr lang="en-US" sz="2800" b="0" dirty="0">
                <a:solidFill>
                  <a:srgbClr val="DAE3E3"/>
                </a:solidFill>
                <a:effectLst/>
                <a:latin typeface="Consolas" panose="020B0609020204030204" pitchFamily="49" charset="0"/>
              </a:rPr>
              <a:t>; </a:t>
            </a:r>
            <a:r>
              <a:rPr lang="en-US" sz="2800" b="0" dirty="0" err="1">
                <a:solidFill>
                  <a:srgbClr val="DAE3E3"/>
                </a:solidFill>
                <a:effectLst/>
                <a:latin typeface="Consolas" panose="020B0609020204030204" pitchFamily="49" charset="0"/>
              </a:rPr>
              <a:t>i</a:t>
            </a:r>
            <a:r>
              <a:rPr lang="en-US" sz="2800" b="0" dirty="0">
                <a:solidFill>
                  <a:srgbClr val="DAE3E3"/>
                </a:solidFill>
                <a:effectLst/>
                <a:latin typeface="Consolas" panose="020B0609020204030204" pitchFamily="49" charset="0"/>
              </a:rPr>
              <a:t>=i+</a:t>
            </a:r>
            <a:r>
              <a:rPr lang="en-US" sz="2800" b="0" dirty="0">
                <a:solidFill>
                  <a:srgbClr val="7FCBCD"/>
                </a:solidFill>
                <a:effectLst/>
                <a:latin typeface="Consolas" panose="020B0609020204030204" pitchFamily="49" charset="0"/>
              </a:rPr>
              <a:t>10</a:t>
            </a:r>
            <a:r>
              <a:rPr lang="en-US" sz="2800" b="0" dirty="0">
                <a:solidFill>
                  <a:srgbClr val="DAE3E3"/>
                </a:solidFill>
                <a:effectLst/>
                <a:latin typeface="Consolas" panose="020B0609020204030204" pitchFamily="49" charset="0"/>
              </a:rPr>
              <a:t>){</a:t>
            </a:r>
          </a:p>
          <a:p>
            <a:pPr>
              <a:buNone/>
            </a:pPr>
            <a:r>
              <a:rPr lang="en-US" sz="2800" b="0" dirty="0">
                <a:solidFill>
                  <a:srgbClr val="DAE3E3"/>
                </a:solidFill>
                <a:effectLst/>
                <a:latin typeface="Consolas" panose="020B0609020204030204" pitchFamily="49" charset="0"/>
              </a:rPr>
              <a:t>    </a:t>
            </a:r>
            <a:r>
              <a:rPr lang="en-US" sz="2800" b="0" dirty="0">
                <a:solidFill>
                  <a:srgbClr val="F39C12"/>
                </a:solidFill>
                <a:effectLst/>
                <a:latin typeface="Consolas" panose="020B0609020204030204" pitchFamily="49" charset="0"/>
              </a:rPr>
              <a:t>move</a:t>
            </a:r>
            <a:r>
              <a:rPr lang="en-US" sz="2800" b="0" dirty="0">
                <a:solidFill>
                  <a:srgbClr val="DAE3E3"/>
                </a:solidFill>
                <a:effectLst/>
                <a:latin typeface="Consolas" panose="020B0609020204030204" pitchFamily="49" charset="0"/>
              </a:rPr>
              <a:t>(</a:t>
            </a:r>
            <a:r>
              <a:rPr lang="en-US" sz="2800" b="0" dirty="0" err="1">
                <a:solidFill>
                  <a:srgbClr val="DAE3E3"/>
                </a:solidFill>
                <a:effectLst/>
                <a:latin typeface="Consolas" panose="020B0609020204030204" pitchFamily="49" charset="0"/>
              </a:rPr>
              <a:t>i</a:t>
            </a:r>
            <a:r>
              <a:rPr lang="en-US" sz="2800" b="0" dirty="0">
                <a:solidFill>
                  <a:srgbClr val="DAE3E3"/>
                </a:solidFill>
                <a:effectLst/>
                <a:latin typeface="Consolas" panose="020B0609020204030204" pitchFamily="49" charset="0"/>
              </a:rPr>
              <a:t>, LOW_SPEED);</a:t>
            </a:r>
          </a:p>
          <a:p>
            <a:pPr>
              <a:buNone/>
            </a:pPr>
            <a:r>
              <a:rPr lang="en-US" sz="2800" b="0" dirty="0">
                <a:solidFill>
                  <a:srgbClr val="DAE3E3"/>
                </a:solidFill>
                <a:effectLst/>
                <a:latin typeface="Consolas" panose="020B0609020204030204" pitchFamily="49" charset="0"/>
              </a:rPr>
              <a:t>    </a:t>
            </a:r>
            <a:r>
              <a:rPr lang="en-US" sz="2800" b="0" dirty="0">
                <a:solidFill>
                  <a:srgbClr val="F39C12"/>
                </a:solidFill>
                <a:effectLst/>
                <a:latin typeface="Consolas" panose="020B0609020204030204" pitchFamily="49" charset="0"/>
              </a:rPr>
              <a:t>delay</a:t>
            </a:r>
            <a:r>
              <a:rPr lang="en-US" sz="2800" b="0" dirty="0">
                <a:solidFill>
                  <a:srgbClr val="DAE3E3"/>
                </a:solidFill>
                <a:effectLst/>
                <a:latin typeface="Consolas" panose="020B0609020204030204" pitchFamily="49" charset="0"/>
              </a:rPr>
              <a:t>(</a:t>
            </a:r>
            <a:r>
              <a:rPr lang="en-US" sz="2800" b="0" dirty="0">
                <a:solidFill>
                  <a:srgbClr val="7FCBCD"/>
                </a:solidFill>
                <a:effectLst/>
                <a:latin typeface="Consolas" panose="020B0609020204030204" pitchFamily="49" charset="0"/>
              </a:rPr>
              <a:t>10</a:t>
            </a:r>
            <a:r>
              <a:rPr lang="en-US" sz="2800" b="0" dirty="0">
                <a:solidFill>
                  <a:srgbClr val="DAE3E3"/>
                </a:solidFill>
                <a:effectLst/>
                <a:latin typeface="Consolas" panose="020B0609020204030204" pitchFamily="49" charset="0"/>
              </a:rPr>
              <a:t>);</a:t>
            </a:r>
          </a:p>
          <a:p>
            <a:pPr>
              <a:buNone/>
            </a:pPr>
            <a:r>
              <a:rPr lang="en-US" sz="2800" b="0" dirty="0">
                <a:solidFill>
                  <a:srgbClr val="DAE3E3"/>
                </a:solidFill>
                <a:effectLst/>
                <a:latin typeface="Consolas" panose="020B0609020204030204" pitchFamily="49" charset="0"/>
              </a:rPr>
              <a:t>  }</a:t>
            </a:r>
          </a:p>
          <a:p>
            <a:pPr>
              <a:buNone/>
            </a:pPr>
            <a:r>
              <a:rPr lang="en-US" sz="2800" b="0" dirty="0">
                <a:solidFill>
                  <a:srgbClr val="DAE3E3"/>
                </a:solidFill>
                <a:effectLst/>
                <a:latin typeface="Consolas" panose="020B0609020204030204" pitchFamily="49" charset="0"/>
              </a:rPr>
              <a:t>}</a:t>
            </a:r>
          </a:p>
        </p:txBody>
      </p:sp>
      <p:sp>
        <p:nvSpPr>
          <p:cNvPr id="6" name="TextBox 5">
            <a:extLst>
              <a:ext uri="{FF2B5EF4-FFF2-40B4-BE49-F238E27FC236}">
                <a16:creationId xmlns:a16="http://schemas.microsoft.com/office/drawing/2014/main" id="{62C10A6D-DB6B-6245-7D30-49BD878AD4F4}"/>
              </a:ext>
            </a:extLst>
          </p:cNvPr>
          <p:cNvSpPr txBox="1"/>
          <p:nvPr/>
        </p:nvSpPr>
        <p:spPr>
          <a:xfrm>
            <a:off x="7289800" y="1384300"/>
            <a:ext cx="3976731" cy="4628190"/>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حال با استفاده از توابع نوشته شده می‎توان هر حرکت دلخواهی انجام داد. به عنوان مثال با برنامه روبه رو ربات حول یک نقطه می‎چرخد.</a:t>
            </a:r>
          </a:p>
          <a:p>
            <a:pPr algn="just" rtl="1">
              <a:lnSpc>
                <a:spcPct val="150000"/>
              </a:lnSpc>
            </a:pPr>
            <a:endParaRPr lang="fa-IR" dirty="0">
              <a:latin typeface="IRANSans" panose="02040503050201020203" pitchFamily="18" charset="-78"/>
              <a:cs typeface="IRANSans" panose="02040503050201020203" pitchFamily="18" charset="-78"/>
            </a:endParaRPr>
          </a:p>
          <a:p>
            <a:pPr algn="just" rtl="1">
              <a:lnSpc>
                <a:spcPct val="150000"/>
              </a:lnSpc>
            </a:pPr>
            <a:r>
              <a:rPr lang="fa-IR" b="1" dirty="0">
                <a:solidFill>
                  <a:srgbClr val="00B050"/>
                </a:solidFill>
                <a:latin typeface="IRANSans" panose="02040503050201020203" pitchFamily="18" charset="-78"/>
                <a:cs typeface="IRANSans" panose="02040503050201020203" pitchFamily="18" charset="-78"/>
              </a:rPr>
              <a:t>تمرین 1:</a:t>
            </a:r>
            <a:r>
              <a:rPr lang="fa-IR" dirty="0">
                <a:latin typeface="IRANSans" panose="02040503050201020203" pitchFamily="18" charset="-78"/>
                <a:cs typeface="IRANSans" panose="02040503050201020203" pitchFamily="18" charset="-78"/>
              </a:rPr>
              <a:t> برنامه ای بنویسید که ربات بر روی یک 8 ضلعی حرکت کند.</a:t>
            </a:r>
          </a:p>
          <a:p>
            <a:pPr algn="just" rtl="1">
              <a:lnSpc>
                <a:spcPct val="150000"/>
              </a:lnSpc>
            </a:pPr>
            <a:endParaRPr lang="fa-IR" dirty="0">
              <a:latin typeface="IRANSans" panose="02040503050201020203" pitchFamily="18" charset="-78"/>
              <a:cs typeface="IRANSans" panose="02040503050201020203" pitchFamily="18" charset="-78"/>
            </a:endParaRPr>
          </a:p>
          <a:p>
            <a:pPr algn="just" rtl="1">
              <a:lnSpc>
                <a:spcPct val="150000"/>
              </a:lnSpc>
            </a:pPr>
            <a:r>
              <a:rPr lang="fa-IR" b="1" dirty="0">
                <a:solidFill>
                  <a:srgbClr val="00B050"/>
                </a:solidFill>
                <a:latin typeface="IRANSans" panose="02040503050201020203" pitchFamily="18" charset="-78"/>
                <a:cs typeface="IRANSans" panose="02040503050201020203" pitchFamily="18" charset="-78"/>
              </a:rPr>
              <a:t>تمرین 2:</a:t>
            </a:r>
            <a:r>
              <a:rPr lang="fa-IR" dirty="0">
                <a:latin typeface="IRANSans" panose="02040503050201020203" pitchFamily="18" charset="-78"/>
                <a:cs typeface="IRANSans" panose="02040503050201020203" pitchFamily="18" charset="-78"/>
              </a:rPr>
              <a:t> برنامه ای بنویسید که ربات برایندی از حرکت جلو و چرخش به راست را انجام دهد</a:t>
            </a:r>
            <a:endParaRPr lang="en-US" dirty="0">
              <a:latin typeface="IRANSans" panose="02040503050201020203" pitchFamily="18" charset="-78"/>
              <a:cs typeface="IRANSans" panose="02040503050201020203" pitchFamily="18" charset="-78"/>
            </a:endParaRPr>
          </a:p>
        </p:txBody>
      </p:sp>
    </p:spTree>
    <p:extLst>
      <p:ext uri="{BB962C8B-B14F-4D97-AF65-F5344CB8AC3E}">
        <p14:creationId xmlns:p14="http://schemas.microsoft.com/office/powerpoint/2010/main" val="219224939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7F5C4D-A49B-ECC1-ABAB-55B08A94C9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FA60A7-9A69-BB03-8105-D4B5D1F3154C}"/>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راه اندازی دوربین </a:t>
            </a:r>
            <a:r>
              <a:rPr lang="en-US" sz="3600" dirty="0" err="1">
                <a:latin typeface="IRANSans" panose="02040503050201020203" pitchFamily="18" charset="-78"/>
                <a:cs typeface="B Titr" panose="00000700000000000000" pitchFamily="2" charset="-78"/>
              </a:rPr>
              <a:t>openMV</a:t>
            </a:r>
            <a:endParaRPr lang="en-US" sz="3600" dirty="0">
              <a:latin typeface="IRANSans" panose="02040503050201020203" pitchFamily="18" charset="-78"/>
              <a:cs typeface="B Titr" panose="00000700000000000000" pitchFamily="2" charset="-78"/>
            </a:endParaRPr>
          </a:p>
        </p:txBody>
      </p:sp>
      <p:sp>
        <p:nvSpPr>
          <p:cNvPr id="6" name="TextBox 5">
            <a:extLst>
              <a:ext uri="{FF2B5EF4-FFF2-40B4-BE49-F238E27FC236}">
                <a16:creationId xmlns:a16="http://schemas.microsoft.com/office/drawing/2014/main" id="{D786085B-160D-6737-BE22-835D23DAAD98}"/>
              </a:ext>
            </a:extLst>
          </p:cNvPr>
          <p:cNvSpPr txBox="1"/>
          <p:nvPr/>
        </p:nvSpPr>
        <p:spPr>
          <a:xfrm>
            <a:off x="5886450" y="2197100"/>
            <a:ext cx="5386431" cy="473206"/>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ابتدا در تابع </a:t>
            </a:r>
            <a:r>
              <a:rPr lang="en-US" dirty="0">
                <a:latin typeface="IRANSans" panose="02040503050201020203" pitchFamily="18" charset="-78"/>
                <a:cs typeface="IRANSans" panose="02040503050201020203" pitchFamily="18" charset="-78"/>
              </a:rPr>
              <a:t>setup</a:t>
            </a:r>
            <a:r>
              <a:rPr lang="fa-IR" dirty="0">
                <a:latin typeface="IRANSans" panose="02040503050201020203" pitchFamily="18" charset="-78"/>
                <a:cs typeface="IRANSans" panose="02040503050201020203" pitchFamily="18" charset="-78"/>
              </a:rPr>
              <a:t> باید پروتوکل </a:t>
            </a:r>
            <a:r>
              <a:rPr lang="en-US" dirty="0">
                <a:latin typeface="IRANSans" panose="02040503050201020203" pitchFamily="18" charset="-78"/>
                <a:cs typeface="IRANSans" panose="02040503050201020203" pitchFamily="18" charset="-78"/>
              </a:rPr>
              <a:t>i2c</a:t>
            </a:r>
            <a:r>
              <a:rPr lang="fa-IR" dirty="0">
                <a:latin typeface="IRANSans" panose="02040503050201020203" pitchFamily="18" charset="-78"/>
                <a:cs typeface="IRANSans" panose="02040503050201020203" pitchFamily="18" charset="-78"/>
              </a:rPr>
              <a:t> را شروع کنیم.</a:t>
            </a:r>
            <a:endParaRPr lang="en-US" dirty="0">
              <a:latin typeface="IRANSans" panose="02040503050201020203" pitchFamily="18" charset="-78"/>
              <a:cs typeface="IRANSans" panose="02040503050201020203" pitchFamily="18" charset="-78"/>
            </a:endParaRPr>
          </a:p>
        </p:txBody>
      </p:sp>
      <p:sp>
        <p:nvSpPr>
          <p:cNvPr id="10" name="TextBox 9">
            <a:extLst>
              <a:ext uri="{FF2B5EF4-FFF2-40B4-BE49-F238E27FC236}">
                <a16:creationId xmlns:a16="http://schemas.microsoft.com/office/drawing/2014/main" id="{900246F0-F0F6-6720-8561-152EB4AC30F2}"/>
              </a:ext>
            </a:extLst>
          </p:cNvPr>
          <p:cNvSpPr txBox="1"/>
          <p:nvPr/>
        </p:nvSpPr>
        <p:spPr>
          <a:xfrm>
            <a:off x="919119" y="1814034"/>
            <a:ext cx="6096000" cy="2862322"/>
          </a:xfrm>
          <a:prstGeom prst="rect">
            <a:avLst/>
          </a:prstGeom>
          <a:noFill/>
        </p:spPr>
        <p:txBody>
          <a:bodyPr wrap="square">
            <a:spAutoFit/>
          </a:bodyPr>
          <a:lstStyle/>
          <a:p>
            <a:pPr>
              <a:buNone/>
            </a:pPr>
            <a:r>
              <a:rPr lang="en-US" sz="3600" b="0" dirty="0">
                <a:solidFill>
                  <a:srgbClr val="0CA1A6"/>
                </a:solidFill>
                <a:effectLst/>
                <a:latin typeface="Consolas" panose="020B0609020204030204" pitchFamily="49" charset="0"/>
              </a:rPr>
              <a:t>void</a:t>
            </a:r>
            <a:r>
              <a:rPr lang="en-US" sz="3600" b="0" dirty="0">
                <a:solidFill>
                  <a:srgbClr val="DAE3E3"/>
                </a:solidFill>
                <a:effectLst/>
                <a:latin typeface="Consolas" panose="020B0609020204030204" pitchFamily="49" charset="0"/>
              </a:rPr>
              <a:t> </a:t>
            </a:r>
            <a:r>
              <a:rPr lang="en-US" sz="3600" b="0" dirty="0">
                <a:solidFill>
                  <a:srgbClr val="F39C12"/>
                </a:solidFill>
                <a:effectLst/>
                <a:latin typeface="Consolas" panose="020B0609020204030204" pitchFamily="49" charset="0"/>
              </a:rPr>
              <a:t>setup</a:t>
            </a:r>
            <a:r>
              <a:rPr lang="en-US" sz="3600" b="0" dirty="0">
                <a:solidFill>
                  <a:srgbClr val="DAE3E3"/>
                </a:solidFill>
                <a:effectLst/>
                <a:latin typeface="Consolas" panose="020B0609020204030204" pitchFamily="49" charset="0"/>
              </a:rPr>
              <a:t>() {</a:t>
            </a:r>
          </a:p>
          <a:p>
            <a:pPr>
              <a:buNone/>
            </a:pPr>
            <a:r>
              <a:rPr lang="en-US" sz="3600" b="0" dirty="0">
                <a:solidFill>
                  <a:schemeClr val="tx2">
                    <a:lumMod val="75000"/>
                  </a:schemeClr>
                </a:solidFill>
                <a:effectLst/>
                <a:latin typeface="Consolas" panose="020B0609020204030204" pitchFamily="49" charset="0"/>
              </a:rPr>
              <a:t>  </a:t>
            </a:r>
            <a:r>
              <a:rPr lang="fa-IR" sz="3600" dirty="0">
                <a:solidFill>
                  <a:schemeClr val="tx2">
                    <a:lumMod val="75000"/>
                  </a:schemeClr>
                </a:solidFill>
                <a:latin typeface="Consolas" panose="020B0609020204030204" pitchFamily="49" charset="0"/>
              </a:rPr>
              <a:t>برنامه های قبلی</a:t>
            </a:r>
            <a:endParaRPr lang="en-US" sz="3600" b="0" dirty="0">
              <a:solidFill>
                <a:schemeClr val="tx2">
                  <a:lumMod val="75000"/>
                </a:schemeClr>
              </a:solidFill>
              <a:effectLst/>
              <a:latin typeface="Consolas" panose="020B0609020204030204" pitchFamily="49" charset="0"/>
            </a:endParaRPr>
          </a:p>
          <a:p>
            <a:pPr>
              <a:buNone/>
            </a:pPr>
            <a:r>
              <a:rPr lang="en-US" sz="3600" b="0" dirty="0">
                <a:solidFill>
                  <a:srgbClr val="DAE3E3"/>
                </a:solidFill>
                <a:effectLst/>
                <a:latin typeface="Consolas" panose="020B0609020204030204" pitchFamily="49" charset="0"/>
              </a:rPr>
              <a:t>  </a:t>
            </a:r>
            <a:r>
              <a:rPr lang="en-US" sz="3600" b="0" dirty="0">
                <a:solidFill>
                  <a:srgbClr val="F39C12"/>
                </a:solidFill>
                <a:effectLst/>
                <a:latin typeface="Consolas" panose="020B0609020204030204" pitchFamily="49" charset="0"/>
              </a:rPr>
              <a:t>i2c</a:t>
            </a:r>
            <a:r>
              <a:rPr lang="en-US" sz="3600" b="0" dirty="0">
                <a:solidFill>
                  <a:srgbClr val="DAE3E3"/>
                </a:solidFill>
                <a:effectLst/>
                <a:latin typeface="Consolas" panose="020B0609020204030204" pitchFamily="49" charset="0"/>
              </a:rPr>
              <a:t>.</a:t>
            </a:r>
            <a:r>
              <a:rPr lang="en-US" sz="3600" b="0" dirty="0">
                <a:solidFill>
                  <a:srgbClr val="F39C12"/>
                </a:solidFill>
                <a:effectLst/>
                <a:latin typeface="Consolas" panose="020B0609020204030204" pitchFamily="49" charset="0"/>
              </a:rPr>
              <a:t>begin</a:t>
            </a:r>
            <a:r>
              <a:rPr lang="en-US" sz="3600" b="0" dirty="0">
                <a:solidFill>
                  <a:srgbClr val="DAE3E3"/>
                </a:solidFill>
                <a:effectLst/>
                <a:latin typeface="Consolas" panose="020B0609020204030204" pitchFamily="49" charset="0"/>
              </a:rPr>
              <a:t>();</a:t>
            </a:r>
          </a:p>
          <a:p>
            <a:pPr>
              <a:buNone/>
            </a:pPr>
            <a:r>
              <a:rPr lang="en-US" sz="3600" b="0" dirty="0">
                <a:solidFill>
                  <a:srgbClr val="DAE3E3"/>
                </a:solidFill>
                <a:effectLst/>
                <a:latin typeface="Consolas" panose="020B0609020204030204" pitchFamily="49" charset="0"/>
              </a:rPr>
              <a:t>}</a:t>
            </a:r>
          </a:p>
          <a:p>
            <a:pPr>
              <a:buNone/>
            </a:pPr>
            <a:endParaRPr lang="en-US" sz="3600" b="0" dirty="0">
              <a:solidFill>
                <a:srgbClr val="DAE3E3"/>
              </a:solidFill>
              <a:effectLst/>
              <a:latin typeface="Consolas" panose="020B0609020204030204" pitchFamily="49" charset="0"/>
            </a:endParaRPr>
          </a:p>
        </p:txBody>
      </p:sp>
      <p:pic>
        <p:nvPicPr>
          <p:cNvPr id="12" name="Picture 11">
            <a:extLst>
              <a:ext uri="{FF2B5EF4-FFF2-40B4-BE49-F238E27FC236}">
                <a16:creationId xmlns:a16="http://schemas.microsoft.com/office/drawing/2014/main" id="{78C1DA7C-D575-3DD2-4DD7-96BFAA99A20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404508" y="3275155"/>
            <a:ext cx="2868373" cy="2802401"/>
          </a:xfrm>
          <a:prstGeom prst="rect">
            <a:avLst/>
          </a:prstGeom>
        </p:spPr>
      </p:pic>
    </p:spTree>
    <p:extLst>
      <p:ext uri="{BB962C8B-B14F-4D97-AF65-F5344CB8AC3E}">
        <p14:creationId xmlns:p14="http://schemas.microsoft.com/office/powerpoint/2010/main" val="319693647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A9E4D-7D72-00D0-7676-9038A6E0D7E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3649A0BA-1BBF-2645-21C2-C815ED779094}"/>
              </a:ext>
            </a:extLst>
          </p:cNvPr>
          <p:cNvSpPr txBox="1"/>
          <p:nvPr/>
        </p:nvSpPr>
        <p:spPr>
          <a:xfrm>
            <a:off x="5740400" y="889000"/>
            <a:ext cx="5818231" cy="2966197"/>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یک فایل جدید باز کرده و در آن تابع </a:t>
            </a:r>
            <a:r>
              <a:rPr lang="en-US" dirty="0" err="1">
                <a:latin typeface="IRANSans" panose="02040503050201020203" pitchFamily="18" charset="-78"/>
                <a:cs typeface="IRANSans" panose="02040503050201020203" pitchFamily="18" charset="-78"/>
              </a:rPr>
              <a:t>read_MV</a:t>
            </a:r>
            <a:r>
              <a:rPr lang="fa-IR" dirty="0">
                <a:latin typeface="IRANSans" panose="02040503050201020203" pitchFamily="18" charset="-78"/>
                <a:cs typeface="IRANSans" panose="02040503050201020203" pitchFamily="18" charset="-78"/>
              </a:rPr>
              <a:t> را تعریف کنید.</a:t>
            </a:r>
            <a:r>
              <a:rPr lang="en-US" dirty="0">
                <a:latin typeface="IRANSans" panose="02040503050201020203" pitchFamily="18" charset="-78"/>
                <a:cs typeface="IRANSans" panose="02040503050201020203" pitchFamily="18" charset="-78"/>
              </a:rPr>
              <a:t> </a:t>
            </a:r>
            <a:r>
              <a:rPr lang="fa-IR" dirty="0">
                <a:latin typeface="IRANSans" panose="02040503050201020203" pitchFamily="18" charset="-78"/>
                <a:cs typeface="IRANSans" panose="02040503050201020203" pitchFamily="18" charset="-78"/>
              </a:rPr>
              <a:t>در این تابع اطلاعات مربوط به دوربین که شامل مختصات توپ و دروازه ها می‎شود از طریق ارتباط </a:t>
            </a:r>
            <a:r>
              <a:rPr lang="en-US" dirty="0">
                <a:latin typeface="IRANSans" panose="02040503050201020203" pitchFamily="18" charset="-78"/>
                <a:cs typeface="IRANSans" panose="02040503050201020203" pitchFamily="18" charset="-78"/>
              </a:rPr>
              <a:t>i2c</a:t>
            </a:r>
            <a:r>
              <a:rPr lang="fa-IR" dirty="0">
                <a:latin typeface="IRANSans" panose="02040503050201020203" pitchFamily="18" charset="-78"/>
                <a:cs typeface="IRANSans" panose="02040503050201020203" pitchFamily="18" charset="-78"/>
              </a:rPr>
              <a:t> دریافت شده و زاویه توپ و فاصله ربات از آن با استفاده توابع ریاضی محاسبه می‎شود.</a:t>
            </a:r>
          </a:p>
          <a:p>
            <a:pPr algn="just" rtl="1">
              <a:lnSpc>
                <a:spcPct val="150000"/>
              </a:lnSpc>
            </a:pPr>
            <a:endParaRPr lang="fa-IR" dirty="0">
              <a:latin typeface="IRANSans" panose="02040503050201020203" pitchFamily="18" charset="-78"/>
              <a:cs typeface="IRANSans" panose="02040503050201020203" pitchFamily="18" charset="-78"/>
            </a:endParaRPr>
          </a:p>
          <a:p>
            <a:pPr algn="just" rtl="1">
              <a:lnSpc>
                <a:spcPct val="150000"/>
              </a:lnSpc>
            </a:pPr>
            <a:endParaRPr lang="en-US" dirty="0">
              <a:latin typeface="IRANSans" panose="02040503050201020203" pitchFamily="18" charset="-78"/>
              <a:cs typeface="IRANSans" panose="02040503050201020203" pitchFamily="18" charset="-78"/>
            </a:endParaRPr>
          </a:p>
        </p:txBody>
      </p:sp>
      <p:sp>
        <p:nvSpPr>
          <p:cNvPr id="4" name="TextBox 3">
            <a:extLst>
              <a:ext uri="{FF2B5EF4-FFF2-40B4-BE49-F238E27FC236}">
                <a16:creationId xmlns:a16="http://schemas.microsoft.com/office/drawing/2014/main" id="{DBDA1943-B696-0C00-5DE4-8C5A96685963}"/>
              </a:ext>
            </a:extLst>
          </p:cNvPr>
          <p:cNvSpPr txBox="1"/>
          <p:nvPr/>
        </p:nvSpPr>
        <p:spPr>
          <a:xfrm>
            <a:off x="342900" y="708303"/>
            <a:ext cx="9271000" cy="5909310"/>
          </a:xfrm>
          <a:prstGeom prst="rect">
            <a:avLst/>
          </a:prstGeom>
          <a:noFill/>
        </p:spPr>
        <p:txBody>
          <a:bodyPr wrap="square">
            <a:spAutoFit/>
          </a:bodyPr>
          <a:lstStyle/>
          <a:p>
            <a:pPr>
              <a:buNone/>
            </a:pPr>
            <a:r>
              <a:rPr lang="en-US" sz="1400" b="0" dirty="0">
                <a:solidFill>
                  <a:srgbClr val="0CA1A6"/>
                </a:solidFill>
                <a:effectLst/>
                <a:latin typeface="Consolas" panose="020B0609020204030204" pitchFamily="49" charset="0"/>
              </a:rPr>
              <a:t>void</a:t>
            </a:r>
            <a:r>
              <a:rPr lang="en-US" sz="1400" b="0" dirty="0">
                <a:solidFill>
                  <a:srgbClr val="DAE3E3"/>
                </a:solidFill>
                <a:effectLst/>
                <a:latin typeface="Consolas" panose="020B0609020204030204" pitchFamily="49" charset="0"/>
              </a:rPr>
              <a:t> </a:t>
            </a:r>
            <a:r>
              <a:rPr lang="en-US" sz="1400" b="0" dirty="0" err="1">
                <a:solidFill>
                  <a:srgbClr val="F39C12"/>
                </a:solidFill>
                <a:effectLst/>
                <a:latin typeface="Consolas" panose="020B0609020204030204" pitchFamily="49" charset="0"/>
              </a:rPr>
              <a:t>read_MV</a:t>
            </a:r>
            <a:r>
              <a:rPr lang="en-US" sz="1400" b="0" dirty="0">
                <a:solidFill>
                  <a:srgbClr val="DAE3E3"/>
                </a:solidFill>
                <a:effectLst/>
                <a:latin typeface="Consolas" panose="020B0609020204030204" pitchFamily="49" charset="0"/>
              </a:rPr>
              <a:t>() {</a:t>
            </a:r>
          </a:p>
          <a:p>
            <a:pPr>
              <a:buNone/>
            </a:pPr>
            <a:r>
              <a:rPr lang="en-US" sz="1400" b="0" dirty="0">
                <a:solidFill>
                  <a:srgbClr val="DAE3E3"/>
                </a:solidFill>
                <a:effectLst/>
                <a:latin typeface="Consolas" panose="020B0609020204030204" pitchFamily="49" charset="0"/>
              </a:rPr>
              <a:t>  </a:t>
            </a:r>
            <a:r>
              <a:rPr lang="en-US" sz="1400" b="0" dirty="0">
                <a:solidFill>
                  <a:srgbClr val="F39C12"/>
                </a:solidFill>
                <a:effectLst/>
                <a:latin typeface="Consolas" panose="020B0609020204030204" pitchFamily="49" charset="0"/>
              </a:rPr>
              <a:t>i2c</a:t>
            </a:r>
            <a:r>
              <a:rPr lang="en-US" sz="1400" b="0" dirty="0">
                <a:solidFill>
                  <a:srgbClr val="DAE3E3"/>
                </a:solidFill>
                <a:effectLst/>
                <a:latin typeface="Consolas" panose="020B0609020204030204" pitchFamily="49" charset="0"/>
              </a:rPr>
              <a:t>.</a:t>
            </a:r>
            <a:r>
              <a:rPr lang="en-US" sz="1400" b="0" dirty="0">
                <a:solidFill>
                  <a:srgbClr val="F39C12"/>
                </a:solidFill>
                <a:effectLst/>
                <a:latin typeface="Consolas" panose="020B0609020204030204" pitchFamily="49" charset="0"/>
              </a:rPr>
              <a:t>requestFrom</a:t>
            </a:r>
            <a:r>
              <a:rPr lang="en-US" sz="1400" b="0" dirty="0">
                <a:solidFill>
                  <a:srgbClr val="DAE3E3"/>
                </a:solidFill>
                <a:effectLst/>
                <a:latin typeface="Consolas" panose="020B0609020204030204" pitchFamily="49" charset="0"/>
              </a:rPr>
              <a:t>(0x</a:t>
            </a:r>
            <a:r>
              <a:rPr lang="en-US" sz="1400" b="0" dirty="0">
                <a:solidFill>
                  <a:srgbClr val="7FCBCD"/>
                </a:solidFill>
                <a:effectLst/>
                <a:latin typeface="Consolas" panose="020B0609020204030204" pitchFamily="49" charset="0"/>
              </a:rPr>
              <a:t>42</a:t>
            </a:r>
            <a:r>
              <a:rPr lang="en-US" sz="1400" b="0" dirty="0">
                <a:solidFill>
                  <a:srgbClr val="DAE3E3"/>
                </a:solidFill>
                <a:effectLst/>
                <a:latin typeface="Consolas" panose="020B0609020204030204" pitchFamily="49" charset="0"/>
              </a:rPr>
              <a:t>, </a:t>
            </a:r>
            <a:r>
              <a:rPr lang="en-US" sz="1400" b="0" dirty="0">
                <a:solidFill>
                  <a:srgbClr val="7FCBCD"/>
                </a:solidFill>
                <a:effectLst/>
                <a:latin typeface="Consolas" panose="020B0609020204030204" pitchFamily="49" charset="0"/>
              </a:rPr>
              <a:t>12</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if</a:t>
            </a:r>
            <a:r>
              <a:rPr lang="en-US" sz="1400" b="0" dirty="0">
                <a:solidFill>
                  <a:srgbClr val="DAE3E3"/>
                </a:solidFill>
                <a:effectLst/>
                <a:latin typeface="Consolas" panose="020B0609020204030204" pitchFamily="49" charset="0"/>
              </a:rPr>
              <a:t> (</a:t>
            </a:r>
            <a:r>
              <a:rPr lang="en-US" sz="1400" b="0" dirty="0">
                <a:solidFill>
                  <a:srgbClr val="F39C12"/>
                </a:solidFill>
                <a:effectLst/>
                <a:latin typeface="Consolas" panose="020B0609020204030204" pitchFamily="49" charset="0"/>
              </a:rPr>
              <a:t>i2c</a:t>
            </a:r>
            <a:r>
              <a:rPr lang="en-US" sz="1400" b="0" dirty="0">
                <a:solidFill>
                  <a:srgbClr val="DAE3E3"/>
                </a:solidFill>
                <a:effectLst/>
                <a:latin typeface="Consolas" panose="020B0609020204030204" pitchFamily="49" charset="0"/>
              </a:rPr>
              <a:t>.</a:t>
            </a:r>
            <a:r>
              <a:rPr lang="en-US" sz="1400" b="0" dirty="0">
                <a:solidFill>
                  <a:srgbClr val="F39C12"/>
                </a:solidFill>
                <a:effectLst/>
                <a:latin typeface="Consolas" panose="020B0609020204030204" pitchFamily="49" charset="0"/>
              </a:rPr>
              <a:t>available</a:t>
            </a:r>
            <a:r>
              <a:rPr lang="en-US" sz="1400" b="0" dirty="0">
                <a:solidFill>
                  <a:srgbClr val="DAE3E3"/>
                </a:solidFill>
                <a:effectLst/>
                <a:latin typeface="Consolas" panose="020B0609020204030204" pitchFamily="49" charset="0"/>
              </a:rPr>
              <a:t>() == </a:t>
            </a:r>
            <a:r>
              <a:rPr lang="en-US" sz="1400" b="0" dirty="0">
                <a:solidFill>
                  <a:srgbClr val="7FCBCD"/>
                </a:solidFill>
                <a:effectLst/>
                <a:latin typeface="Consolas" panose="020B0609020204030204" pitchFamily="49" charset="0"/>
              </a:rPr>
              <a:t>12</a:t>
            </a:r>
            <a:r>
              <a:rPr lang="en-US" sz="1400" b="0" dirty="0">
                <a:solidFill>
                  <a:srgbClr val="DAE3E3"/>
                </a:solidFill>
                <a:effectLst/>
                <a:latin typeface="Consolas" panose="020B0609020204030204" pitchFamily="49" charset="0"/>
              </a:rPr>
              <a:t>) {</a:t>
            </a:r>
          </a:p>
          <a:p>
            <a:pPr>
              <a:buNone/>
            </a:pPr>
            <a:r>
              <a:rPr lang="en-US" sz="1400" b="0" dirty="0">
                <a:solidFill>
                  <a:srgbClr val="DAE3E3"/>
                </a:solidFill>
                <a:effectLst/>
                <a:latin typeface="Consolas" panose="020B0609020204030204" pitchFamily="49" charset="0"/>
              </a:rPr>
              <a:t>    </a:t>
            </a:r>
            <a:r>
              <a:rPr lang="en-US" sz="1400" b="0" dirty="0">
                <a:solidFill>
                  <a:srgbClr val="0CA1A6"/>
                </a:solidFill>
                <a:effectLst/>
                <a:latin typeface="Consolas" panose="020B0609020204030204" pitchFamily="49" charset="0"/>
              </a:rPr>
              <a:t>uint8_t</a:t>
            </a:r>
            <a:r>
              <a:rPr lang="en-US" sz="1400" b="0" dirty="0">
                <a:solidFill>
                  <a:srgbClr val="DAE3E3"/>
                </a:solidFill>
                <a:effectLst/>
                <a:latin typeface="Consolas" panose="020B0609020204030204" pitchFamily="49" charset="0"/>
              </a:rPr>
              <a:t> </a:t>
            </a:r>
            <a:r>
              <a:rPr lang="en-US" sz="1400" b="0" dirty="0">
                <a:solidFill>
                  <a:srgbClr val="F39C12"/>
                </a:solidFill>
                <a:effectLst/>
                <a:latin typeface="Consolas" panose="020B0609020204030204" pitchFamily="49" charset="0"/>
              </a:rPr>
              <a:t>buffer</a:t>
            </a:r>
            <a:r>
              <a:rPr lang="en-US" sz="1400" b="0" dirty="0">
                <a:solidFill>
                  <a:srgbClr val="DAE3E3"/>
                </a:solidFill>
                <a:effectLst/>
                <a:latin typeface="Consolas" panose="020B0609020204030204" pitchFamily="49" charset="0"/>
              </a:rPr>
              <a:t>[</a:t>
            </a:r>
            <a:r>
              <a:rPr lang="en-US" sz="1400" b="0" dirty="0">
                <a:solidFill>
                  <a:srgbClr val="7FCBCD"/>
                </a:solidFill>
                <a:effectLst/>
                <a:latin typeface="Consolas" panose="020B0609020204030204" pitchFamily="49" charset="0"/>
              </a:rPr>
              <a:t>12</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for</a:t>
            </a:r>
            <a:r>
              <a:rPr lang="en-US" sz="1400" b="0" dirty="0">
                <a:solidFill>
                  <a:srgbClr val="DAE3E3"/>
                </a:solidFill>
                <a:effectLst/>
                <a:latin typeface="Consolas" panose="020B0609020204030204" pitchFamily="49" charset="0"/>
              </a:rPr>
              <a:t> (</a:t>
            </a:r>
            <a:r>
              <a:rPr lang="en-US" sz="1400" b="0" dirty="0">
                <a:solidFill>
                  <a:srgbClr val="0CA1A6"/>
                </a:solidFill>
                <a:effectLst/>
                <a:latin typeface="Consolas" panose="020B0609020204030204" pitchFamily="49" charset="0"/>
              </a:rPr>
              <a:t>int</a:t>
            </a: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i</a:t>
            </a:r>
            <a:r>
              <a:rPr lang="en-US" sz="1400" b="0" dirty="0">
                <a:solidFill>
                  <a:srgbClr val="DAE3E3"/>
                </a:solidFill>
                <a:effectLst/>
                <a:latin typeface="Consolas" panose="020B0609020204030204" pitchFamily="49" charset="0"/>
              </a:rPr>
              <a:t> = </a:t>
            </a:r>
            <a:r>
              <a:rPr lang="en-US" sz="1400" b="0" dirty="0">
                <a:solidFill>
                  <a:srgbClr val="7FCBCD"/>
                </a:solidFill>
                <a:effectLst/>
                <a:latin typeface="Consolas" panose="020B0609020204030204" pitchFamily="49" charset="0"/>
              </a:rPr>
              <a:t>0</a:t>
            </a: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i</a:t>
            </a:r>
            <a:r>
              <a:rPr lang="en-US" sz="1400" b="0" dirty="0">
                <a:solidFill>
                  <a:srgbClr val="DAE3E3"/>
                </a:solidFill>
                <a:effectLst/>
                <a:latin typeface="Consolas" panose="020B0609020204030204" pitchFamily="49" charset="0"/>
              </a:rPr>
              <a:t> &lt; </a:t>
            </a:r>
            <a:r>
              <a:rPr lang="en-US" sz="1400" b="0" dirty="0">
                <a:solidFill>
                  <a:srgbClr val="7FCBCD"/>
                </a:solidFill>
                <a:effectLst/>
                <a:latin typeface="Consolas" panose="020B0609020204030204" pitchFamily="49" charset="0"/>
              </a:rPr>
              <a:t>12</a:t>
            </a: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i</a:t>
            </a:r>
            <a:r>
              <a:rPr lang="en-US" sz="1400" b="0" dirty="0">
                <a:solidFill>
                  <a:srgbClr val="DAE3E3"/>
                </a:solidFill>
                <a:effectLst/>
                <a:latin typeface="Consolas" panose="020B0609020204030204" pitchFamily="49" charset="0"/>
              </a:rPr>
              <a:t>++) {</a:t>
            </a:r>
          </a:p>
          <a:p>
            <a:pPr>
              <a:buNone/>
            </a:pPr>
            <a:r>
              <a:rPr lang="en-US" sz="1400" b="0" dirty="0">
                <a:solidFill>
                  <a:srgbClr val="DAE3E3"/>
                </a:solidFill>
                <a:effectLst/>
                <a:latin typeface="Consolas" panose="020B0609020204030204" pitchFamily="49" charset="0"/>
              </a:rPr>
              <a:t>      </a:t>
            </a:r>
            <a:r>
              <a:rPr lang="en-US" sz="1400" b="0" dirty="0">
                <a:solidFill>
                  <a:srgbClr val="F39C12"/>
                </a:solidFill>
                <a:effectLst/>
                <a:latin typeface="Consolas" panose="020B0609020204030204" pitchFamily="49" charset="0"/>
              </a:rPr>
              <a:t>buffer</a:t>
            </a:r>
            <a:r>
              <a:rPr lang="en-US" sz="1400" b="0" dirty="0">
                <a:solidFill>
                  <a:srgbClr val="DAE3E3"/>
                </a:solidFill>
                <a:effectLst/>
                <a:latin typeface="Consolas" panose="020B0609020204030204" pitchFamily="49" charset="0"/>
              </a:rPr>
              <a:t>[</a:t>
            </a:r>
            <a:r>
              <a:rPr lang="en-US" sz="1400" b="0" dirty="0" err="1">
                <a:solidFill>
                  <a:srgbClr val="DAE3E3"/>
                </a:solidFill>
                <a:effectLst/>
                <a:latin typeface="Consolas" panose="020B0609020204030204" pitchFamily="49" charset="0"/>
              </a:rPr>
              <a:t>i</a:t>
            </a:r>
            <a:r>
              <a:rPr lang="en-US" sz="1400" b="0" dirty="0">
                <a:solidFill>
                  <a:srgbClr val="DAE3E3"/>
                </a:solidFill>
                <a:effectLst/>
                <a:latin typeface="Consolas" panose="020B0609020204030204" pitchFamily="49" charset="0"/>
              </a:rPr>
              <a:t>] = </a:t>
            </a:r>
            <a:r>
              <a:rPr lang="en-US" sz="1400" b="0" dirty="0">
                <a:solidFill>
                  <a:srgbClr val="F39C12"/>
                </a:solidFill>
                <a:effectLst/>
                <a:latin typeface="Consolas" panose="020B0609020204030204" pitchFamily="49" charset="0"/>
              </a:rPr>
              <a:t>i2c</a:t>
            </a:r>
            <a:r>
              <a:rPr lang="en-US" sz="1400" b="0" dirty="0">
                <a:solidFill>
                  <a:srgbClr val="DAE3E3"/>
                </a:solidFill>
                <a:effectLst/>
                <a:latin typeface="Consolas" panose="020B0609020204030204" pitchFamily="49" charset="0"/>
              </a:rPr>
              <a:t>.</a:t>
            </a:r>
            <a:r>
              <a:rPr lang="en-US" sz="1400" b="0" dirty="0">
                <a:solidFill>
                  <a:srgbClr val="F39C12"/>
                </a:solidFill>
                <a:effectLst/>
                <a:latin typeface="Consolas" panose="020B0609020204030204" pitchFamily="49" charset="0"/>
              </a:rPr>
              <a:t>read</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p>
          <a:p>
            <a:pPr>
              <a:buNone/>
            </a:pP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ball_x</a:t>
            </a:r>
            <a:r>
              <a:rPr lang="en-US" sz="1400" b="0" dirty="0">
                <a:solidFill>
                  <a:srgbClr val="DAE3E3"/>
                </a:solidFill>
                <a:effectLst/>
                <a:latin typeface="Consolas" panose="020B0609020204030204" pitchFamily="49" charset="0"/>
              </a:rPr>
              <a:t> = </a:t>
            </a:r>
            <a:r>
              <a:rPr lang="en-US" sz="1400" b="0" dirty="0">
                <a:solidFill>
                  <a:srgbClr val="F39C12"/>
                </a:solidFill>
                <a:effectLst/>
                <a:latin typeface="Consolas" panose="020B0609020204030204" pitchFamily="49" charset="0"/>
              </a:rPr>
              <a:t>buffer</a:t>
            </a:r>
            <a:r>
              <a:rPr lang="en-US" sz="1400" b="0" dirty="0">
                <a:solidFill>
                  <a:srgbClr val="DAE3E3"/>
                </a:solidFill>
                <a:effectLst/>
                <a:latin typeface="Consolas" panose="020B0609020204030204" pitchFamily="49" charset="0"/>
              </a:rPr>
              <a:t>[</a:t>
            </a:r>
            <a:r>
              <a:rPr lang="en-US" sz="1400" b="0" dirty="0">
                <a:solidFill>
                  <a:srgbClr val="7FCBCD"/>
                </a:solidFill>
                <a:effectLst/>
                <a:latin typeface="Consolas" panose="020B0609020204030204" pitchFamily="49" charset="0"/>
              </a:rPr>
              <a:t>0</a:t>
            </a:r>
            <a:r>
              <a:rPr lang="en-US" sz="1400" b="0" dirty="0">
                <a:solidFill>
                  <a:srgbClr val="DAE3E3"/>
                </a:solidFill>
                <a:effectLst/>
                <a:latin typeface="Consolas" panose="020B0609020204030204" pitchFamily="49" charset="0"/>
              </a:rPr>
              <a:t>] | (</a:t>
            </a:r>
            <a:r>
              <a:rPr lang="en-US" sz="1400" b="0" dirty="0">
                <a:solidFill>
                  <a:srgbClr val="F39C12"/>
                </a:solidFill>
                <a:effectLst/>
                <a:latin typeface="Consolas" panose="020B0609020204030204" pitchFamily="49" charset="0"/>
              </a:rPr>
              <a:t>buffer</a:t>
            </a:r>
            <a:r>
              <a:rPr lang="en-US" sz="1400" b="0" dirty="0">
                <a:solidFill>
                  <a:srgbClr val="DAE3E3"/>
                </a:solidFill>
                <a:effectLst/>
                <a:latin typeface="Consolas" panose="020B0609020204030204" pitchFamily="49" charset="0"/>
              </a:rPr>
              <a:t>[</a:t>
            </a:r>
            <a:r>
              <a:rPr lang="en-US" sz="1400" b="0" dirty="0">
                <a:solidFill>
                  <a:srgbClr val="7FCBCD"/>
                </a:solidFill>
                <a:effectLst/>
                <a:latin typeface="Consolas" panose="020B0609020204030204" pitchFamily="49" charset="0"/>
              </a:rPr>
              <a:t>1</a:t>
            </a:r>
            <a:r>
              <a:rPr lang="en-US" sz="1400" b="0" dirty="0">
                <a:solidFill>
                  <a:srgbClr val="DAE3E3"/>
                </a:solidFill>
                <a:effectLst/>
                <a:latin typeface="Consolas" panose="020B0609020204030204" pitchFamily="49" charset="0"/>
              </a:rPr>
              <a:t>] &lt;&lt; </a:t>
            </a:r>
            <a:r>
              <a:rPr lang="en-US" sz="1400" b="0" dirty="0">
                <a:solidFill>
                  <a:srgbClr val="7FCBCD"/>
                </a:solidFill>
                <a:effectLst/>
                <a:latin typeface="Consolas" panose="020B0609020204030204" pitchFamily="49" charset="0"/>
              </a:rPr>
              <a:t>8</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ball_y</a:t>
            </a:r>
            <a:r>
              <a:rPr lang="en-US" sz="1400" b="0" dirty="0">
                <a:solidFill>
                  <a:srgbClr val="DAE3E3"/>
                </a:solidFill>
                <a:effectLst/>
                <a:latin typeface="Consolas" panose="020B0609020204030204" pitchFamily="49" charset="0"/>
              </a:rPr>
              <a:t> = </a:t>
            </a:r>
            <a:r>
              <a:rPr lang="en-US" sz="1400" b="0" dirty="0">
                <a:solidFill>
                  <a:srgbClr val="F39C12"/>
                </a:solidFill>
                <a:effectLst/>
                <a:latin typeface="Consolas" panose="020B0609020204030204" pitchFamily="49" charset="0"/>
              </a:rPr>
              <a:t>buffer</a:t>
            </a:r>
            <a:r>
              <a:rPr lang="en-US" sz="1400" b="0" dirty="0">
                <a:solidFill>
                  <a:srgbClr val="DAE3E3"/>
                </a:solidFill>
                <a:effectLst/>
                <a:latin typeface="Consolas" panose="020B0609020204030204" pitchFamily="49" charset="0"/>
              </a:rPr>
              <a:t>[</a:t>
            </a:r>
            <a:r>
              <a:rPr lang="en-US" sz="1400" b="0" dirty="0">
                <a:solidFill>
                  <a:srgbClr val="7FCBCD"/>
                </a:solidFill>
                <a:effectLst/>
                <a:latin typeface="Consolas" panose="020B0609020204030204" pitchFamily="49" charset="0"/>
              </a:rPr>
              <a:t>2</a:t>
            </a:r>
            <a:r>
              <a:rPr lang="en-US" sz="1400" b="0" dirty="0">
                <a:solidFill>
                  <a:srgbClr val="DAE3E3"/>
                </a:solidFill>
                <a:effectLst/>
                <a:latin typeface="Consolas" panose="020B0609020204030204" pitchFamily="49" charset="0"/>
              </a:rPr>
              <a:t>] | (</a:t>
            </a:r>
            <a:r>
              <a:rPr lang="en-US" sz="1400" b="0" dirty="0">
                <a:solidFill>
                  <a:srgbClr val="F39C12"/>
                </a:solidFill>
                <a:effectLst/>
                <a:latin typeface="Consolas" panose="020B0609020204030204" pitchFamily="49" charset="0"/>
              </a:rPr>
              <a:t>buffer</a:t>
            </a:r>
            <a:r>
              <a:rPr lang="en-US" sz="1400" b="0" dirty="0">
                <a:solidFill>
                  <a:srgbClr val="DAE3E3"/>
                </a:solidFill>
                <a:effectLst/>
                <a:latin typeface="Consolas" panose="020B0609020204030204" pitchFamily="49" charset="0"/>
              </a:rPr>
              <a:t>[</a:t>
            </a:r>
            <a:r>
              <a:rPr lang="en-US" sz="1400" b="0" dirty="0">
                <a:solidFill>
                  <a:srgbClr val="7FCBCD"/>
                </a:solidFill>
                <a:effectLst/>
                <a:latin typeface="Consolas" panose="020B0609020204030204" pitchFamily="49" charset="0"/>
              </a:rPr>
              <a:t>3</a:t>
            </a:r>
            <a:r>
              <a:rPr lang="en-US" sz="1400" b="0" dirty="0">
                <a:solidFill>
                  <a:srgbClr val="DAE3E3"/>
                </a:solidFill>
                <a:effectLst/>
                <a:latin typeface="Consolas" panose="020B0609020204030204" pitchFamily="49" charset="0"/>
              </a:rPr>
              <a:t>] &lt;&lt; </a:t>
            </a:r>
            <a:r>
              <a:rPr lang="en-US" sz="1400" b="0" dirty="0">
                <a:solidFill>
                  <a:srgbClr val="7FCBCD"/>
                </a:solidFill>
                <a:effectLst/>
                <a:latin typeface="Consolas" panose="020B0609020204030204" pitchFamily="49" charset="0"/>
              </a:rPr>
              <a:t>8</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yellow_x</a:t>
            </a:r>
            <a:r>
              <a:rPr lang="en-US" sz="1400" b="0" dirty="0">
                <a:solidFill>
                  <a:srgbClr val="DAE3E3"/>
                </a:solidFill>
                <a:effectLst/>
                <a:latin typeface="Consolas" panose="020B0609020204030204" pitchFamily="49" charset="0"/>
              </a:rPr>
              <a:t> = </a:t>
            </a:r>
            <a:r>
              <a:rPr lang="en-US" sz="1400" b="0" dirty="0">
                <a:solidFill>
                  <a:srgbClr val="F39C12"/>
                </a:solidFill>
                <a:effectLst/>
                <a:latin typeface="Consolas" panose="020B0609020204030204" pitchFamily="49" charset="0"/>
              </a:rPr>
              <a:t>buffer</a:t>
            </a:r>
            <a:r>
              <a:rPr lang="en-US" sz="1400" b="0" dirty="0">
                <a:solidFill>
                  <a:srgbClr val="DAE3E3"/>
                </a:solidFill>
                <a:effectLst/>
                <a:latin typeface="Consolas" panose="020B0609020204030204" pitchFamily="49" charset="0"/>
              </a:rPr>
              <a:t>[</a:t>
            </a:r>
            <a:r>
              <a:rPr lang="en-US" sz="1400" b="0" dirty="0">
                <a:solidFill>
                  <a:srgbClr val="7FCBCD"/>
                </a:solidFill>
                <a:effectLst/>
                <a:latin typeface="Consolas" panose="020B0609020204030204" pitchFamily="49" charset="0"/>
              </a:rPr>
              <a:t>4</a:t>
            </a:r>
            <a:r>
              <a:rPr lang="en-US" sz="1400" b="0" dirty="0">
                <a:solidFill>
                  <a:srgbClr val="DAE3E3"/>
                </a:solidFill>
                <a:effectLst/>
                <a:latin typeface="Consolas" panose="020B0609020204030204" pitchFamily="49" charset="0"/>
              </a:rPr>
              <a:t>] | (</a:t>
            </a:r>
            <a:r>
              <a:rPr lang="en-US" sz="1400" b="0" dirty="0">
                <a:solidFill>
                  <a:srgbClr val="F39C12"/>
                </a:solidFill>
                <a:effectLst/>
                <a:latin typeface="Consolas" panose="020B0609020204030204" pitchFamily="49" charset="0"/>
              </a:rPr>
              <a:t>buffer</a:t>
            </a:r>
            <a:r>
              <a:rPr lang="en-US" sz="1400" b="0" dirty="0">
                <a:solidFill>
                  <a:srgbClr val="DAE3E3"/>
                </a:solidFill>
                <a:effectLst/>
                <a:latin typeface="Consolas" panose="020B0609020204030204" pitchFamily="49" charset="0"/>
              </a:rPr>
              <a:t>[</a:t>
            </a:r>
            <a:r>
              <a:rPr lang="en-US" sz="1400" b="0" dirty="0">
                <a:solidFill>
                  <a:srgbClr val="7FCBCD"/>
                </a:solidFill>
                <a:effectLst/>
                <a:latin typeface="Consolas" panose="020B0609020204030204" pitchFamily="49" charset="0"/>
              </a:rPr>
              <a:t>5</a:t>
            </a:r>
            <a:r>
              <a:rPr lang="en-US" sz="1400" b="0" dirty="0">
                <a:solidFill>
                  <a:srgbClr val="DAE3E3"/>
                </a:solidFill>
                <a:effectLst/>
                <a:latin typeface="Consolas" panose="020B0609020204030204" pitchFamily="49" charset="0"/>
              </a:rPr>
              <a:t>] &lt;&lt; </a:t>
            </a:r>
            <a:r>
              <a:rPr lang="en-US" sz="1400" b="0" dirty="0">
                <a:solidFill>
                  <a:srgbClr val="7FCBCD"/>
                </a:solidFill>
                <a:effectLst/>
                <a:latin typeface="Consolas" panose="020B0609020204030204" pitchFamily="49" charset="0"/>
              </a:rPr>
              <a:t>8</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yellow_y</a:t>
            </a:r>
            <a:r>
              <a:rPr lang="en-US" sz="1400" b="0" dirty="0">
                <a:solidFill>
                  <a:srgbClr val="DAE3E3"/>
                </a:solidFill>
                <a:effectLst/>
                <a:latin typeface="Consolas" panose="020B0609020204030204" pitchFamily="49" charset="0"/>
              </a:rPr>
              <a:t> = </a:t>
            </a:r>
            <a:r>
              <a:rPr lang="en-US" sz="1400" b="0" dirty="0">
                <a:solidFill>
                  <a:srgbClr val="F39C12"/>
                </a:solidFill>
                <a:effectLst/>
                <a:latin typeface="Consolas" panose="020B0609020204030204" pitchFamily="49" charset="0"/>
              </a:rPr>
              <a:t>buffer</a:t>
            </a:r>
            <a:r>
              <a:rPr lang="en-US" sz="1400" b="0" dirty="0">
                <a:solidFill>
                  <a:srgbClr val="DAE3E3"/>
                </a:solidFill>
                <a:effectLst/>
                <a:latin typeface="Consolas" panose="020B0609020204030204" pitchFamily="49" charset="0"/>
              </a:rPr>
              <a:t>[</a:t>
            </a:r>
            <a:r>
              <a:rPr lang="en-US" sz="1400" b="0" dirty="0">
                <a:solidFill>
                  <a:srgbClr val="7FCBCD"/>
                </a:solidFill>
                <a:effectLst/>
                <a:latin typeface="Consolas" panose="020B0609020204030204" pitchFamily="49" charset="0"/>
              </a:rPr>
              <a:t>6</a:t>
            </a:r>
            <a:r>
              <a:rPr lang="en-US" sz="1400" b="0" dirty="0">
                <a:solidFill>
                  <a:srgbClr val="DAE3E3"/>
                </a:solidFill>
                <a:effectLst/>
                <a:latin typeface="Consolas" panose="020B0609020204030204" pitchFamily="49" charset="0"/>
              </a:rPr>
              <a:t>] | (</a:t>
            </a:r>
            <a:r>
              <a:rPr lang="en-US" sz="1400" b="0" dirty="0">
                <a:solidFill>
                  <a:srgbClr val="F39C12"/>
                </a:solidFill>
                <a:effectLst/>
                <a:latin typeface="Consolas" panose="020B0609020204030204" pitchFamily="49" charset="0"/>
              </a:rPr>
              <a:t>buffer</a:t>
            </a:r>
            <a:r>
              <a:rPr lang="en-US" sz="1400" b="0" dirty="0">
                <a:solidFill>
                  <a:srgbClr val="DAE3E3"/>
                </a:solidFill>
                <a:effectLst/>
                <a:latin typeface="Consolas" panose="020B0609020204030204" pitchFamily="49" charset="0"/>
              </a:rPr>
              <a:t>[</a:t>
            </a:r>
            <a:r>
              <a:rPr lang="en-US" sz="1400" b="0" dirty="0">
                <a:solidFill>
                  <a:srgbClr val="7FCBCD"/>
                </a:solidFill>
                <a:effectLst/>
                <a:latin typeface="Consolas" panose="020B0609020204030204" pitchFamily="49" charset="0"/>
              </a:rPr>
              <a:t>7</a:t>
            </a:r>
            <a:r>
              <a:rPr lang="en-US" sz="1400" b="0" dirty="0">
                <a:solidFill>
                  <a:srgbClr val="DAE3E3"/>
                </a:solidFill>
                <a:effectLst/>
                <a:latin typeface="Consolas" panose="020B0609020204030204" pitchFamily="49" charset="0"/>
              </a:rPr>
              <a:t>] &lt;&lt; </a:t>
            </a:r>
            <a:r>
              <a:rPr lang="en-US" sz="1400" b="0" dirty="0">
                <a:solidFill>
                  <a:srgbClr val="7FCBCD"/>
                </a:solidFill>
                <a:effectLst/>
                <a:latin typeface="Consolas" panose="020B0609020204030204" pitchFamily="49" charset="0"/>
              </a:rPr>
              <a:t>8</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blue_x</a:t>
            </a:r>
            <a:r>
              <a:rPr lang="en-US" sz="1400" b="0" dirty="0">
                <a:solidFill>
                  <a:srgbClr val="DAE3E3"/>
                </a:solidFill>
                <a:effectLst/>
                <a:latin typeface="Consolas" panose="020B0609020204030204" pitchFamily="49" charset="0"/>
              </a:rPr>
              <a:t> = </a:t>
            </a:r>
            <a:r>
              <a:rPr lang="en-US" sz="1400" b="0" dirty="0">
                <a:solidFill>
                  <a:srgbClr val="F39C12"/>
                </a:solidFill>
                <a:effectLst/>
                <a:latin typeface="Consolas" panose="020B0609020204030204" pitchFamily="49" charset="0"/>
              </a:rPr>
              <a:t>buffer</a:t>
            </a:r>
            <a:r>
              <a:rPr lang="en-US" sz="1400" b="0" dirty="0">
                <a:solidFill>
                  <a:srgbClr val="DAE3E3"/>
                </a:solidFill>
                <a:effectLst/>
                <a:latin typeface="Consolas" panose="020B0609020204030204" pitchFamily="49" charset="0"/>
              </a:rPr>
              <a:t>[</a:t>
            </a:r>
            <a:r>
              <a:rPr lang="en-US" sz="1400" b="0" dirty="0">
                <a:solidFill>
                  <a:srgbClr val="7FCBCD"/>
                </a:solidFill>
                <a:effectLst/>
                <a:latin typeface="Consolas" panose="020B0609020204030204" pitchFamily="49" charset="0"/>
              </a:rPr>
              <a:t>8</a:t>
            </a:r>
            <a:r>
              <a:rPr lang="en-US" sz="1400" b="0" dirty="0">
                <a:solidFill>
                  <a:srgbClr val="DAE3E3"/>
                </a:solidFill>
                <a:effectLst/>
                <a:latin typeface="Consolas" panose="020B0609020204030204" pitchFamily="49" charset="0"/>
              </a:rPr>
              <a:t>] | (</a:t>
            </a:r>
            <a:r>
              <a:rPr lang="en-US" sz="1400" b="0" dirty="0">
                <a:solidFill>
                  <a:srgbClr val="F39C12"/>
                </a:solidFill>
                <a:effectLst/>
                <a:latin typeface="Consolas" panose="020B0609020204030204" pitchFamily="49" charset="0"/>
              </a:rPr>
              <a:t>buffer</a:t>
            </a:r>
            <a:r>
              <a:rPr lang="en-US" sz="1400" b="0" dirty="0">
                <a:solidFill>
                  <a:srgbClr val="DAE3E3"/>
                </a:solidFill>
                <a:effectLst/>
                <a:latin typeface="Consolas" panose="020B0609020204030204" pitchFamily="49" charset="0"/>
              </a:rPr>
              <a:t>[</a:t>
            </a:r>
            <a:r>
              <a:rPr lang="en-US" sz="1400" b="0" dirty="0">
                <a:solidFill>
                  <a:srgbClr val="7FCBCD"/>
                </a:solidFill>
                <a:effectLst/>
                <a:latin typeface="Consolas" panose="020B0609020204030204" pitchFamily="49" charset="0"/>
              </a:rPr>
              <a:t>9</a:t>
            </a:r>
            <a:r>
              <a:rPr lang="en-US" sz="1400" b="0" dirty="0">
                <a:solidFill>
                  <a:srgbClr val="DAE3E3"/>
                </a:solidFill>
                <a:effectLst/>
                <a:latin typeface="Consolas" panose="020B0609020204030204" pitchFamily="49" charset="0"/>
              </a:rPr>
              <a:t>] &lt;&lt; </a:t>
            </a:r>
            <a:r>
              <a:rPr lang="en-US" sz="1400" b="0" dirty="0">
                <a:solidFill>
                  <a:srgbClr val="7FCBCD"/>
                </a:solidFill>
                <a:effectLst/>
                <a:latin typeface="Consolas" panose="020B0609020204030204" pitchFamily="49" charset="0"/>
              </a:rPr>
              <a:t>8</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blue_y</a:t>
            </a:r>
            <a:r>
              <a:rPr lang="en-US" sz="1400" b="0" dirty="0">
                <a:solidFill>
                  <a:srgbClr val="DAE3E3"/>
                </a:solidFill>
                <a:effectLst/>
                <a:latin typeface="Consolas" panose="020B0609020204030204" pitchFamily="49" charset="0"/>
              </a:rPr>
              <a:t> = </a:t>
            </a:r>
            <a:r>
              <a:rPr lang="en-US" sz="1400" b="0" dirty="0">
                <a:solidFill>
                  <a:srgbClr val="F39C12"/>
                </a:solidFill>
                <a:effectLst/>
                <a:latin typeface="Consolas" panose="020B0609020204030204" pitchFamily="49" charset="0"/>
              </a:rPr>
              <a:t>buffer</a:t>
            </a:r>
            <a:r>
              <a:rPr lang="en-US" sz="1400" b="0" dirty="0">
                <a:solidFill>
                  <a:srgbClr val="DAE3E3"/>
                </a:solidFill>
                <a:effectLst/>
                <a:latin typeface="Consolas" panose="020B0609020204030204" pitchFamily="49" charset="0"/>
              </a:rPr>
              <a:t>[</a:t>
            </a:r>
            <a:r>
              <a:rPr lang="en-US" sz="1400" b="0" dirty="0">
                <a:solidFill>
                  <a:srgbClr val="7FCBCD"/>
                </a:solidFill>
                <a:effectLst/>
                <a:latin typeface="Consolas" panose="020B0609020204030204" pitchFamily="49" charset="0"/>
              </a:rPr>
              <a:t>10</a:t>
            </a:r>
            <a:r>
              <a:rPr lang="en-US" sz="1400" b="0" dirty="0">
                <a:solidFill>
                  <a:srgbClr val="DAE3E3"/>
                </a:solidFill>
                <a:effectLst/>
                <a:latin typeface="Consolas" panose="020B0609020204030204" pitchFamily="49" charset="0"/>
              </a:rPr>
              <a:t>] | (</a:t>
            </a:r>
            <a:r>
              <a:rPr lang="en-US" sz="1400" b="0" dirty="0">
                <a:solidFill>
                  <a:srgbClr val="F39C12"/>
                </a:solidFill>
                <a:effectLst/>
                <a:latin typeface="Consolas" panose="020B0609020204030204" pitchFamily="49" charset="0"/>
              </a:rPr>
              <a:t>buffer</a:t>
            </a:r>
            <a:r>
              <a:rPr lang="en-US" sz="1400" b="0" dirty="0">
                <a:solidFill>
                  <a:srgbClr val="DAE3E3"/>
                </a:solidFill>
                <a:effectLst/>
                <a:latin typeface="Consolas" panose="020B0609020204030204" pitchFamily="49" charset="0"/>
              </a:rPr>
              <a:t>[</a:t>
            </a:r>
            <a:r>
              <a:rPr lang="en-US" sz="1400" b="0" dirty="0">
                <a:solidFill>
                  <a:srgbClr val="7FCBCD"/>
                </a:solidFill>
                <a:effectLst/>
                <a:latin typeface="Consolas" panose="020B0609020204030204" pitchFamily="49" charset="0"/>
              </a:rPr>
              <a:t>11</a:t>
            </a:r>
            <a:r>
              <a:rPr lang="en-US" sz="1400" b="0" dirty="0">
                <a:solidFill>
                  <a:srgbClr val="DAE3E3"/>
                </a:solidFill>
                <a:effectLst/>
                <a:latin typeface="Consolas" panose="020B0609020204030204" pitchFamily="49" charset="0"/>
              </a:rPr>
              <a:t>] &lt;&lt; </a:t>
            </a:r>
            <a:r>
              <a:rPr lang="en-US" sz="1400" b="0" dirty="0">
                <a:solidFill>
                  <a:srgbClr val="7FCBCD"/>
                </a:solidFill>
                <a:effectLst/>
                <a:latin typeface="Consolas" panose="020B0609020204030204" pitchFamily="49" charset="0"/>
              </a:rPr>
              <a:t>8</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ball_angle</a:t>
            </a:r>
            <a:r>
              <a:rPr lang="en-US" sz="1400" b="0" dirty="0">
                <a:solidFill>
                  <a:srgbClr val="DAE3E3"/>
                </a:solidFill>
                <a:effectLst/>
                <a:latin typeface="Consolas" panose="020B0609020204030204" pitchFamily="49" charset="0"/>
              </a:rPr>
              <a:t> = </a:t>
            </a:r>
            <a:r>
              <a:rPr lang="en-US" sz="1400" b="0" dirty="0">
                <a:solidFill>
                  <a:srgbClr val="F39C12"/>
                </a:solidFill>
                <a:effectLst/>
                <a:latin typeface="Consolas" panose="020B0609020204030204" pitchFamily="49" charset="0"/>
              </a:rPr>
              <a:t>degrees</a:t>
            </a:r>
            <a:r>
              <a:rPr lang="en-US" sz="1400" b="0" dirty="0">
                <a:solidFill>
                  <a:srgbClr val="DAE3E3"/>
                </a:solidFill>
                <a:effectLst/>
                <a:latin typeface="Consolas" panose="020B0609020204030204" pitchFamily="49" charset="0"/>
              </a:rPr>
              <a:t>(</a:t>
            </a:r>
            <a:r>
              <a:rPr lang="en-US" sz="1400" b="0" dirty="0">
                <a:solidFill>
                  <a:srgbClr val="F39C12"/>
                </a:solidFill>
                <a:effectLst/>
                <a:latin typeface="Consolas" panose="020B0609020204030204" pitchFamily="49" charset="0"/>
              </a:rPr>
              <a:t>atan2</a:t>
            </a:r>
            <a:r>
              <a:rPr lang="en-US" sz="1400" b="0" dirty="0">
                <a:solidFill>
                  <a:srgbClr val="DAE3E3"/>
                </a:solidFill>
                <a:effectLst/>
                <a:latin typeface="Consolas" panose="020B0609020204030204" pitchFamily="49" charset="0"/>
              </a:rPr>
              <a:t>(</a:t>
            </a:r>
            <a:r>
              <a:rPr lang="en-US" sz="1400" b="0" dirty="0" err="1">
                <a:solidFill>
                  <a:srgbClr val="DAE3E3"/>
                </a:solidFill>
                <a:effectLst/>
                <a:latin typeface="Consolas" panose="020B0609020204030204" pitchFamily="49" charset="0"/>
              </a:rPr>
              <a:t>robot_x</a:t>
            </a:r>
            <a:r>
              <a:rPr lang="en-US" sz="1400" b="0" dirty="0">
                <a:solidFill>
                  <a:srgbClr val="DAE3E3"/>
                </a:solidFill>
                <a:effectLst/>
                <a:latin typeface="Consolas" panose="020B0609020204030204" pitchFamily="49" charset="0"/>
              </a:rPr>
              <a:t> - </a:t>
            </a:r>
            <a:r>
              <a:rPr lang="en-US" sz="1400" b="0" dirty="0" err="1">
                <a:solidFill>
                  <a:srgbClr val="DAE3E3"/>
                </a:solidFill>
                <a:effectLst/>
                <a:latin typeface="Consolas" panose="020B0609020204030204" pitchFamily="49" charset="0"/>
              </a:rPr>
              <a:t>ball_x</a:t>
            </a: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robot_y</a:t>
            </a:r>
            <a:r>
              <a:rPr lang="en-US" sz="1400" b="0" dirty="0">
                <a:solidFill>
                  <a:srgbClr val="DAE3E3"/>
                </a:solidFill>
                <a:effectLst/>
                <a:latin typeface="Consolas" panose="020B0609020204030204" pitchFamily="49" charset="0"/>
              </a:rPr>
              <a:t> - </a:t>
            </a:r>
            <a:r>
              <a:rPr lang="en-US" sz="1400" b="0" dirty="0" err="1">
                <a:solidFill>
                  <a:srgbClr val="DAE3E3"/>
                </a:solidFill>
                <a:effectLst/>
                <a:latin typeface="Consolas" panose="020B0609020204030204" pitchFamily="49" charset="0"/>
              </a:rPr>
              <a:t>ball_y</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yellow_angle</a:t>
            </a:r>
            <a:r>
              <a:rPr lang="en-US" sz="1400" b="0" dirty="0">
                <a:solidFill>
                  <a:srgbClr val="DAE3E3"/>
                </a:solidFill>
                <a:effectLst/>
                <a:latin typeface="Consolas" panose="020B0609020204030204" pitchFamily="49" charset="0"/>
              </a:rPr>
              <a:t> = </a:t>
            </a:r>
            <a:r>
              <a:rPr lang="en-US" sz="1400" b="0" dirty="0">
                <a:solidFill>
                  <a:srgbClr val="F39C12"/>
                </a:solidFill>
                <a:effectLst/>
                <a:latin typeface="Consolas" panose="020B0609020204030204" pitchFamily="49" charset="0"/>
              </a:rPr>
              <a:t>degrees</a:t>
            </a:r>
            <a:r>
              <a:rPr lang="en-US" sz="1400" b="0" dirty="0">
                <a:solidFill>
                  <a:srgbClr val="DAE3E3"/>
                </a:solidFill>
                <a:effectLst/>
                <a:latin typeface="Consolas" panose="020B0609020204030204" pitchFamily="49" charset="0"/>
              </a:rPr>
              <a:t>(</a:t>
            </a:r>
            <a:r>
              <a:rPr lang="en-US" sz="1400" b="0" dirty="0">
                <a:solidFill>
                  <a:srgbClr val="F39C12"/>
                </a:solidFill>
                <a:effectLst/>
                <a:latin typeface="Consolas" panose="020B0609020204030204" pitchFamily="49" charset="0"/>
              </a:rPr>
              <a:t>atan2</a:t>
            </a:r>
            <a:r>
              <a:rPr lang="en-US" sz="1400" b="0" dirty="0">
                <a:solidFill>
                  <a:srgbClr val="DAE3E3"/>
                </a:solidFill>
                <a:effectLst/>
                <a:latin typeface="Consolas" panose="020B0609020204030204" pitchFamily="49" charset="0"/>
              </a:rPr>
              <a:t>(</a:t>
            </a:r>
            <a:r>
              <a:rPr lang="en-US" sz="1400" b="0" dirty="0" err="1">
                <a:solidFill>
                  <a:srgbClr val="DAE3E3"/>
                </a:solidFill>
                <a:effectLst/>
                <a:latin typeface="Consolas" panose="020B0609020204030204" pitchFamily="49" charset="0"/>
              </a:rPr>
              <a:t>robot_x</a:t>
            </a:r>
            <a:r>
              <a:rPr lang="en-US" sz="1400" b="0" dirty="0">
                <a:solidFill>
                  <a:srgbClr val="DAE3E3"/>
                </a:solidFill>
                <a:effectLst/>
                <a:latin typeface="Consolas" panose="020B0609020204030204" pitchFamily="49" charset="0"/>
              </a:rPr>
              <a:t> - </a:t>
            </a:r>
            <a:r>
              <a:rPr lang="en-US" sz="1400" b="0" dirty="0" err="1">
                <a:solidFill>
                  <a:srgbClr val="DAE3E3"/>
                </a:solidFill>
                <a:effectLst/>
                <a:latin typeface="Consolas" panose="020B0609020204030204" pitchFamily="49" charset="0"/>
              </a:rPr>
              <a:t>yellow_x</a:t>
            </a: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robot_y</a:t>
            </a:r>
            <a:r>
              <a:rPr lang="en-US" sz="1400" b="0" dirty="0">
                <a:solidFill>
                  <a:srgbClr val="DAE3E3"/>
                </a:solidFill>
                <a:effectLst/>
                <a:latin typeface="Consolas" panose="020B0609020204030204" pitchFamily="49" charset="0"/>
              </a:rPr>
              <a:t> - </a:t>
            </a:r>
            <a:r>
              <a:rPr lang="en-US" sz="1400" b="0" dirty="0" err="1">
                <a:solidFill>
                  <a:srgbClr val="DAE3E3"/>
                </a:solidFill>
                <a:effectLst/>
                <a:latin typeface="Consolas" panose="020B0609020204030204" pitchFamily="49" charset="0"/>
              </a:rPr>
              <a:t>yellow_y</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blue_angle</a:t>
            </a:r>
            <a:r>
              <a:rPr lang="en-US" sz="1400" b="0" dirty="0">
                <a:solidFill>
                  <a:srgbClr val="DAE3E3"/>
                </a:solidFill>
                <a:effectLst/>
                <a:latin typeface="Consolas" panose="020B0609020204030204" pitchFamily="49" charset="0"/>
              </a:rPr>
              <a:t> = </a:t>
            </a:r>
            <a:r>
              <a:rPr lang="en-US" sz="1400" b="0" dirty="0">
                <a:solidFill>
                  <a:srgbClr val="F39C12"/>
                </a:solidFill>
                <a:effectLst/>
                <a:latin typeface="Consolas" panose="020B0609020204030204" pitchFamily="49" charset="0"/>
              </a:rPr>
              <a:t>degrees</a:t>
            </a:r>
            <a:r>
              <a:rPr lang="en-US" sz="1400" b="0" dirty="0">
                <a:solidFill>
                  <a:srgbClr val="DAE3E3"/>
                </a:solidFill>
                <a:effectLst/>
                <a:latin typeface="Consolas" panose="020B0609020204030204" pitchFamily="49" charset="0"/>
              </a:rPr>
              <a:t>(</a:t>
            </a:r>
            <a:r>
              <a:rPr lang="en-US" sz="1400" b="0" dirty="0">
                <a:solidFill>
                  <a:srgbClr val="F39C12"/>
                </a:solidFill>
                <a:effectLst/>
                <a:latin typeface="Consolas" panose="020B0609020204030204" pitchFamily="49" charset="0"/>
              </a:rPr>
              <a:t>atan2</a:t>
            </a:r>
            <a:r>
              <a:rPr lang="en-US" sz="1400" b="0" dirty="0">
                <a:solidFill>
                  <a:srgbClr val="DAE3E3"/>
                </a:solidFill>
                <a:effectLst/>
                <a:latin typeface="Consolas" panose="020B0609020204030204" pitchFamily="49" charset="0"/>
              </a:rPr>
              <a:t>(</a:t>
            </a:r>
            <a:r>
              <a:rPr lang="en-US" sz="1400" b="0" dirty="0" err="1">
                <a:solidFill>
                  <a:srgbClr val="DAE3E3"/>
                </a:solidFill>
                <a:effectLst/>
                <a:latin typeface="Consolas" panose="020B0609020204030204" pitchFamily="49" charset="0"/>
              </a:rPr>
              <a:t>robot_x</a:t>
            </a:r>
            <a:r>
              <a:rPr lang="en-US" sz="1400" b="0" dirty="0">
                <a:solidFill>
                  <a:srgbClr val="DAE3E3"/>
                </a:solidFill>
                <a:effectLst/>
                <a:latin typeface="Consolas" panose="020B0609020204030204" pitchFamily="49" charset="0"/>
              </a:rPr>
              <a:t> - </a:t>
            </a:r>
            <a:r>
              <a:rPr lang="en-US" sz="1400" b="0" dirty="0" err="1">
                <a:solidFill>
                  <a:srgbClr val="DAE3E3"/>
                </a:solidFill>
                <a:effectLst/>
                <a:latin typeface="Consolas" panose="020B0609020204030204" pitchFamily="49" charset="0"/>
              </a:rPr>
              <a:t>blue_x</a:t>
            </a: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robot_y</a:t>
            </a:r>
            <a:r>
              <a:rPr lang="en-US" sz="1400" b="0" dirty="0">
                <a:solidFill>
                  <a:srgbClr val="DAE3E3"/>
                </a:solidFill>
                <a:effectLst/>
                <a:latin typeface="Consolas" panose="020B0609020204030204" pitchFamily="49" charset="0"/>
              </a:rPr>
              <a:t> - </a:t>
            </a:r>
            <a:r>
              <a:rPr lang="en-US" sz="1400" b="0" dirty="0" err="1">
                <a:solidFill>
                  <a:srgbClr val="DAE3E3"/>
                </a:solidFill>
                <a:effectLst/>
                <a:latin typeface="Consolas" panose="020B0609020204030204" pitchFamily="49" charset="0"/>
              </a:rPr>
              <a:t>blue_y</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ball_distance</a:t>
            </a:r>
            <a:r>
              <a:rPr lang="en-US" sz="1400" b="0" dirty="0">
                <a:solidFill>
                  <a:srgbClr val="DAE3E3"/>
                </a:solidFill>
                <a:effectLst/>
                <a:latin typeface="Consolas" panose="020B0609020204030204" pitchFamily="49" charset="0"/>
              </a:rPr>
              <a:t> = </a:t>
            </a:r>
            <a:r>
              <a:rPr lang="en-US" sz="1400" b="0" dirty="0">
                <a:solidFill>
                  <a:srgbClr val="F39C12"/>
                </a:solidFill>
                <a:effectLst/>
                <a:latin typeface="Consolas" panose="020B0609020204030204" pitchFamily="49" charset="0"/>
              </a:rPr>
              <a:t>sqrt</a:t>
            </a:r>
            <a:r>
              <a:rPr lang="en-US" sz="1400" b="0" dirty="0">
                <a:solidFill>
                  <a:srgbClr val="DAE3E3"/>
                </a:solidFill>
                <a:effectLst/>
                <a:latin typeface="Consolas" panose="020B0609020204030204" pitchFamily="49" charset="0"/>
              </a:rPr>
              <a:t>(</a:t>
            </a:r>
            <a:r>
              <a:rPr lang="en-US" sz="1400" b="0" dirty="0">
                <a:solidFill>
                  <a:srgbClr val="F39C12"/>
                </a:solidFill>
                <a:effectLst/>
                <a:latin typeface="Consolas" panose="020B0609020204030204" pitchFamily="49" charset="0"/>
              </a:rPr>
              <a:t>pow</a:t>
            </a:r>
            <a:r>
              <a:rPr lang="en-US" sz="1400" b="0" dirty="0">
                <a:solidFill>
                  <a:srgbClr val="DAE3E3"/>
                </a:solidFill>
                <a:effectLst/>
                <a:latin typeface="Consolas" panose="020B0609020204030204" pitchFamily="49" charset="0"/>
              </a:rPr>
              <a:t>(</a:t>
            </a:r>
            <a:r>
              <a:rPr lang="en-US" sz="1400" b="0" dirty="0" err="1">
                <a:solidFill>
                  <a:srgbClr val="DAE3E3"/>
                </a:solidFill>
                <a:effectLst/>
                <a:latin typeface="Consolas" panose="020B0609020204030204" pitchFamily="49" charset="0"/>
              </a:rPr>
              <a:t>robot_x</a:t>
            </a:r>
            <a:r>
              <a:rPr lang="en-US" sz="1400" b="0" dirty="0">
                <a:solidFill>
                  <a:srgbClr val="DAE3E3"/>
                </a:solidFill>
                <a:effectLst/>
                <a:latin typeface="Consolas" panose="020B0609020204030204" pitchFamily="49" charset="0"/>
              </a:rPr>
              <a:t> - </a:t>
            </a:r>
            <a:r>
              <a:rPr lang="en-US" sz="1400" b="0" dirty="0" err="1">
                <a:solidFill>
                  <a:srgbClr val="DAE3E3"/>
                </a:solidFill>
                <a:effectLst/>
                <a:latin typeface="Consolas" panose="020B0609020204030204" pitchFamily="49" charset="0"/>
              </a:rPr>
              <a:t>ball_x</a:t>
            </a:r>
            <a:r>
              <a:rPr lang="en-US" sz="1400" b="0" dirty="0">
                <a:solidFill>
                  <a:srgbClr val="DAE3E3"/>
                </a:solidFill>
                <a:effectLst/>
                <a:latin typeface="Consolas" panose="020B0609020204030204" pitchFamily="49" charset="0"/>
              </a:rPr>
              <a:t>, </a:t>
            </a:r>
            <a:r>
              <a:rPr lang="en-US" sz="1400" b="0" dirty="0">
                <a:solidFill>
                  <a:srgbClr val="7FCBCD"/>
                </a:solidFill>
                <a:effectLst/>
                <a:latin typeface="Consolas" panose="020B0609020204030204" pitchFamily="49" charset="0"/>
              </a:rPr>
              <a:t>2</a:t>
            </a:r>
            <a:r>
              <a:rPr lang="en-US" sz="1400" b="0" dirty="0">
                <a:solidFill>
                  <a:srgbClr val="DAE3E3"/>
                </a:solidFill>
                <a:effectLst/>
                <a:latin typeface="Consolas" panose="020B0609020204030204" pitchFamily="49" charset="0"/>
              </a:rPr>
              <a:t>) + </a:t>
            </a:r>
            <a:r>
              <a:rPr lang="en-US" sz="1400" b="0" dirty="0">
                <a:solidFill>
                  <a:srgbClr val="F39C12"/>
                </a:solidFill>
                <a:effectLst/>
                <a:latin typeface="Consolas" panose="020B0609020204030204" pitchFamily="49" charset="0"/>
              </a:rPr>
              <a:t>pow</a:t>
            </a:r>
            <a:r>
              <a:rPr lang="en-US" sz="1400" b="0" dirty="0">
                <a:solidFill>
                  <a:srgbClr val="DAE3E3"/>
                </a:solidFill>
                <a:effectLst/>
                <a:latin typeface="Consolas" panose="020B0609020204030204" pitchFamily="49" charset="0"/>
              </a:rPr>
              <a:t>(</a:t>
            </a:r>
            <a:r>
              <a:rPr lang="en-US" sz="1400" b="0" dirty="0" err="1">
                <a:solidFill>
                  <a:srgbClr val="DAE3E3"/>
                </a:solidFill>
                <a:effectLst/>
                <a:latin typeface="Consolas" panose="020B0609020204030204" pitchFamily="49" charset="0"/>
              </a:rPr>
              <a:t>robot_y</a:t>
            </a:r>
            <a:r>
              <a:rPr lang="en-US" sz="1400" b="0" dirty="0">
                <a:solidFill>
                  <a:srgbClr val="DAE3E3"/>
                </a:solidFill>
                <a:effectLst/>
                <a:latin typeface="Consolas" panose="020B0609020204030204" pitchFamily="49" charset="0"/>
              </a:rPr>
              <a:t> - </a:t>
            </a:r>
            <a:r>
              <a:rPr lang="en-US" sz="1400" b="0" dirty="0" err="1">
                <a:solidFill>
                  <a:srgbClr val="DAE3E3"/>
                </a:solidFill>
                <a:effectLst/>
                <a:latin typeface="Consolas" panose="020B0609020204030204" pitchFamily="49" charset="0"/>
              </a:rPr>
              <a:t>ball_y</a:t>
            </a:r>
            <a:r>
              <a:rPr lang="en-US" sz="1400" b="0" dirty="0">
                <a:solidFill>
                  <a:srgbClr val="DAE3E3"/>
                </a:solidFill>
                <a:effectLst/>
                <a:latin typeface="Consolas" panose="020B0609020204030204" pitchFamily="49" charset="0"/>
              </a:rPr>
              <a:t>, </a:t>
            </a:r>
            <a:r>
              <a:rPr lang="en-US" sz="1400" b="0" dirty="0">
                <a:solidFill>
                  <a:srgbClr val="7FCBCD"/>
                </a:solidFill>
                <a:effectLst/>
                <a:latin typeface="Consolas" panose="020B0609020204030204" pitchFamily="49" charset="0"/>
              </a:rPr>
              <a:t>2</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if</a:t>
            </a: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ball_angle</a:t>
            </a:r>
            <a:r>
              <a:rPr lang="en-US" sz="1400" b="0" dirty="0">
                <a:solidFill>
                  <a:srgbClr val="DAE3E3"/>
                </a:solidFill>
                <a:effectLst/>
                <a:latin typeface="Consolas" panose="020B0609020204030204" pitchFamily="49" charset="0"/>
              </a:rPr>
              <a:t> &gt; </a:t>
            </a:r>
            <a:r>
              <a:rPr lang="en-US" sz="1400" b="0" dirty="0">
                <a:solidFill>
                  <a:srgbClr val="7FCBCD"/>
                </a:solidFill>
                <a:effectLst/>
                <a:latin typeface="Consolas" panose="020B0609020204030204" pitchFamily="49" charset="0"/>
              </a:rPr>
              <a:t>180</a:t>
            </a: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ball_angle</a:t>
            </a:r>
            <a:r>
              <a:rPr lang="en-US" sz="1400" b="0" dirty="0">
                <a:solidFill>
                  <a:srgbClr val="DAE3E3"/>
                </a:solidFill>
                <a:effectLst/>
                <a:latin typeface="Consolas" panose="020B0609020204030204" pitchFamily="49" charset="0"/>
              </a:rPr>
              <a:t> -= </a:t>
            </a:r>
            <a:r>
              <a:rPr lang="en-US" sz="1400" b="0" dirty="0">
                <a:solidFill>
                  <a:srgbClr val="7FCBCD"/>
                </a:solidFill>
                <a:effectLst/>
                <a:latin typeface="Consolas" panose="020B0609020204030204" pitchFamily="49" charset="0"/>
              </a:rPr>
              <a:t>360</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if</a:t>
            </a: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ball_angle</a:t>
            </a:r>
            <a:r>
              <a:rPr lang="en-US" sz="1400" b="0" dirty="0">
                <a:solidFill>
                  <a:srgbClr val="DAE3E3"/>
                </a:solidFill>
                <a:effectLst/>
                <a:latin typeface="Consolas" panose="020B0609020204030204" pitchFamily="49" charset="0"/>
              </a:rPr>
              <a:t> &lt; -</a:t>
            </a:r>
            <a:r>
              <a:rPr lang="en-US" sz="1400" b="0" dirty="0">
                <a:solidFill>
                  <a:srgbClr val="7FCBCD"/>
                </a:solidFill>
                <a:effectLst/>
                <a:latin typeface="Consolas" panose="020B0609020204030204" pitchFamily="49" charset="0"/>
              </a:rPr>
              <a:t>180</a:t>
            </a: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ball_angle</a:t>
            </a:r>
            <a:r>
              <a:rPr lang="en-US" sz="1400" b="0" dirty="0">
                <a:solidFill>
                  <a:srgbClr val="DAE3E3"/>
                </a:solidFill>
                <a:effectLst/>
                <a:latin typeface="Consolas" panose="020B0609020204030204" pitchFamily="49" charset="0"/>
              </a:rPr>
              <a:t> += </a:t>
            </a:r>
            <a:r>
              <a:rPr lang="en-US" sz="1400" b="0" dirty="0">
                <a:solidFill>
                  <a:srgbClr val="7FCBCD"/>
                </a:solidFill>
                <a:effectLst/>
                <a:latin typeface="Consolas" panose="020B0609020204030204" pitchFamily="49" charset="0"/>
              </a:rPr>
              <a:t>360</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if</a:t>
            </a: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ball_x</a:t>
            </a:r>
            <a:r>
              <a:rPr lang="en-US" sz="1400" b="0" dirty="0">
                <a:solidFill>
                  <a:srgbClr val="DAE3E3"/>
                </a:solidFill>
                <a:effectLst/>
                <a:latin typeface="Consolas" panose="020B0609020204030204" pitchFamily="49" charset="0"/>
              </a:rPr>
              <a:t> == </a:t>
            </a:r>
            <a:r>
              <a:rPr lang="en-US" sz="1400" b="0" dirty="0">
                <a:solidFill>
                  <a:srgbClr val="7FCBCD"/>
                </a:solidFill>
                <a:effectLst/>
                <a:latin typeface="Consolas" panose="020B0609020204030204" pitchFamily="49" charset="0"/>
              </a:rPr>
              <a:t>0</a:t>
            </a:r>
            <a:r>
              <a:rPr lang="en-US" sz="1400" b="0" dirty="0">
                <a:solidFill>
                  <a:srgbClr val="DAE3E3"/>
                </a:solidFill>
                <a:effectLst/>
                <a:latin typeface="Consolas" panose="020B0609020204030204" pitchFamily="49" charset="0"/>
              </a:rPr>
              <a:t> &amp; </a:t>
            </a:r>
            <a:r>
              <a:rPr lang="en-US" sz="1400" b="0" dirty="0" err="1">
                <a:solidFill>
                  <a:srgbClr val="DAE3E3"/>
                </a:solidFill>
                <a:effectLst/>
                <a:latin typeface="Consolas" panose="020B0609020204030204" pitchFamily="49" charset="0"/>
              </a:rPr>
              <a:t>ball_y</a:t>
            </a:r>
            <a:r>
              <a:rPr lang="en-US" sz="1400" b="0" dirty="0">
                <a:solidFill>
                  <a:srgbClr val="DAE3E3"/>
                </a:solidFill>
                <a:effectLst/>
                <a:latin typeface="Consolas" panose="020B0609020204030204" pitchFamily="49" charset="0"/>
              </a:rPr>
              <a:t> == </a:t>
            </a:r>
            <a:r>
              <a:rPr lang="en-US" sz="1400" b="0" dirty="0">
                <a:solidFill>
                  <a:srgbClr val="7FCBCD"/>
                </a:solidFill>
                <a:effectLst/>
                <a:latin typeface="Consolas" panose="020B0609020204030204" pitchFamily="49" charset="0"/>
              </a:rPr>
              <a:t>0</a:t>
            </a: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is_ball</a:t>
            </a:r>
            <a:r>
              <a:rPr lang="en-US" sz="1400" b="0" dirty="0">
                <a:solidFill>
                  <a:srgbClr val="DAE3E3"/>
                </a:solidFill>
                <a:effectLst/>
                <a:latin typeface="Consolas" panose="020B0609020204030204" pitchFamily="49" charset="0"/>
              </a:rPr>
              <a:t> = </a:t>
            </a:r>
            <a:r>
              <a:rPr lang="en-US" sz="1400" b="0" dirty="0">
                <a:solidFill>
                  <a:srgbClr val="7FCBCD"/>
                </a:solidFill>
                <a:effectLst/>
                <a:latin typeface="Consolas" panose="020B0609020204030204" pitchFamily="49" charset="0"/>
              </a:rPr>
              <a:t>false</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else</a:t>
            </a: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is_ball</a:t>
            </a:r>
            <a:r>
              <a:rPr lang="en-US" sz="1400" b="0" dirty="0">
                <a:solidFill>
                  <a:srgbClr val="DAE3E3"/>
                </a:solidFill>
                <a:effectLst/>
                <a:latin typeface="Consolas" panose="020B0609020204030204" pitchFamily="49" charset="0"/>
              </a:rPr>
              <a:t> = </a:t>
            </a:r>
            <a:r>
              <a:rPr lang="en-US" sz="1400" b="0" dirty="0">
                <a:solidFill>
                  <a:srgbClr val="7FCBCD"/>
                </a:solidFill>
                <a:effectLst/>
                <a:latin typeface="Consolas" panose="020B0609020204030204" pitchFamily="49" charset="0"/>
              </a:rPr>
              <a:t>true</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if</a:t>
            </a: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yellow_x</a:t>
            </a:r>
            <a:r>
              <a:rPr lang="en-US" sz="1400" b="0" dirty="0">
                <a:solidFill>
                  <a:srgbClr val="DAE3E3"/>
                </a:solidFill>
                <a:effectLst/>
                <a:latin typeface="Consolas" panose="020B0609020204030204" pitchFamily="49" charset="0"/>
              </a:rPr>
              <a:t> == </a:t>
            </a:r>
            <a:r>
              <a:rPr lang="en-US" sz="1400" b="0" dirty="0">
                <a:solidFill>
                  <a:srgbClr val="7FCBCD"/>
                </a:solidFill>
                <a:effectLst/>
                <a:latin typeface="Consolas" panose="020B0609020204030204" pitchFamily="49" charset="0"/>
              </a:rPr>
              <a:t>0</a:t>
            </a:r>
            <a:r>
              <a:rPr lang="en-US" sz="1400" b="0" dirty="0">
                <a:solidFill>
                  <a:srgbClr val="DAE3E3"/>
                </a:solidFill>
                <a:effectLst/>
                <a:latin typeface="Consolas" panose="020B0609020204030204" pitchFamily="49" charset="0"/>
              </a:rPr>
              <a:t> &amp;&amp; </a:t>
            </a:r>
            <a:r>
              <a:rPr lang="en-US" sz="1400" b="0" dirty="0" err="1">
                <a:solidFill>
                  <a:srgbClr val="DAE3E3"/>
                </a:solidFill>
                <a:effectLst/>
                <a:latin typeface="Consolas" panose="020B0609020204030204" pitchFamily="49" charset="0"/>
              </a:rPr>
              <a:t>yellow_y</a:t>
            </a:r>
            <a:r>
              <a:rPr lang="en-US" sz="1400" b="0" dirty="0">
                <a:solidFill>
                  <a:srgbClr val="DAE3E3"/>
                </a:solidFill>
                <a:effectLst/>
                <a:latin typeface="Consolas" panose="020B0609020204030204" pitchFamily="49" charset="0"/>
              </a:rPr>
              <a:t> == </a:t>
            </a:r>
            <a:r>
              <a:rPr lang="en-US" sz="1400" b="0" dirty="0">
                <a:solidFill>
                  <a:srgbClr val="7FCBCD"/>
                </a:solidFill>
                <a:effectLst/>
                <a:latin typeface="Consolas" panose="020B0609020204030204" pitchFamily="49" charset="0"/>
              </a:rPr>
              <a:t>0</a:t>
            </a: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is_yellow</a:t>
            </a:r>
            <a:r>
              <a:rPr lang="en-US" sz="1400" b="0" dirty="0">
                <a:solidFill>
                  <a:srgbClr val="DAE3E3"/>
                </a:solidFill>
                <a:effectLst/>
                <a:latin typeface="Consolas" panose="020B0609020204030204" pitchFamily="49" charset="0"/>
              </a:rPr>
              <a:t> = </a:t>
            </a:r>
            <a:r>
              <a:rPr lang="en-US" sz="1400" b="0" dirty="0">
                <a:solidFill>
                  <a:srgbClr val="7FCBCD"/>
                </a:solidFill>
                <a:effectLst/>
                <a:latin typeface="Consolas" panose="020B0609020204030204" pitchFamily="49" charset="0"/>
              </a:rPr>
              <a:t>false</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else</a:t>
            </a: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is_yellow</a:t>
            </a:r>
            <a:r>
              <a:rPr lang="en-US" sz="1400" b="0" dirty="0">
                <a:solidFill>
                  <a:srgbClr val="DAE3E3"/>
                </a:solidFill>
                <a:effectLst/>
                <a:latin typeface="Consolas" panose="020B0609020204030204" pitchFamily="49" charset="0"/>
              </a:rPr>
              <a:t> = </a:t>
            </a:r>
            <a:r>
              <a:rPr lang="en-US" sz="1400" b="0" dirty="0">
                <a:solidFill>
                  <a:srgbClr val="7FCBCD"/>
                </a:solidFill>
                <a:effectLst/>
                <a:latin typeface="Consolas" panose="020B0609020204030204" pitchFamily="49" charset="0"/>
              </a:rPr>
              <a:t>true</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if</a:t>
            </a: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blue_x</a:t>
            </a:r>
            <a:r>
              <a:rPr lang="en-US" sz="1400" b="0" dirty="0">
                <a:solidFill>
                  <a:srgbClr val="DAE3E3"/>
                </a:solidFill>
                <a:effectLst/>
                <a:latin typeface="Consolas" panose="020B0609020204030204" pitchFamily="49" charset="0"/>
              </a:rPr>
              <a:t> == </a:t>
            </a:r>
            <a:r>
              <a:rPr lang="en-US" sz="1400" b="0" dirty="0">
                <a:solidFill>
                  <a:srgbClr val="7FCBCD"/>
                </a:solidFill>
                <a:effectLst/>
                <a:latin typeface="Consolas" panose="020B0609020204030204" pitchFamily="49" charset="0"/>
              </a:rPr>
              <a:t>0</a:t>
            </a:r>
            <a:r>
              <a:rPr lang="en-US" sz="1400" b="0" dirty="0">
                <a:solidFill>
                  <a:srgbClr val="DAE3E3"/>
                </a:solidFill>
                <a:effectLst/>
                <a:latin typeface="Consolas" panose="020B0609020204030204" pitchFamily="49" charset="0"/>
              </a:rPr>
              <a:t> &amp;&amp; </a:t>
            </a:r>
            <a:r>
              <a:rPr lang="en-US" sz="1400" b="0" dirty="0" err="1">
                <a:solidFill>
                  <a:srgbClr val="DAE3E3"/>
                </a:solidFill>
                <a:effectLst/>
                <a:latin typeface="Consolas" panose="020B0609020204030204" pitchFamily="49" charset="0"/>
              </a:rPr>
              <a:t>blue_y</a:t>
            </a:r>
            <a:r>
              <a:rPr lang="en-US" sz="1400" b="0" dirty="0">
                <a:solidFill>
                  <a:srgbClr val="DAE3E3"/>
                </a:solidFill>
                <a:effectLst/>
                <a:latin typeface="Consolas" panose="020B0609020204030204" pitchFamily="49" charset="0"/>
              </a:rPr>
              <a:t> == </a:t>
            </a:r>
            <a:r>
              <a:rPr lang="en-US" sz="1400" b="0" dirty="0">
                <a:solidFill>
                  <a:srgbClr val="7FCBCD"/>
                </a:solidFill>
                <a:effectLst/>
                <a:latin typeface="Consolas" panose="020B0609020204030204" pitchFamily="49" charset="0"/>
              </a:rPr>
              <a:t>0</a:t>
            </a: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is_blue</a:t>
            </a:r>
            <a:r>
              <a:rPr lang="en-US" sz="1400" b="0" dirty="0">
                <a:solidFill>
                  <a:srgbClr val="DAE3E3"/>
                </a:solidFill>
                <a:effectLst/>
                <a:latin typeface="Consolas" panose="020B0609020204030204" pitchFamily="49" charset="0"/>
              </a:rPr>
              <a:t> = </a:t>
            </a:r>
            <a:r>
              <a:rPr lang="en-US" sz="1400" b="0" dirty="0">
                <a:solidFill>
                  <a:srgbClr val="7FCBCD"/>
                </a:solidFill>
                <a:effectLst/>
                <a:latin typeface="Consolas" panose="020B0609020204030204" pitchFamily="49" charset="0"/>
              </a:rPr>
              <a:t>false</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else</a:t>
            </a: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is_blue</a:t>
            </a:r>
            <a:r>
              <a:rPr lang="en-US" sz="1400" b="0" dirty="0">
                <a:solidFill>
                  <a:srgbClr val="DAE3E3"/>
                </a:solidFill>
                <a:effectLst/>
                <a:latin typeface="Consolas" panose="020B0609020204030204" pitchFamily="49" charset="0"/>
              </a:rPr>
              <a:t> = </a:t>
            </a:r>
            <a:r>
              <a:rPr lang="en-US" sz="1400" b="0" dirty="0">
                <a:solidFill>
                  <a:srgbClr val="7FCBCD"/>
                </a:solidFill>
                <a:effectLst/>
                <a:latin typeface="Consolas" panose="020B0609020204030204" pitchFamily="49" charset="0"/>
              </a:rPr>
              <a:t>true</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p>
          <a:p>
            <a:pPr>
              <a:buNone/>
            </a:pPr>
            <a:r>
              <a:rPr lang="en-US" sz="1400" b="0" dirty="0">
                <a:solidFill>
                  <a:srgbClr val="DAE3E3"/>
                </a:solidFill>
                <a:effectLst/>
                <a:latin typeface="Consolas" panose="020B0609020204030204" pitchFamily="49" charset="0"/>
              </a:rPr>
              <a:t>}</a:t>
            </a:r>
          </a:p>
        </p:txBody>
      </p:sp>
    </p:spTree>
    <p:extLst>
      <p:ext uri="{BB962C8B-B14F-4D97-AF65-F5344CB8AC3E}">
        <p14:creationId xmlns:p14="http://schemas.microsoft.com/office/powerpoint/2010/main" val="33522201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2FC73E-00F7-B3BF-C2B5-3073A13196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92DE53-7F17-A34E-3872-DAC3BDC7A79C}"/>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راه اندازی دوربین </a:t>
            </a:r>
            <a:r>
              <a:rPr lang="en-US" sz="3600" dirty="0" err="1">
                <a:latin typeface="IRANSans" panose="02040503050201020203" pitchFamily="18" charset="-78"/>
                <a:cs typeface="B Titr" panose="00000700000000000000" pitchFamily="2" charset="-78"/>
              </a:rPr>
              <a:t>openMV</a:t>
            </a:r>
            <a:endParaRPr lang="en-US" sz="3600" dirty="0">
              <a:latin typeface="IRANSans" panose="02040503050201020203" pitchFamily="18" charset="-78"/>
              <a:cs typeface="B Titr" panose="00000700000000000000" pitchFamily="2" charset="-78"/>
            </a:endParaRPr>
          </a:p>
        </p:txBody>
      </p:sp>
      <p:sp>
        <p:nvSpPr>
          <p:cNvPr id="6" name="TextBox 5">
            <a:extLst>
              <a:ext uri="{FF2B5EF4-FFF2-40B4-BE49-F238E27FC236}">
                <a16:creationId xmlns:a16="http://schemas.microsoft.com/office/drawing/2014/main" id="{6B6EE10E-2875-1900-0033-876948618A17}"/>
              </a:ext>
            </a:extLst>
          </p:cNvPr>
          <p:cNvSpPr txBox="1"/>
          <p:nvPr/>
        </p:nvSpPr>
        <p:spPr>
          <a:xfrm>
            <a:off x="5886450" y="2197100"/>
            <a:ext cx="5386431" cy="473206"/>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در تابع </a:t>
            </a:r>
            <a:r>
              <a:rPr lang="en-US" dirty="0">
                <a:latin typeface="IRANSans" panose="02040503050201020203" pitchFamily="18" charset="-78"/>
                <a:cs typeface="IRANSans" panose="02040503050201020203" pitchFamily="18" charset="-78"/>
              </a:rPr>
              <a:t>loop</a:t>
            </a:r>
            <a:r>
              <a:rPr lang="fa-IR" dirty="0">
                <a:latin typeface="IRANSans" panose="02040503050201020203" pitchFamily="18" charset="-78"/>
                <a:cs typeface="IRANSans" panose="02040503050201020203" pitchFamily="18" charset="-78"/>
              </a:rPr>
              <a:t> تابع </a:t>
            </a:r>
            <a:r>
              <a:rPr lang="en-US" dirty="0" err="1">
                <a:latin typeface="IRANSans" panose="02040503050201020203" pitchFamily="18" charset="-78"/>
                <a:cs typeface="IRANSans" panose="02040503050201020203" pitchFamily="18" charset="-78"/>
              </a:rPr>
              <a:t>read_MV</a:t>
            </a:r>
            <a:r>
              <a:rPr lang="fa-IR" dirty="0">
                <a:latin typeface="IRANSans" panose="02040503050201020203" pitchFamily="18" charset="-78"/>
                <a:cs typeface="IRANSans" panose="02040503050201020203" pitchFamily="18" charset="-78"/>
              </a:rPr>
              <a:t> را فراخوانی کنید</a:t>
            </a:r>
            <a:endParaRPr lang="en-US" dirty="0">
              <a:latin typeface="IRANSans" panose="02040503050201020203" pitchFamily="18" charset="-78"/>
              <a:cs typeface="IRANSans" panose="02040503050201020203" pitchFamily="18" charset="-78"/>
            </a:endParaRPr>
          </a:p>
        </p:txBody>
      </p:sp>
      <p:sp>
        <p:nvSpPr>
          <p:cNvPr id="7" name="TextBox 6">
            <a:extLst>
              <a:ext uri="{FF2B5EF4-FFF2-40B4-BE49-F238E27FC236}">
                <a16:creationId xmlns:a16="http://schemas.microsoft.com/office/drawing/2014/main" id="{4750C3F6-FC25-65B9-8861-66D122919D9C}"/>
              </a:ext>
            </a:extLst>
          </p:cNvPr>
          <p:cNvSpPr txBox="1"/>
          <p:nvPr/>
        </p:nvSpPr>
        <p:spPr>
          <a:xfrm>
            <a:off x="919119" y="1960679"/>
            <a:ext cx="6096000" cy="2246769"/>
          </a:xfrm>
          <a:prstGeom prst="rect">
            <a:avLst/>
          </a:prstGeom>
          <a:noFill/>
        </p:spPr>
        <p:txBody>
          <a:bodyPr wrap="square">
            <a:spAutoFit/>
          </a:bodyPr>
          <a:lstStyle/>
          <a:p>
            <a:pPr>
              <a:buNone/>
            </a:pPr>
            <a:r>
              <a:rPr lang="en-US" sz="2800" b="0" dirty="0">
                <a:solidFill>
                  <a:srgbClr val="0CA1A6"/>
                </a:solidFill>
                <a:effectLst/>
                <a:latin typeface="Consolas" panose="020B0609020204030204" pitchFamily="49" charset="0"/>
              </a:rPr>
              <a:t>void</a:t>
            </a:r>
            <a:r>
              <a:rPr lang="en-US" sz="2800" b="0" dirty="0">
                <a:solidFill>
                  <a:srgbClr val="DAE3E3"/>
                </a:solidFill>
                <a:effectLst/>
                <a:latin typeface="Consolas" panose="020B0609020204030204" pitchFamily="49" charset="0"/>
              </a:rPr>
              <a:t> </a:t>
            </a:r>
            <a:r>
              <a:rPr lang="en-US" sz="2800" b="0" dirty="0">
                <a:solidFill>
                  <a:srgbClr val="F39C12"/>
                </a:solidFill>
                <a:effectLst/>
                <a:latin typeface="Consolas" panose="020B0609020204030204" pitchFamily="49" charset="0"/>
              </a:rPr>
              <a:t>loop</a:t>
            </a:r>
            <a:r>
              <a:rPr lang="en-US" sz="2800" b="0" dirty="0">
                <a:solidFill>
                  <a:srgbClr val="DAE3E3"/>
                </a:solidFill>
                <a:effectLst/>
                <a:latin typeface="Consolas" panose="020B0609020204030204" pitchFamily="49" charset="0"/>
              </a:rPr>
              <a:t>() {</a:t>
            </a:r>
          </a:p>
          <a:p>
            <a:pPr>
              <a:buNone/>
            </a:pPr>
            <a:r>
              <a:rPr lang="en-US" sz="2800" b="0" dirty="0">
                <a:solidFill>
                  <a:srgbClr val="DAE3E3"/>
                </a:solidFill>
                <a:effectLst/>
                <a:latin typeface="Consolas" panose="020B0609020204030204" pitchFamily="49" charset="0"/>
              </a:rPr>
              <a:t>  </a:t>
            </a:r>
            <a:r>
              <a:rPr lang="en-US" sz="2800" b="0" dirty="0" err="1">
                <a:solidFill>
                  <a:srgbClr val="F39C12"/>
                </a:solidFill>
                <a:effectLst/>
                <a:latin typeface="Consolas" panose="020B0609020204030204" pitchFamily="49" charset="0"/>
              </a:rPr>
              <a:t>read_MV</a:t>
            </a:r>
            <a:r>
              <a:rPr lang="en-US" sz="2800" b="0" dirty="0">
                <a:solidFill>
                  <a:srgbClr val="DAE3E3"/>
                </a:solidFill>
                <a:effectLst/>
                <a:latin typeface="Consolas" panose="020B0609020204030204" pitchFamily="49" charset="0"/>
              </a:rPr>
              <a:t>();</a:t>
            </a:r>
            <a:endParaRPr lang="fa-IR" sz="2800" b="0" dirty="0">
              <a:solidFill>
                <a:srgbClr val="DAE3E3"/>
              </a:solidFill>
              <a:effectLst/>
              <a:latin typeface="Consolas" panose="020B0609020204030204" pitchFamily="49" charset="0"/>
            </a:endParaRPr>
          </a:p>
          <a:p>
            <a:pPr>
              <a:buNone/>
            </a:pPr>
            <a:r>
              <a:rPr lang="en-US" sz="2800" b="0" dirty="0">
                <a:solidFill>
                  <a:srgbClr val="DAE3E3"/>
                </a:solidFill>
                <a:effectLst/>
                <a:latin typeface="Consolas" panose="020B0609020204030204" pitchFamily="49" charset="0"/>
              </a:rPr>
              <a:t>}</a:t>
            </a:r>
          </a:p>
          <a:p>
            <a:pPr>
              <a:buNone/>
            </a:pPr>
            <a:br>
              <a:rPr lang="en-US" sz="2800" b="0" dirty="0">
                <a:solidFill>
                  <a:srgbClr val="DAE3E3"/>
                </a:solidFill>
                <a:effectLst/>
                <a:latin typeface="Consolas" panose="020B0609020204030204" pitchFamily="49" charset="0"/>
              </a:rPr>
            </a:br>
            <a:endParaRPr lang="en-US" sz="2800" b="0" dirty="0">
              <a:solidFill>
                <a:srgbClr val="DAE3E3"/>
              </a:solidFill>
              <a:effectLst/>
              <a:latin typeface="Consolas" panose="020B0609020204030204" pitchFamily="49" charset="0"/>
            </a:endParaRPr>
          </a:p>
        </p:txBody>
      </p:sp>
    </p:spTree>
    <p:extLst>
      <p:ext uri="{BB962C8B-B14F-4D97-AF65-F5344CB8AC3E}">
        <p14:creationId xmlns:p14="http://schemas.microsoft.com/office/powerpoint/2010/main" val="42105802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73A317-F97D-FB07-440B-15FAD70456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BDA72E-FEEF-E52F-C357-B8F8BD564D7D}"/>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راه اندازی نمایشگر </a:t>
            </a:r>
            <a:r>
              <a:rPr lang="en-US" sz="3600" dirty="0" err="1">
                <a:latin typeface="IRANSans" panose="02040503050201020203" pitchFamily="18" charset="-78"/>
                <a:cs typeface="B Titr" panose="00000700000000000000" pitchFamily="2" charset="-78"/>
              </a:rPr>
              <a:t>OLEd</a:t>
            </a:r>
            <a:endParaRPr lang="en-US" sz="3600" dirty="0">
              <a:latin typeface="IRANSans" panose="02040503050201020203" pitchFamily="18" charset="-78"/>
              <a:cs typeface="B Titr" panose="00000700000000000000" pitchFamily="2" charset="-78"/>
            </a:endParaRPr>
          </a:p>
        </p:txBody>
      </p:sp>
      <p:sp>
        <p:nvSpPr>
          <p:cNvPr id="6" name="TextBox 5">
            <a:extLst>
              <a:ext uri="{FF2B5EF4-FFF2-40B4-BE49-F238E27FC236}">
                <a16:creationId xmlns:a16="http://schemas.microsoft.com/office/drawing/2014/main" id="{9FCB7E66-23D6-2726-72EC-BCAB2D926040}"/>
              </a:ext>
            </a:extLst>
          </p:cNvPr>
          <p:cNvSpPr txBox="1"/>
          <p:nvPr/>
        </p:nvSpPr>
        <p:spPr>
          <a:xfrm>
            <a:off x="5886450" y="1622666"/>
            <a:ext cx="5386431" cy="2135200"/>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یک فایل جدید باز کرده و در آن تابع روبه رو را تعریف کنید. این تابع تنظیمات مربوط به نمایشگر را انجام میدهد و با روشن شدن ربات، شماره ربات را روی آن به مدت 500 میلی ثانیه چاپ می‎کند. در تابع </a:t>
            </a:r>
            <a:r>
              <a:rPr lang="en-US" dirty="0">
                <a:latin typeface="IRANSans" panose="02040503050201020203" pitchFamily="18" charset="-78"/>
                <a:cs typeface="IRANSans" panose="02040503050201020203" pitchFamily="18" charset="-78"/>
              </a:rPr>
              <a:t>setup</a:t>
            </a:r>
            <a:r>
              <a:rPr lang="fa-IR" dirty="0">
                <a:latin typeface="IRANSans" panose="02040503050201020203" pitchFamily="18" charset="-78"/>
                <a:cs typeface="IRANSans" panose="02040503050201020203" pitchFamily="18" charset="-78"/>
              </a:rPr>
              <a:t> این تابع را فراخوانی کنید.</a:t>
            </a:r>
            <a:endParaRPr lang="en-US" dirty="0">
              <a:latin typeface="IRANSans" panose="02040503050201020203" pitchFamily="18" charset="-78"/>
              <a:cs typeface="IRANSans" panose="02040503050201020203" pitchFamily="18" charset="-78"/>
            </a:endParaRPr>
          </a:p>
        </p:txBody>
      </p:sp>
      <p:sp>
        <p:nvSpPr>
          <p:cNvPr id="5" name="TextBox 4">
            <a:extLst>
              <a:ext uri="{FF2B5EF4-FFF2-40B4-BE49-F238E27FC236}">
                <a16:creationId xmlns:a16="http://schemas.microsoft.com/office/drawing/2014/main" id="{CDD227C0-FC04-BB9D-9F04-973298635DC6}"/>
              </a:ext>
            </a:extLst>
          </p:cNvPr>
          <p:cNvSpPr txBox="1"/>
          <p:nvPr/>
        </p:nvSpPr>
        <p:spPr>
          <a:xfrm>
            <a:off x="919119" y="1622666"/>
            <a:ext cx="6096000" cy="4708981"/>
          </a:xfrm>
          <a:prstGeom prst="rect">
            <a:avLst/>
          </a:prstGeom>
          <a:noFill/>
        </p:spPr>
        <p:txBody>
          <a:bodyPr wrap="square">
            <a:spAutoFit/>
          </a:bodyPr>
          <a:lstStyle/>
          <a:p>
            <a:pPr>
              <a:buNone/>
            </a:pPr>
            <a:r>
              <a:rPr lang="en-US" sz="2000" b="0" dirty="0">
                <a:solidFill>
                  <a:srgbClr val="0CA1A6"/>
                </a:solidFill>
                <a:effectLst/>
                <a:latin typeface="Consolas" panose="020B0609020204030204" pitchFamily="49" charset="0"/>
              </a:rPr>
              <a:t>int</a:t>
            </a:r>
            <a:r>
              <a:rPr lang="en-US" sz="2000" b="0" dirty="0">
                <a:solidFill>
                  <a:srgbClr val="DAE3E3"/>
                </a:solidFill>
                <a:effectLst/>
                <a:latin typeface="Consolas" panose="020B0609020204030204" pitchFamily="49" charset="0"/>
              </a:rPr>
              <a:t> page = </a:t>
            </a:r>
            <a:r>
              <a:rPr lang="en-US" sz="2000" b="0" dirty="0">
                <a:solidFill>
                  <a:srgbClr val="7FCBCD"/>
                </a:solidFill>
                <a:effectLst/>
                <a:latin typeface="Consolas" panose="020B0609020204030204" pitchFamily="49" charset="0"/>
              </a:rPr>
              <a:t>0</a:t>
            </a:r>
            <a:r>
              <a:rPr lang="en-US" sz="2000" b="0" dirty="0">
                <a:solidFill>
                  <a:srgbClr val="DAE3E3"/>
                </a:solidFill>
                <a:effectLst/>
                <a:latin typeface="Consolas" panose="020B0609020204030204" pitchFamily="49" charset="0"/>
              </a:rPr>
              <a:t>;</a:t>
            </a:r>
          </a:p>
          <a:p>
            <a:pPr>
              <a:buNone/>
            </a:pPr>
            <a:r>
              <a:rPr lang="en-US" sz="2000" b="0" dirty="0">
                <a:solidFill>
                  <a:srgbClr val="0CA1A6"/>
                </a:solidFill>
                <a:effectLst/>
                <a:latin typeface="Consolas" panose="020B0609020204030204" pitchFamily="49" charset="0"/>
              </a:rPr>
              <a:t>void</a:t>
            </a:r>
            <a:r>
              <a:rPr lang="en-US" sz="2000" b="0" dirty="0">
                <a:solidFill>
                  <a:srgbClr val="DAE3E3"/>
                </a:solidFill>
                <a:effectLst/>
                <a:latin typeface="Consolas" panose="020B0609020204030204" pitchFamily="49" charset="0"/>
              </a:rPr>
              <a:t> </a:t>
            </a:r>
            <a:r>
              <a:rPr lang="en-US" sz="2000" b="0" dirty="0" err="1">
                <a:solidFill>
                  <a:srgbClr val="F39C12"/>
                </a:solidFill>
                <a:effectLst/>
                <a:latin typeface="Consolas" panose="020B0609020204030204" pitchFamily="49" charset="0"/>
              </a:rPr>
              <a:t>oled_init</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if</a:t>
            </a:r>
            <a:r>
              <a:rPr lang="en-US" sz="2000" b="0" dirty="0">
                <a:solidFill>
                  <a:srgbClr val="DAE3E3"/>
                </a:solidFill>
                <a:effectLst/>
                <a:latin typeface="Consolas" panose="020B0609020204030204" pitchFamily="49" charset="0"/>
              </a:rPr>
              <a:t>(!OLED_EN) </a:t>
            </a:r>
            <a:r>
              <a:rPr lang="en-US" sz="2000" b="0" dirty="0">
                <a:solidFill>
                  <a:srgbClr val="C586C0"/>
                </a:solidFill>
                <a:effectLst/>
                <a:latin typeface="Consolas" panose="020B0609020204030204" pitchFamily="49" charset="0"/>
              </a:rPr>
              <a:t>return</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r>
              <a:rPr lang="en-US" sz="2000" b="0" dirty="0" err="1">
                <a:solidFill>
                  <a:srgbClr val="F39C12"/>
                </a:solidFill>
                <a:effectLst/>
                <a:latin typeface="Consolas" panose="020B0609020204030204" pitchFamily="49" charset="0"/>
              </a:rPr>
              <a:t>display</a:t>
            </a:r>
            <a:r>
              <a:rPr lang="en-US" sz="2000" b="0" dirty="0" err="1">
                <a:solidFill>
                  <a:srgbClr val="DAE3E3"/>
                </a:solidFill>
                <a:effectLst/>
                <a:latin typeface="Consolas" panose="020B0609020204030204" pitchFamily="49" charset="0"/>
              </a:rPr>
              <a:t>.</a:t>
            </a:r>
            <a:r>
              <a:rPr lang="en-US" sz="2000" b="0" dirty="0" err="1">
                <a:solidFill>
                  <a:srgbClr val="F39C12"/>
                </a:solidFill>
                <a:effectLst/>
                <a:latin typeface="Consolas" panose="020B0609020204030204" pitchFamily="49" charset="0"/>
              </a:rPr>
              <a:t>begin</a:t>
            </a:r>
            <a:r>
              <a:rPr lang="en-US" sz="2000" b="0" dirty="0">
                <a:solidFill>
                  <a:srgbClr val="DAE3E3"/>
                </a:solidFill>
                <a:effectLst/>
                <a:latin typeface="Consolas" panose="020B0609020204030204" pitchFamily="49" charset="0"/>
              </a:rPr>
              <a:t>(0x</a:t>
            </a:r>
            <a:r>
              <a:rPr lang="en-US" sz="2000" b="0" dirty="0">
                <a:solidFill>
                  <a:srgbClr val="7FCBCD"/>
                </a:solidFill>
                <a:effectLst/>
                <a:latin typeface="Consolas" panose="020B0609020204030204" pitchFamily="49" charset="0"/>
              </a:rPr>
              <a:t>3c</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r>
              <a:rPr lang="en-US" sz="2000" b="0" dirty="0" err="1">
                <a:solidFill>
                  <a:srgbClr val="F39C12"/>
                </a:solidFill>
                <a:effectLst/>
                <a:latin typeface="Consolas" panose="020B0609020204030204" pitchFamily="49" charset="0"/>
              </a:rPr>
              <a:t>display</a:t>
            </a:r>
            <a:r>
              <a:rPr lang="en-US" sz="2000" b="0" dirty="0" err="1">
                <a:solidFill>
                  <a:srgbClr val="DAE3E3"/>
                </a:solidFill>
                <a:effectLst/>
                <a:latin typeface="Consolas" panose="020B0609020204030204" pitchFamily="49" charset="0"/>
              </a:rPr>
              <a:t>.</a:t>
            </a:r>
            <a:r>
              <a:rPr lang="en-US" sz="2000" b="0" dirty="0" err="1">
                <a:solidFill>
                  <a:srgbClr val="F39C12"/>
                </a:solidFill>
                <a:effectLst/>
                <a:latin typeface="Consolas" panose="020B0609020204030204" pitchFamily="49" charset="0"/>
              </a:rPr>
              <a:t>setTextColor</a:t>
            </a:r>
            <a:r>
              <a:rPr lang="en-US" sz="2000" b="0" dirty="0">
                <a:solidFill>
                  <a:srgbClr val="DAE3E3"/>
                </a:solidFill>
                <a:effectLst/>
                <a:latin typeface="Consolas" panose="020B0609020204030204" pitchFamily="49" charset="0"/>
              </a:rPr>
              <a:t>(WHITE);</a:t>
            </a:r>
          </a:p>
          <a:p>
            <a:pPr>
              <a:buNone/>
            </a:pPr>
            <a:r>
              <a:rPr lang="en-US" sz="2000" b="0" dirty="0">
                <a:solidFill>
                  <a:srgbClr val="DAE3E3"/>
                </a:solidFill>
                <a:effectLst/>
                <a:latin typeface="Consolas" panose="020B0609020204030204" pitchFamily="49" charset="0"/>
              </a:rPr>
              <a:t>  </a:t>
            </a:r>
            <a:r>
              <a:rPr lang="en-US" sz="2000" b="0" dirty="0" err="1">
                <a:solidFill>
                  <a:srgbClr val="F39C12"/>
                </a:solidFill>
                <a:effectLst/>
                <a:latin typeface="Consolas" panose="020B0609020204030204" pitchFamily="49" charset="0"/>
              </a:rPr>
              <a:t>display</a:t>
            </a:r>
            <a:r>
              <a:rPr lang="en-US" sz="2000" b="0" dirty="0" err="1">
                <a:solidFill>
                  <a:srgbClr val="DAE3E3"/>
                </a:solidFill>
                <a:effectLst/>
                <a:latin typeface="Consolas" panose="020B0609020204030204" pitchFamily="49" charset="0"/>
              </a:rPr>
              <a:t>.</a:t>
            </a:r>
            <a:r>
              <a:rPr lang="en-US" sz="2000" b="0" dirty="0" err="1">
                <a:solidFill>
                  <a:srgbClr val="F39C12"/>
                </a:solidFill>
                <a:effectLst/>
                <a:latin typeface="Consolas" panose="020B0609020204030204" pitchFamily="49" charset="0"/>
              </a:rPr>
              <a:t>setTextSize</a:t>
            </a:r>
            <a:r>
              <a:rPr lang="en-US" sz="2000" b="0" dirty="0">
                <a:solidFill>
                  <a:srgbClr val="DAE3E3"/>
                </a:solidFill>
                <a:effectLst/>
                <a:latin typeface="Consolas" panose="020B0609020204030204" pitchFamily="49" charset="0"/>
              </a:rPr>
              <a:t>(</a:t>
            </a:r>
            <a:r>
              <a:rPr lang="en-US" sz="2000" b="0" dirty="0">
                <a:solidFill>
                  <a:srgbClr val="7FCBCD"/>
                </a:solidFill>
                <a:effectLst/>
                <a:latin typeface="Consolas" panose="020B0609020204030204" pitchFamily="49" charset="0"/>
              </a:rPr>
              <a:t>4</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r>
              <a:rPr lang="en-US" sz="2000" b="0" dirty="0" err="1">
                <a:solidFill>
                  <a:srgbClr val="F39C12"/>
                </a:solidFill>
                <a:effectLst/>
                <a:latin typeface="Consolas" panose="020B0609020204030204" pitchFamily="49" charset="0"/>
              </a:rPr>
              <a:t>display</a:t>
            </a:r>
            <a:r>
              <a:rPr lang="en-US" sz="2000" b="0" dirty="0" err="1">
                <a:solidFill>
                  <a:srgbClr val="DAE3E3"/>
                </a:solidFill>
                <a:effectLst/>
                <a:latin typeface="Consolas" panose="020B0609020204030204" pitchFamily="49" charset="0"/>
              </a:rPr>
              <a:t>.</a:t>
            </a:r>
            <a:r>
              <a:rPr lang="en-US" sz="2000" b="0" dirty="0" err="1">
                <a:solidFill>
                  <a:srgbClr val="F39C12"/>
                </a:solidFill>
                <a:effectLst/>
                <a:latin typeface="Consolas" panose="020B0609020204030204" pitchFamily="49" charset="0"/>
              </a:rPr>
              <a:t>clearDisplay</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r>
              <a:rPr lang="en-US" sz="2000" b="0" dirty="0" err="1">
                <a:solidFill>
                  <a:srgbClr val="F39C12"/>
                </a:solidFill>
                <a:effectLst/>
                <a:latin typeface="Consolas" panose="020B0609020204030204" pitchFamily="49" charset="0"/>
              </a:rPr>
              <a:t>display</a:t>
            </a:r>
            <a:r>
              <a:rPr lang="en-US" sz="2000" b="0" dirty="0" err="1">
                <a:solidFill>
                  <a:srgbClr val="DAE3E3"/>
                </a:solidFill>
                <a:effectLst/>
                <a:latin typeface="Consolas" panose="020B0609020204030204" pitchFamily="49" charset="0"/>
              </a:rPr>
              <a:t>.</a:t>
            </a:r>
            <a:r>
              <a:rPr lang="en-US" sz="2000" b="0" dirty="0" err="1">
                <a:solidFill>
                  <a:srgbClr val="F39C12"/>
                </a:solidFill>
                <a:effectLst/>
                <a:latin typeface="Consolas" panose="020B0609020204030204" pitchFamily="49" charset="0"/>
              </a:rPr>
              <a:t>setCursor</a:t>
            </a:r>
            <a:r>
              <a:rPr lang="en-US" sz="2000" b="0" dirty="0">
                <a:solidFill>
                  <a:srgbClr val="DAE3E3"/>
                </a:solidFill>
                <a:effectLst/>
                <a:latin typeface="Consolas" panose="020B0609020204030204" pitchFamily="49" charset="0"/>
              </a:rPr>
              <a:t>(</a:t>
            </a:r>
            <a:r>
              <a:rPr lang="en-US" sz="2000" b="0" dirty="0">
                <a:solidFill>
                  <a:srgbClr val="7FCBCD"/>
                </a:solidFill>
                <a:effectLst/>
                <a:latin typeface="Consolas" panose="020B0609020204030204" pitchFamily="49" charset="0"/>
              </a:rPr>
              <a:t>0</a:t>
            </a:r>
            <a:r>
              <a:rPr lang="en-US" sz="2000" b="0" dirty="0">
                <a:solidFill>
                  <a:srgbClr val="DAE3E3"/>
                </a:solidFill>
                <a:effectLst/>
                <a:latin typeface="Consolas" panose="020B0609020204030204" pitchFamily="49" charset="0"/>
              </a:rPr>
              <a:t>, </a:t>
            </a:r>
            <a:r>
              <a:rPr lang="en-US" sz="2000" b="0" dirty="0">
                <a:solidFill>
                  <a:srgbClr val="7FCBCD"/>
                </a:solidFill>
                <a:effectLst/>
                <a:latin typeface="Consolas" panose="020B0609020204030204" pitchFamily="49" charset="0"/>
              </a:rPr>
              <a:t>10</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r>
              <a:rPr lang="en-US" sz="2000" b="0" dirty="0" err="1">
                <a:solidFill>
                  <a:srgbClr val="F39C12"/>
                </a:solidFill>
                <a:effectLst/>
                <a:latin typeface="Consolas" panose="020B0609020204030204" pitchFamily="49" charset="0"/>
              </a:rPr>
              <a:t>display</a:t>
            </a:r>
            <a:r>
              <a:rPr lang="en-US" sz="2000" b="0" dirty="0" err="1">
                <a:solidFill>
                  <a:srgbClr val="DAE3E3"/>
                </a:solidFill>
                <a:effectLst/>
                <a:latin typeface="Consolas" panose="020B0609020204030204" pitchFamily="49" charset="0"/>
              </a:rPr>
              <a:t>.</a:t>
            </a:r>
            <a:r>
              <a:rPr lang="en-US" sz="2000" b="0" dirty="0" err="1">
                <a:solidFill>
                  <a:srgbClr val="F39C12"/>
                </a:solidFill>
                <a:effectLst/>
                <a:latin typeface="Consolas" panose="020B0609020204030204" pitchFamily="49" charset="0"/>
              </a:rPr>
              <a:t>print</a:t>
            </a:r>
            <a:r>
              <a:rPr lang="en-US" sz="2000" b="0" dirty="0">
                <a:solidFill>
                  <a:srgbClr val="DAE3E3"/>
                </a:solidFill>
                <a:effectLst/>
                <a:latin typeface="Consolas" panose="020B0609020204030204" pitchFamily="49" charset="0"/>
              </a:rPr>
              <a:t>(</a:t>
            </a:r>
            <a:r>
              <a:rPr lang="en-US" sz="2000" b="0" dirty="0">
                <a:solidFill>
                  <a:srgbClr val="7FCBCD"/>
                </a:solidFill>
                <a:effectLst/>
                <a:latin typeface="Consolas" panose="020B0609020204030204" pitchFamily="49" charset="0"/>
              </a:rPr>
              <a:t>""</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r>
              <a:rPr lang="en-US" sz="2000" b="0" dirty="0" err="1">
                <a:solidFill>
                  <a:srgbClr val="F39C12"/>
                </a:solidFill>
                <a:effectLst/>
                <a:latin typeface="Consolas" panose="020B0609020204030204" pitchFamily="49" charset="0"/>
              </a:rPr>
              <a:t>display</a:t>
            </a:r>
            <a:r>
              <a:rPr lang="en-US" sz="2000" b="0" dirty="0" err="1">
                <a:solidFill>
                  <a:srgbClr val="DAE3E3"/>
                </a:solidFill>
                <a:effectLst/>
                <a:latin typeface="Consolas" panose="020B0609020204030204" pitchFamily="49" charset="0"/>
              </a:rPr>
              <a:t>.</a:t>
            </a:r>
            <a:r>
              <a:rPr lang="en-US" sz="2000" b="0" dirty="0" err="1">
                <a:solidFill>
                  <a:srgbClr val="F39C12"/>
                </a:solidFill>
                <a:effectLst/>
                <a:latin typeface="Consolas" panose="020B0609020204030204" pitchFamily="49" charset="0"/>
              </a:rPr>
              <a:t>print</a:t>
            </a:r>
            <a:r>
              <a:rPr lang="en-US" sz="2000" b="0" dirty="0">
                <a:solidFill>
                  <a:srgbClr val="DAE3E3"/>
                </a:solidFill>
                <a:effectLst/>
                <a:latin typeface="Consolas" panose="020B0609020204030204" pitchFamily="49" charset="0"/>
              </a:rPr>
              <a:t>(</a:t>
            </a:r>
            <a:r>
              <a:rPr lang="en-US" sz="2000" b="0" dirty="0" err="1">
                <a:solidFill>
                  <a:srgbClr val="DAE3E3"/>
                </a:solidFill>
                <a:effectLst/>
                <a:latin typeface="Consolas" panose="020B0609020204030204" pitchFamily="49" charset="0"/>
              </a:rPr>
              <a:t>robot_id</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r>
              <a:rPr lang="en-US" sz="2000" b="0" dirty="0" err="1">
                <a:solidFill>
                  <a:srgbClr val="F39C12"/>
                </a:solidFill>
                <a:effectLst/>
                <a:latin typeface="Consolas" panose="020B0609020204030204" pitchFamily="49" charset="0"/>
              </a:rPr>
              <a:t>display</a:t>
            </a:r>
            <a:r>
              <a:rPr lang="en-US" sz="2000" b="0" dirty="0" err="1">
                <a:solidFill>
                  <a:srgbClr val="DAE3E3"/>
                </a:solidFill>
                <a:effectLst/>
                <a:latin typeface="Consolas" panose="020B0609020204030204" pitchFamily="49" charset="0"/>
              </a:rPr>
              <a:t>.</a:t>
            </a:r>
            <a:r>
              <a:rPr lang="en-US" sz="2000" b="0" dirty="0" err="1">
                <a:solidFill>
                  <a:srgbClr val="F39C12"/>
                </a:solidFill>
                <a:effectLst/>
                <a:latin typeface="Consolas" panose="020B0609020204030204" pitchFamily="49" charset="0"/>
              </a:rPr>
              <a:t>display</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r>
              <a:rPr lang="en-US" sz="2000" b="0" dirty="0">
                <a:solidFill>
                  <a:srgbClr val="F39C12"/>
                </a:solidFill>
                <a:effectLst/>
                <a:latin typeface="Consolas" panose="020B0609020204030204" pitchFamily="49" charset="0"/>
              </a:rPr>
              <a:t>delay</a:t>
            </a:r>
            <a:r>
              <a:rPr lang="en-US" sz="2000" b="0" dirty="0">
                <a:solidFill>
                  <a:srgbClr val="DAE3E3"/>
                </a:solidFill>
                <a:effectLst/>
                <a:latin typeface="Consolas" panose="020B0609020204030204" pitchFamily="49" charset="0"/>
              </a:rPr>
              <a:t>(</a:t>
            </a:r>
            <a:r>
              <a:rPr lang="en-US" sz="2000" b="0" dirty="0">
                <a:solidFill>
                  <a:srgbClr val="7FCBCD"/>
                </a:solidFill>
                <a:effectLst/>
                <a:latin typeface="Consolas" panose="020B0609020204030204" pitchFamily="49" charset="0"/>
              </a:rPr>
              <a:t>500</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r>
              <a:rPr lang="en-US" sz="2000" b="0" dirty="0" err="1">
                <a:solidFill>
                  <a:srgbClr val="F39C12"/>
                </a:solidFill>
                <a:effectLst/>
                <a:latin typeface="Consolas" panose="020B0609020204030204" pitchFamily="49" charset="0"/>
              </a:rPr>
              <a:t>display</a:t>
            </a:r>
            <a:r>
              <a:rPr lang="en-US" sz="2000" b="0" dirty="0" err="1">
                <a:solidFill>
                  <a:srgbClr val="DAE3E3"/>
                </a:solidFill>
                <a:effectLst/>
                <a:latin typeface="Consolas" panose="020B0609020204030204" pitchFamily="49" charset="0"/>
              </a:rPr>
              <a:t>.</a:t>
            </a:r>
            <a:r>
              <a:rPr lang="en-US" sz="2000" b="0" dirty="0" err="1">
                <a:solidFill>
                  <a:srgbClr val="F39C12"/>
                </a:solidFill>
                <a:effectLst/>
                <a:latin typeface="Consolas" panose="020B0609020204030204" pitchFamily="49" charset="0"/>
              </a:rPr>
              <a:t>setTextSize</a:t>
            </a:r>
            <a:r>
              <a:rPr lang="en-US" sz="2000" b="0" dirty="0">
                <a:solidFill>
                  <a:srgbClr val="DAE3E3"/>
                </a:solidFill>
                <a:effectLst/>
                <a:latin typeface="Consolas" panose="020B0609020204030204" pitchFamily="49" charset="0"/>
              </a:rPr>
              <a:t>(</a:t>
            </a:r>
            <a:r>
              <a:rPr lang="en-US" sz="2000" b="0" dirty="0">
                <a:solidFill>
                  <a:srgbClr val="7FCBCD"/>
                </a:solidFill>
                <a:effectLst/>
                <a:latin typeface="Consolas" panose="020B0609020204030204" pitchFamily="49" charset="0"/>
              </a:rPr>
              <a:t>1</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r>
              <a:rPr lang="en-US" sz="2000" b="0" dirty="0" err="1">
                <a:solidFill>
                  <a:srgbClr val="F39C12"/>
                </a:solidFill>
                <a:effectLst/>
                <a:latin typeface="Consolas" panose="020B0609020204030204" pitchFamily="49" charset="0"/>
              </a:rPr>
              <a:t>display</a:t>
            </a:r>
            <a:r>
              <a:rPr lang="en-US" sz="2000" b="0" dirty="0" err="1">
                <a:solidFill>
                  <a:srgbClr val="DAE3E3"/>
                </a:solidFill>
                <a:effectLst/>
                <a:latin typeface="Consolas" panose="020B0609020204030204" pitchFamily="49" charset="0"/>
              </a:rPr>
              <a:t>.</a:t>
            </a:r>
            <a:r>
              <a:rPr lang="en-US" sz="2000" b="0" dirty="0" err="1">
                <a:solidFill>
                  <a:srgbClr val="F39C12"/>
                </a:solidFill>
                <a:effectLst/>
                <a:latin typeface="Consolas" panose="020B0609020204030204" pitchFamily="49" charset="0"/>
              </a:rPr>
              <a:t>display</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CD3FD88F-EA09-573D-D0F6-0BD0DD3C0333}"/>
              </a:ext>
            </a:extLst>
          </p:cNvPr>
          <p:cNvSpPr txBox="1"/>
          <p:nvPr/>
        </p:nvSpPr>
        <p:spPr>
          <a:xfrm>
            <a:off x="5886450" y="4072432"/>
            <a:ext cx="6096000" cy="1938992"/>
          </a:xfrm>
          <a:prstGeom prst="rect">
            <a:avLst/>
          </a:prstGeom>
          <a:noFill/>
        </p:spPr>
        <p:txBody>
          <a:bodyPr wrap="square">
            <a:spAutoFit/>
          </a:bodyPr>
          <a:lstStyle/>
          <a:p>
            <a:pPr>
              <a:buNone/>
            </a:pPr>
            <a:r>
              <a:rPr lang="en-US" sz="2400" b="0" dirty="0">
                <a:solidFill>
                  <a:srgbClr val="0CA1A6"/>
                </a:solidFill>
                <a:effectLst/>
                <a:latin typeface="Consolas" panose="020B0609020204030204" pitchFamily="49" charset="0"/>
              </a:rPr>
              <a:t>void</a:t>
            </a:r>
            <a:r>
              <a:rPr lang="en-US" sz="2400" b="0" dirty="0">
                <a:solidFill>
                  <a:srgbClr val="DAE3E3"/>
                </a:solidFill>
                <a:effectLst/>
                <a:latin typeface="Consolas" panose="020B0609020204030204" pitchFamily="49" charset="0"/>
              </a:rPr>
              <a:t> </a:t>
            </a:r>
            <a:r>
              <a:rPr lang="en-US" sz="2400" b="0" dirty="0">
                <a:solidFill>
                  <a:srgbClr val="F39C12"/>
                </a:solidFill>
                <a:effectLst/>
                <a:latin typeface="Consolas" panose="020B0609020204030204" pitchFamily="49" charset="0"/>
              </a:rPr>
              <a:t>setup</a:t>
            </a:r>
            <a:r>
              <a:rPr lang="en-US" sz="2400" b="0" dirty="0">
                <a:solidFill>
                  <a:srgbClr val="DAE3E3"/>
                </a:solidFill>
                <a:effectLst/>
                <a:latin typeface="Consolas" panose="020B0609020204030204" pitchFamily="49" charset="0"/>
              </a:rPr>
              <a:t>() {</a:t>
            </a:r>
          </a:p>
          <a:p>
            <a:pPr>
              <a:buNone/>
            </a:pPr>
            <a:r>
              <a:rPr lang="en-US" sz="2400" b="0" dirty="0">
                <a:solidFill>
                  <a:schemeClr val="tx2">
                    <a:lumMod val="75000"/>
                  </a:schemeClr>
                </a:solidFill>
                <a:effectLst/>
                <a:latin typeface="Consolas" panose="020B0609020204030204" pitchFamily="49" charset="0"/>
              </a:rPr>
              <a:t>  </a:t>
            </a:r>
            <a:r>
              <a:rPr lang="fa-IR" sz="2400" b="0" dirty="0">
                <a:solidFill>
                  <a:schemeClr val="tx2">
                    <a:lumMod val="75000"/>
                  </a:schemeClr>
                </a:solidFill>
                <a:effectLst/>
                <a:latin typeface="Consolas" panose="020B0609020204030204" pitchFamily="49" charset="0"/>
              </a:rPr>
              <a:t>برنامه های قبلی</a:t>
            </a:r>
            <a:endParaRPr lang="en-US" sz="2400" b="0" dirty="0">
              <a:solidFill>
                <a:schemeClr val="tx2">
                  <a:lumMod val="75000"/>
                </a:schemeClr>
              </a:solidFill>
              <a:effectLst/>
              <a:latin typeface="Consolas" panose="020B0609020204030204" pitchFamily="49" charset="0"/>
            </a:endParaRPr>
          </a:p>
          <a:p>
            <a:r>
              <a:rPr lang="en-US" sz="2400" dirty="0">
                <a:solidFill>
                  <a:srgbClr val="DAE3E3"/>
                </a:solidFill>
                <a:latin typeface="Consolas" panose="020B0609020204030204" pitchFamily="49" charset="0"/>
              </a:rPr>
              <a:t>  </a:t>
            </a:r>
            <a:r>
              <a:rPr lang="en-US" sz="2400" dirty="0" err="1">
                <a:solidFill>
                  <a:srgbClr val="F39C12"/>
                </a:solidFill>
                <a:latin typeface="Consolas" panose="020B0609020204030204" pitchFamily="49" charset="0"/>
              </a:rPr>
              <a:t>oled_init</a:t>
            </a:r>
            <a:r>
              <a:rPr lang="en-US" sz="2400" dirty="0">
                <a:solidFill>
                  <a:srgbClr val="DAE3E3"/>
                </a:solidFill>
                <a:latin typeface="Consolas" panose="020B0609020204030204" pitchFamily="49" charset="0"/>
              </a:rPr>
              <a:t>();</a:t>
            </a:r>
            <a:endParaRPr lang="fa-IR" sz="2400" b="0" dirty="0">
              <a:solidFill>
                <a:srgbClr val="DAE3E3"/>
              </a:solidFill>
              <a:effectLst/>
              <a:latin typeface="Consolas" panose="020B0609020204030204" pitchFamily="49" charset="0"/>
            </a:endParaRPr>
          </a:p>
          <a:p>
            <a:pPr>
              <a:buNone/>
            </a:pPr>
            <a:r>
              <a:rPr lang="en-US" sz="2400" b="0" dirty="0">
                <a:solidFill>
                  <a:srgbClr val="DAE3E3"/>
                </a:solidFill>
                <a:effectLst/>
                <a:latin typeface="Consolas" panose="020B0609020204030204" pitchFamily="49" charset="0"/>
              </a:rPr>
              <a:t>  </a:t>
            </a:r>
            <a:r>
              <a:rPr lang="en-US" sz="2400" b="0" dirty="0">
                <a:solidFill>
                  <a:srgbClr val="F39C12"/>
                </a:solidFill>
                <a:effectLst/>
                <a:latin typeface="Consolas" panose="020B0609020204030204" pitchFamily="49" charset="0"/>
              </a:rPr>
              <a:t>i2c</a:t>
            </a:r>
            <a:r>
              <a:rPr lang="en-US" sz="2400" b="0" dirty="0">
                <a:solidFill>
                  <a:srgbClr val="DAE3E3"/>
                </a:solidFill>
                <a:effectLst/>
                <a:latin typeface="Consolas" panose="020B0609020204030204" pitchFamily="49" charset="0"/>
              </a:rPr>
              <a:t>.</a:t>
            </a:r>
            <a:r>
              <a:rPr lang="en-US" sz="2400" b="0" dirty="0">
                <a:solidFill>
                  <a:srgbClr val="F39C12"/>
                </a:solidFill>
                <a:effectLst/>
                <a:latin typeface="Consolas" panose="020B0609020204030204" pitchFamily="49" charset="0"/>
              </a:rPr>
              <a:t>begin</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a:t>
            </a:r>
          </a:p>
        </p:txBody>
      </p:sp>
    </p:spTree>
    <p:extLst>
      <p:ext uri="{BB962C8B-B14F-4D97-AF65-F5344CB8AC3E}">
        <p14:creationId xmlns:p14="http://schemas.microsoft.com/office/powerpoint/2010/main" val="388978796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A41C0-560D-7B0D-47E7-B48576F74E7C}"/>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B2B948A6-3C31-FDD4-A785-FD137FED1357}"/>
              </a:ext>
            </a:extLst>
          </p:cNvPr>
          <p:cNvSpPr txBox="1"/>
          <p:nvPr/>
        </p:nvSpPr>
        <p:spPr>
          <a:xfrm>
            <a:off x="317500" y="399346"/>
            <a:ext cx="7073900" cy="5632311"/>
          </a:xfrm>
          <a:prstGeom prst="rect">
            <a:avLst/>
          </a:prstGeom>
          <a:noFill/>
        </p:spPr>
        <p:txBody>
          <a:bodyPr wrap="square">
            <a:spAutoFit/>
          </a:bodyPr>
          <a:lstStyle/>
          <a:p>
            <a:pPr>
              <a:buNone/>
            </a:pPr>
            <a:r>
              <a:rPr lang="en-US" b="0" dirty="0">
                <a:solidFill>
                  <a:srgbClr val="0CA1A6"/>
                </a:solidFill>
                <a:effectLst/>
                <a:latin typeface="Consolas" panose="020B0609020204030204" pitchFamily="49" charset="0"/>
              </a:rPr>
              <a:t>void</a:t>
            </a: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print_all</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AE3E3"/>
                </a:solidFill>
                <a:effectLst/>
                <a:latin typeface="Consolas" panose="020B0609020204030204" pitchFamily="49" charset="0"/>
              </a:rPr>
              <a:t>(!OLED_EN) </a:t>
            </a:r>
            <a:r>
              <a:rPr lang="en-US" b="0" dirty="0">
                <a:solidFill>
                  <a:srgbClr val="C586C0"/>
                </a:solidFill>
                <a:effectLst/>
                <a:latin typeface="Consolas" panose="020B0609020204030204" pitchFamily="49" charset="0"/>
              </a:rPr>
              <a:t>return</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digitalRead</a:t>
            </a:r>
            <a:r>
              <a:rPr lang="en-US" b="0" dirty="0">
                <a:solidFill>
                  <a:srgbClr val="DAE3E3"/>
                </a:solidFill>
                <a:effectLst/>
                <a:latin typeface="Consolas" panose="020B0609020204030204" pitchFamily="49" charset="0"/>
              </a:rPr>
              <a:t>(PA12)){</a:t>
            </a:r>
          </a:p>
          <a:p>
            <a:pPr>
              <a:buNone/>
            </a:pPr>
            <a:r>
              <a:rPr lang="en-US" b="0" dirty="0">
                <a:solidFill>
                  <a:srgbClr val="DAE3E3"/>
                </a:solidFill>
                <a:effectLst/>
                <a:latin typeface="Consolas" panose="020B0609020204030204" pitchFamily="49" charset="0"/>
              </a:rPr>
              <a:t>    page++;</a:t>
            </a:r>
          </a:p>
          <a:p>
            <a:pPr>
              <a:buNone/>
            </a:pPr>
            <a:r>
              <a:rPr lang="en-US" b="0" dirty="0">
                <a:solidFill>
                  <a:srgbClr val="DAE3E3"/>
                </a:solidFill>
                <a:effectLst/>
                <a:latin typeface="Consolas" panose="020B0609020204030204" pitchFamily="49" charset="0"/>
              </a:rPr>
              <a:t>    page%=</a:t>
            </a:r>
            <a:r>
              <a:rPr lang="en-US" b="0" dirty="0">
                <a:solidFill>
                  <a:srgbClr val="7FCBCD"/>
                </a:solidFill>
                <a:effectLst/>
                <a:latin typeface="Consolas" panose="020B0609020204030204" pitchFamily="49" charset="0"/>
              </a:rPr>
              <a:t>3</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while</a:t>
            </a:r>
            <a:r>
              <a:rPr lang="en-US" b="0" dirty="0">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digitalRead</a:t>
            </a:r>
            <a:r>
              <a:rPr lang="en-US" b="0" dirty="0">
                <a:solidFill>
                  <a:srgbClr val="DAE3E3"/>
                </a:solidFill>
                <a:effectLst/>
                <a:latin typeface="Consolas" panose="020B0609020204030204" pitchFamily="49" charset="0"/>
              </a:rPr>
              <a:t>(PA12));</a:t>
            </a:r>
          </a:p>
          <a:p>
            <a:pPr>
              <a:buNone/>
            </a:pPr>
            <a:r>
              <a:rPr lang="en-US" b="0" dirty="0">
                <a:solidFill>
                  <a:srgbClr val="DAE3E3"/>
                </a:solidFill>
                <a:effectLst/>
                <a:latin typeface="Consolas" panose="020B0609020204030204" pitchFamily="49" charset="0"/>
              </a:rPr>
              <a:t>  }</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clearDisplay</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AE3E3"/>
                </a:solidFill>
                <a:effectLst/>
                <a:latin typeface="Consolas" panose="020B0609020204030204" pitchFamily="49" charset="0"/>
              </a:rPr>
              <a:t>(page == </a:t>
            </a:r>
            <a:r>
              <a:rPr lang="en-US" b="0" dirty="0">
                <a:solidFill>
                  <a:srgbClr val="7FCBCD"/>
                </a:solidFill>
                <a:effectLst/>
                <a:latin typeface="Consolas" panose="020B0609020204030204" pitchFamily="49" charset="0"/>
              </a:rPr>
              <a:t>0</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setCursor</a:t>
            </a:r>
            <a:r>
              <a:rPr lang="en-US" b="0" dirty="0">
                <a:solidFill>
                  <a:srgbClr val="DAE3E3"/>
                </a:solidFill>
                <a:effectLst/>
                <a:latin typeface="Consolas" panose="020B0609020204030204" pitchFamily="49" charset="0"/>
              </a:rPr>
              <a:t>(</a:t>
            </a:r>
            <a:r>
              <a:rPr lang="en-US" b="0" dirty="0">
                <a:solidFill>
                  <a:srgbClr val="7FCBCD"/>
                </a:solidFill>
                <a:effectLst/>
                <a:latin typeface="Consolas" panose="020B0609020204030204" pitchFamily="49" charset="0"/>
              </a:rPr>
              <a:t>0</a:t>
            </a:r>
            <a:r>
              <a:rPr lang="en-US" b="0" dirty="0">
                <a:solidFill>
                  <a:srgbClr val="DAE3E3"/>
                </a:solidFill>
                <a:effectLst/>
                <a:latin typeface="Consolas" panose="020B0609020204030204" pitchFamily="49" charset="0"/>
              </a:rPr>
              <a:t>, </a:t>
            </a:r>
            <a:r>
              <a:rPr lang="en-US" b="0" dirty="0">
                <a:solidFill>
                  <a:srgbClr val="7FCBCD"/>
                </a:solidFill>
                <a:effectLst/>
                <a:latin typeface="Consolas" panose="020B0609020204030204" pitchFamily="49" charset="0"/>
              </a:rPr>
              <a:t>20</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print</a:t>
            </a:r>
            <a:r>
              <a:rPr lang="en-US" b="0" dirty="0">
                <a:solidFill>
                  <a:srgbClr val="DAE3E3"/>
                </a:solidFill>
                <a:effectLst/>
                <a:latin typeface="Consolas" panose="020B0609020204030204" pitchFamily="49" charset="0"/>
              </a:rPr>
              <a:t>(</a:t>
            </a:r>
            <a:r>
              <a:rPr lang="en-US" b="0" dirty="0">
                <a:solidFill>
                  <a:srgbClr val="7FCBCD"/>
                </a:solidFill>
                <a:effectLst/>
                <a:latin typeface="Consolas" panose="020B0609020204030204" pitchFamily="49" charset="0"/>
              </a:rPr>
              <a:t>"</a:t>
            </a:r>
            <a:r>
              <a:rPr lang="en-US" b="0" dirty="0" err="1">
                <a:solidFill>
                  <a:srgbClr val="7FCBCD"/>
                </a:solidFill>
                <a:effectLst/>
                <a:latin typeface="Consolas" panose="020B0609020204030204" pitchFamily="49" charset="0"/>
              </a:rPr>
              <a:t>Xb</a:t>
            </a:r>
            <a:r>
              <a:rPr lang="en-US" b="0" dirty="0">
                <a:solidFill>
                  <a:srgbClr val="7FCBCD"/>
                </a:solidFill>
                <a:effectLst/>
                <a:latin typeface="Consolas" panose="020B0609020204030204" pitchFamily="49" charset="0"/>
              </a:rPr>
              <a:t>:"</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println</a:t>
            </a:r>
            <a:r>
              <a:rPr lang="en-US" b="0" dirty="0">
                <a:solidFill>
                  <a:srgbClr val="DAE3E3"/>
                </a:solidFill>
                <a:effectLst/>
                <a:latin typeface="Consolas" panose="020B0609020204030204" pitchFamily="49" charset="0"/>
              </a:rPr>
              <a:t>(</a:t>
            </a:r>
            <a:r>
              <a:rPr lang="en-US" b="0" dirty="0" err="1">
                <a:solidFill>
                  <a:srgbClr val="DAE3E3"/>
                </a:solidFill>
                <a:effectLst/>
                <a:latin typeface="Consolas" panose="020B0609020204030204" pitchFamily="49" charset="0"/>
              </a:rPr>
              <a:t>ball_x</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print</a:t>
            </a:r>
            <a:r>
              <a:rPr lang="en-US" b="0" dirty="0">
                <a:solidFill>
                  <a:srgbClr val="DAE3E3"/>
                </a:solidFill>
                <a:effectLst/>
                <a:latin typeface="Consolas" panose="020B0609020204030204" pitchFamily="49" charset="0"/>
              </a:rPr>
              <a:t>(</a:t>
            </a:r>
            <a:r>
              <a:rPr lang="en-US" b="0" dirty="0">
                <a:solidFill>
                  <a:srgbClr val="7FCBCD"/>
                </a:solidFill>
                <a:effectLst/>
                <a:latin typeface="Consolas" panose="020B0609020204030204" pitchFamily="49" charset="0"/>
              </a:rPr>
              <a:t>"Yb: "</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println</a:t>
            </a:r>
            <a:r>
              <a:rPr lang="en-US" b="0" dirty="0">
                <a:solidFill>
                  <a:srgbClr val="DAE3E3"/>
                </a:solidFill>
                <a:effectLst/>
                <a:latin typeface="Consolas" panose="020B0609020204030204" pitchFamily="49" charset="0"/>
              </a:rPr>
              <a:t>(</a:t>
            </a:r>
            <a:r>
              <a:rPr lang="en-US" b="0" dirty="0" err="1">
                <a:solidFill>
                  <a:srgbClr val="DAE3E3"/>
                </a:solidFill>
                <a:effectLst/>
                <a:latin typeface="Consolas" panose="020B0609020204030204" pitchFamily="49" charset="0"/>
              </a:rPr>
              <a:t>ball_y</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print</a:t>
            </a:r>
            <a:r>
              <a:rPr lang="en-US" b="0" dirty="0">
                <a:solidFill>
                  <a:srgbClr val="DAE3E3"/>
                </a:solidFill>
                <a:effectLst/>
                <a:latin typeface="Consolas" panose="020B0609020204030204" pitchFamily="49" charset="0"/>
              </a:rPr>
              <a:t>(</a:t>
            </a:r>
            <a:r>
              <a:rPr lang="en-US" b="0" dirty="0">
                <a:solidFill>
                  <a:srgbClr val="7FCBCD"/>
                </a:solidFill>
                <a:effectLst/>
                <a:latin typeface="Consolas" panose="020B0609020204030204" pitchFamily="49" charset="0"/>
              </a:rPr>
              <a:t>"</a:t>
            </a:r>
            <a:r>
              <a:rPr lang="en-US" b="0" dirty="0" err="1">
                <a:solidFill>
                  <a:srgbClr val="7FCBCD"/>
                </a:solidFill>
                <a:effectLst/>
                <a:latin typeface="Consolas" panose="020B0609020204030204" pitchFamily="49" charset="0"/>
              </a:rPr>
              <a:t>db</a:t>
            </a:r>
            <a:r>
              <a:rPr lang="en-US" b="0" dirty="0">
                <a:solidFill>
                  <a:srgbClr val="7FCBCD"/>
                </a:solidFill>
                <a:effectLst/>
                <a:latin typeface="Consolas" panose="020B0609020204030204" pitchFamily="49" charset="0"/>
              </a:rPr>
              <a:t>: "</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println</a:t>
            </a:r>
            <a:r>
              <a:rPr lang="en-US" b="0" dirty="0">
                <a:solidFill>
                  <a:srgbClr val="DAE3E3"/>
                </a:solidFill>
                <a:effectLst/>
                <a:latin typeface="Consolas" panose="020B0609020204030204" pitchFamily="49" charset="0"/>
              </a:rPr>
              <a:t>(</a:t>
            </a:r>
            <a:r>
              <a:rPr lang="en-US" b="0" dirty="0" err="1">
                <a:solidFill>
                  <a:srgbClr val="DAE3E3"/>
                </a:solidFill>
                <a:effectLst/>
                <a:latin typeface="Consolas" panose="020B0609020204030204" pitchFamily="49" charset="0"/>
              </a:rPr>
              <a:t>ball_distance</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print</a:t>
            </a:r>
            <a:r>
              <a:rPr lang="en-US" b="0" dirty="0">
                <a:solidFill>
                  <a:srgbClr val="DAE3E3"/>
                </a:solidFill>
                <a:effectLst/>
                <a:latin typeface="Consolas" panose="020B0609020204030204" pitchFamily="49" charset="0"/>
              </a:rPr>
              <a:t>(</a:t>
            </a:r>
            <a:r>
              <a:rPr lang="en-US" b="0" dirty="0">
                <a:solidFill>
                  <a:srgbClr val="7FCBCD"/>
                </a:solidFill>
                <a:effectLst/>
                <a:latin typeface="Consolas" panose="020B0609020204030204" pitchFamily="49" charset="0"/>
              </a:rPr>
              <a:t>"id: "</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println</a:t>
            </a:r>
            <a:r>
              <a:rPr lang="en-US" b="0" dirty="0">
                <a:solidFill>
                  <a:srgbClr val="DAE3E3"/>
                </a:solidFill>
                <a:effectLst/>
                <a:latin typeface="Consolas" panose="020B0609020204030204" pitchFamily="49" charset="0"/>
              </a:rPr>
              <a:t>(</a:t>
            </a:r>
            <a:r>
              <a:rPr lang="en-US" b="0" dirty="0" err="1">
                <a:solidFill>
                  <a:srgbClr val="DAE3E3"/>
                </a:solidFill>
                <a:effectLst/>
                <a:latin typeface="Consolas" panose="020B0609020204030204" pitchFamily="49" charset="0"/>
              </a:rPr>
              <a:t>robot_id</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println</a:t>
            </a:r>
            <a:r>
              <a:rPr lang="en-US" b="0" dirty="0">
                <a:solidFill>
                  <a:srgbClr val="DAE3E3"/>
                </a:solidFill>
                <a:effectLst/>
                <a:latin typeface="Consolas" panose="020B0609020204030204" pitchFamily="49" charset="0"/>
              </a:rPr>
              <a:t>(</a:t>
            </a:r>
            <a:r>
              <a:rPr lang="en-US" b="0" dirty="0" err="1">
                <a:solidFill>
                  <a:srgbClr val="DAE3E3"/>
                </a:solidFill>
                <a:effectLst/>
                <a:latin typeface="Consolas" panose="020B0609020204030204" pitchFamily="49" charset="0"/>
              </a:rPr>
              <a:t>IS_Goaler</a:t>
            </a:r>
            <a:r>
              <a:rPr lang="en-US" b="0" dirty="0">
                <a:solidFill>
                  <a:srgbClr val="DAE3E3"/>
                </a:solidFill>
                <a:effectLst/>
                <a:latin typeface="Consolas" panose="020B0609020204030204" pitchFamily="49" charset="0"/>
              </a:rPr>
              <a:t> ? </a:t>
            </a:r>
            <a:r>
              <a:rPr lang="en-US" b="0" dirty="0">
                <a:solidFill>
                  <a:srgbClr val="7FCBCD"/>
                </a:solidFill>
                <a:effectLst/>
                <a:latin typeface="Consolas" panose="020B0609020204030204" pitchFamily="49" charset="0"/>
              </a:rPr>
              <a:t>"Goaler"</a:t>
            </a:r>
            <a:r>
              <a:rPr lang="en-US" b="0" dirty="0">
                <a:solidFill>
                  <a:srgbClr val="DAE3E3"/>
                </a:solidFill>
                <a:effectLst/>
                <a:latin typeface="Consolas" panose="020B0609020204030204" pitchFamily="49" charset="0"/>
              </a:rPr>
              <a:t> : </a:t>
            </a:r>
            <a:r>
              <a:rPr lang="en-US" b="0" dirty="0">
                <a:solidFill>
                  <a:srgbClr val="7FCBCD"/>
                </a:solidFill>
                <a:effectLst/>
                <a:latin typeface="Consolas" panose="020B0609020204030204" pitchFamily="49" charset="0"/>
              </a:rPr>
              <a:t>"Forward"</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p>
        </p:txBody>
      </p:sp>
      <p:sp>
        <p:nvSpPr>
          <p:cNvPr id="11" name="TextBox 10">
            <a:extLst>
              <a:ext uri="{FF2B5EF4-FFF2-40B4-BE49-F238E27FC236}">
                <a16:creationId xmlns:a16="http://schemas.microsoft.com/office/drawing/2014/main" id="{8F358D08-44E6-7176-5772-BC406B8307AB}"/>
              </a:ext>
            </a:extLst>
          </p:cNvPr>
          <p:cNvSpPr txBox="1"/>
          <p:nvPr/>
        </p:nvSpPr>
        <p:spPr>
          <a:xfrm>
            <a:off x="7810500" y="399346"/>
            <a:ext cx="4241800" cy="6186309"/>
          </a:xfrm>
          <a:prstGeom prst="rect">
            <a:avLst/>
          </a:prstGeom>
          <a:noFill/>
        </p:spPr>
        <p:txBody>
          <a:bodyPr wrap="square">
            <a:spAutoFit/>
          </a:bodyPr>
          <a:lstStyle/>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else</a:t>
            </a: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AE3E3"/>
                </a:solidFill>
                <a:effectLst/>
                <a:latin typeface="Consolas" panose="020B0609020204030204" pitchFamily="49" charset="0"/>
              </a:rPr>
              <a:t>(page == </a:t>
            </a:r>
            <a:r>
              <a:rPr lang="en-US" b="0" dirty="0">
                <a:solidFill>
                  <a:srgbClr val="7FCBCD"/>
                </a:solidFill>
                <a:effectLst/>
                <a:latin typeface="Consolas" panose="020B0609020204030204" pitchFamily="49" charset="0"/>
              </a:rPr>
              <a:t>1</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setCursor</a:t>
            </a:r>
            <a:r>
              <a:rPr lang="en-US" b="0" dirty="0">
                <a:solidFill>
                  <a:srgbClr val="DAE3E3"/>
                </a:solidFill>
                <a:effectLst/>
                <a:latin typeface="Consolas" panose="020B0609020204030204" pitchFamily="49" charset="0"/>
              </a:rPr>
              <a:t>(</a:t>
            </a:r>
            <a:r>
              <a:rPr lang="en-US" b="0" dirty="0">
                <a:solidFill>
                  <a:srgbClr val="7FCBCD"/>
                </a:solidFill>
                <a:effectLst/>
                <a:latin typeface="Consolas" panose="020B0609020204030204" pitchFamily="49" charset="0"/>
              </a:rPr>
              <a:t>0</a:t>
            </a:r>
            <a:r>
              <a:rPr lang="en-US" b="0" dirty="0">
                <a:solidFill>
                  <a:srgbClr val="DAE3E3"/>
                </a:solidFill>
                <a:effectLst/>
                <a:latin typeface="Consolas" panose="020B0609020204030204" pitchFamily="49" charset="0"/>
              </a:rPr>
              <a:t>, </a:t>
            </a:r>
            <a:r>
              <a:rPr lang="en-US" b="0" dirty="0">
                <a:solidFill>
                  <a:srgbClr val="7FCBCD"/>
                </a:solidFill>
                <a:effectLst/>
                <a:latin typeface="Consolas" panose="020B0609020204030204" pitchFamily="49" charset="0"/>
              </a:rPr>
              <a:t>20</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print</a:t>
            </a:r>
            <a:r>
              <a:rPr lang="en-US" b="0" dirty="0">
                <a:solidFill>
                  <a:srgbClr val="DAE3E3"/>
                </a:solidFill>
                <a:effectLst/>
                <a:latin typeface="Consolas" panose="020B0609020204030204" pitchFamily="49" charset="0"/>
              </a:rPr>
              <a:t>(</a:t>
            </a:r>
            <a:r>
              <a:rPr lang="en-US" b="0" dirty="0">
                <a:solidFill>
                  <a:srgbClr val="7FCBCD"/>
                </a:solidFill>
                <a:effectLst/>
                <a:latin typeface="Consolas" panose="020B0609020204030204" pitchFamily="49" charset="0"/>
              </a:rPr>
              <a:t>"F:"</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println</a:t>
            </a:r>
            <a:r>
              <a:rPr lang="en-US" b="0" dirty="0">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ldr</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front</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print</a:t>
            </a:r>
            <a:r>
              <a:rPr lang="en-US" b="0" dirty="0">
                <a:solidFill>
                  <a:srgbClr val="DAE3E3"/>
                </a:solidFill>
                <a:effectLst/>
                <a:latin typeface="Consolas" panose="020B0609020204030204" pitchFamily="49" charset="0"/>
              </a:rPr>
              <a:t>(</a:t>
            </a:r>
            <a:r>
              <a:rPr lang="en-US" b="0" dirty="0">
                <a:solidFill>
                  <a:srgbClr val="7FCBCD"/>
                </a:solidFill>
                <a:effectLst/>
                <a:latin typeface="Consolas" panose="020B0609020204030204" pitchFamily="49" charset="0"/>
              </a:rPr>
              <a:t>"R:"</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println</a:t>
            </a:r>
            <a:r>
              <a:rPr lang="en-US" b="0" dirty="0">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ldr</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right</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print</a:t>
            </a:r>
            <a:r>
              <a:rPr lang="en-US" b="0" dirty="0">
                <a:solidFill>
                  <a:srgbClr val="DAE3E3"/>
                </a:solidFill>
                <a:effectLst/>
                <a:latin typeface="Consolas" panose="020B0609020204030204" pitchFamily="49" charset="0"/>
              </a:rPr>
              <a:t>(</a:t>
            </a:r>
            <a:r>
              <a:rPr lang="en-US" b="0" dirty="0">
                <a:solidFill>
                  <a:srgbClr val="7FCBCD"/>
                </a:solidFill>
                <a:effectLst/>
                <a:latin typeface="Consolas" panose="020B0609020204030204" pitchFamily="49" charset="0"/>
              </a:rPr>
              <a:t>"B:"</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println</a:t>
            </a:r>
            <a:r>
              <a:rPr lang="en-US" b="0" dirty="0">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ldr</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back</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print</a:t>
            </a:r>
            <a:r>
              <a:rPr lang="en-US" b="0" dirty="0">
                <a:solidFill>
                  <a:srgbClr val="DAE3E3"/>
                </a:solidFill>
                <a:effectLst/>
                <a:latin typeface="Consolas" panose="020B0609020204030204" pitchFamily="49" charset="0"/>
              </a:rPr>
              <a:t>(</a:t>
            </a:r>
            <a:r>
              <a:rPr lang="en-US" b="0" dirty="0">
                <a:solidFill>
                  <a:srgbClr val="7FCBCD"/>
                </a:solidFill>
                <a:effectLst/>
                <a:latin typeface="Consolas" panose="020B0609020204030204" pitchFamily="49" charset="0"/>
              </a:rPr>
              <a:t>"L:"</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println</a:t>
            </a:r>
            <a:r>
              <a:rPr lang="en-US" b="0" dirty="0">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ldr</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left</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else</a:t>
            </a: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AE3E3"/>
                </a:solidFill>
                <a:effectLst/>
                <a:latin typeface="Consolas" panose="020B0609020204030204" pitchFamily="49" charset="0"/>
              </a:rPr>
              <a:t>(page == </a:t>
            </a:r>
            <a:r>
              <a:rPr lang="en-US" b="0" dirty="0">
                <a:solidFill>
                  <a:srgbClr val="7FCBCD"/>
                </a:solidFill>
                <a:effectLst/>
                <a:latin typeface="Consolas" panose="020B0609020204030204" pitchFamily="49" charset="0"/>
              </a:rPr>
              <a:t>2</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setCursor</a:t>
            </a:r>
            <a:r>
              <a:rPr lang="en-US" b="0" dirty="0">
                <a:solidFill>
                  <a:srgbClr val="DAE3E3"/>
                </a:solidFill>
                <a:effectLst/>
                <a:latin typeface="Consolas" panose="020B0609020204030204" pitchFamily="49" charset="0"/>
              </a:rPr>
              <a:t>(</a:t>
            </a:r>
            <a:r>
              <a:rPr lang="en-US" b="0" dirty="0">
                <a:solidFill>
                  <a:srgbClr val="7FCBCD"/>
                </a:solidFill>
                <a:effectLst/>
                <a:latin typeface="Consolas" panose="020B0609020204030204" pitchFamily="49" charset="0"/>
              </a:rPr>
              <a:t>0</a:t>
            </a:r>
            <a:r>
              <a:rPr lang="en-US" b="0" dirty="0">
                <a:solidFill>
                  <a:srgbClr val="DAE3E3"/>
                </a:solidFill>
                <a:effectLst/>
                <a:latin typeface="Consolas" panose="020B0609020204030204" pitchFamily="49" charset="0"/>
              </a:rPr>
              <a:t>, </a:t>
            </a:r>
            <a:r>
              <a:rPr lang="en-US" b="0" dirty="0">
                <a:solidFill>
                  <a:srgbClr val="7FCBCD"/>
                </a:solidFill>
                <a:effectLst/>
                <a:latin typeface="Consolas" panose="020B0609020204030204" pitchFamily="49" charset="0"/>
              </a:rPr>
              <a:t>20</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print</a:t>
            </a:r>
            <a:r>
              <a:rPr lang="en-US" b="0" dirty="0">
                <a:solidFill>
                  <a:srgbClr val="DAE3E3"/>
                </a:solidFill>
                <a:effectLst/>
                <a:latin typeface="Consolas" panose="020B0609020204030204" pitchFamily="49" charset="0"/>
              </a:rPr>
              <a:t>(</a:t>
            </a:r>
            <a:r>
              <a:rPr lang="en-US" b="0" dirty="0">
                <a:solidFill>
                  <a:srgbClr val="7FCBCD"/>
                </a:solidFill>
                <a:effectLst/>
                <a:latin typeface="Consolas" panose="020B0609020204030204" pitchFamily="49" charset="0"/>
              </a:rPr>
              <a:t>"</a:t>
            </a:r>
            <a:r>
              <a:rPr lang="en-US" b="0" dirty="0" err="1">
                <a:solidFill>
                  <a:srgbClr val="7FCBCD"/>
                </a:solidFill>
                <a:effectLst/>
                <a:latin typeface="Consolas" panose="020B0609020204030204" pitchFamily="49" charset="0"/>
              </a:rPr>
              <a:t>shr</a:t>
            </a:r>
            <a:r>
              <a:rPr lang="en-US" b="0" dirty="0">
                <a:solidFill>
                  <a:srgbClr val="7FCBCD"/>
                </a:solidFill>
                <a:effectLst/>
                <a:latin typeface="Consolas" panose="020B0609020204030204" pitchFamily="49" charset="0"/>
              </a:rPr>
              <a:t>:"</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println</a:t>
            </a:r>
            <a:r>
              <a:rPr lang="en-US" b="0" dirty="0">
                <a:solidFill>
                  <a:srgbClr val="DAE3E3"/>
                </a:solidFill>
                <a:effectLst/>
                <a:latin typeface="Consolas" panose="020B0609020204030204" pitchFamily="49" charset="0"/>
              </a:rPr>
              <a:t>(</a:t>
            </a:r>
            <a:r>
              <a:rPr lang="en-US" b="0" dirty="0" err="1">
                <a:solidFill>
                  <a:srgbClr val="DAE3E3"/>
                </a:solidFill>
                <a:effectLst/>
                <a:latin typeface="Consolas" panose="020B0609020204030204" pitchFamily="49" charset="0"/>
              </a:rPr>
              <a:t>shr</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print</a:t>
            </a:r>
            <a:r>
              <a:rPr lang="en-US" b="0" dirty="0">
                <a:solidFill>
                  <a:srgbClr val="DAE3E3"/>
                </a:solidFill>
                <a:effectLst/>
                <a:latin typeface="Consolas" panose="020B0609020204030204" pitchFamily="49" charset="0"/>
              </a:rPr>
              <a:t>(</a:t>
            </a:r>
            <a:r>
              <a:rPr lang="en-US" b="0" dirty="0">
                <a:solidFill>
                  <a:srgbClr val="7FCBCD"/>
                </a:solidFill>
                <a:effectLst/>
                <a:latin typeface="Consolas" panose="020B0609020204030204" pitchFamily="49" charset="0"/>
              </a:rPr>
              <a:t>"</a:t>
            </a:r>
            <a:r>
              <a:rPr lang="en-US" b="0" dirty="0" err="1">
                <a:solidFill>
                  <a:srgbClr val="7FCBCD"/>
                </a:solidFill>
                <a:effectLst/>
                <a:latin typeface="Consolas" panose="020B0609020204030204" pitchFamily="49" charset="0"/>
              </a:rPr>
              <a:t>shb</a:t>
            </a:r>
            <a:r>
              <a:rPr lang="en-US" b="0" dirty="0">
                <a:solidFill>
                  <a:srgbClr val="7FCBCD"/>
                </a:solidFill>
                <a:effectLst/>
                <a:latin typeface="Consolas" panose="020B0609020204030204" pitchFamily="49" charset="0"/>
              </a:rPr>
              <a:t>:"</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println</a:t>
            </a:r>
            <a:r>
              <a:rPr lang="en-US" b="0" dirty="0">
                <a:solidFill>
                  <a:srgbClr val="DAE3E3"/>
                </a:solidFill>
                <a:effectLst/>
                <a:latin typeface="Consolas" panose="020B0609020204030204" pitchFamily="49" charset="0"/>
              </a:rPr>
              <a:t>(</a:t>
            </a:r>
            <a:r>
              <a:rPr lang="en-US" b="0" dirty="0" err="1">
                <a:solidFill>
                  <a:srgbClr val="DAE3E3"/>
                </a:solidFill>
                <a:effectLst/>
                <a:latin typeface="Consolas" panose="020B0609020204030204" pitchFamily="49" charset="0"/>
              </a:rPr>
              <a:t>shb</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print</a:t>
            </a:r>
            <a:r>
              <a:rPr lang="en-US" b="0" dirty="0">
                <a:solidFill>
                  <a:srgbClr val="DAE3E3"/>
                </a:solidFill>
                <a:effectLst/>
                <a:latin typeface="Consolas" panose="020B0609020204030204" pitchFamily="49" charset="0"/>
              </a:rPr>
              <a:t>(</a:t>
            </a:r>
            <a:r>
              <a:rPr lang="en-US" b="0" dirty="0">
                <a:solidFill>
                  <a:srgbClr val="7FCBCD"/>
                </a:solidFill>
                <a:effectLst/>
                <a:latin typeface="Consolas" panose="020B0609020204030204" pitchFamily="49" charset="0"/>
              </a:rPr>
              <a:t>"</a:t>
            </a:r>
            <a:r>
              <a:rPr lang="en-US" b="0" dirty="0" err="1">
                <a:solidFill>
                  <a:srgbClr val="7FCBCD"/>
                </a:solidFill>
                <a:effectLst/>
                <a:latin typeface="Consolas" panose="020B0609020204030204" pitchFamily="49" charset="0"/>
              </a:rPr>
              <a:t>shl</a:t>
            </a:r>
            <a:r>
              <a:rPr lang="en-US" b="0" dirty="0">
                <a:solidFill>
                  <a:srgbClr val="7FCBCD"/>
                </a:solidFill>
                <a:effectLst/>
                <a:latin typeface="Consolas" panose="020B0609020204030204" pitchFamily="49" charset="0"/>
              </a:rPr>
              <a:t>:"</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println</a:t>
            </a:r>
            <a:r>
              <a:rPr lang="en-US" b="0" dirty="0">
                <a:solidFill>
                  <a:srgbClr val="DAE3E3"/>
                </a:solidFill>
                <a:effectLst/>
                <a:latin typeface="Consolas" panose="020B0609020204030204" pitchFamily="49" charset="0"/>
              </a:rPr>
              <a:t>(</a:t>
            </a:r>
            <a:r>
              <a:rPr lang="en-US" b="0" dirty="0" err="1">
                <a:solidFill>
                  <a:srgbClr val="DAE3E3"/>
                </a:solidFill>
                <a:effectLst/>
                <a:latin typeface="Consolas" panose="020B0609020204030204" pitchFamily="49" charset="0"/>
              </a:rPr>
              <a:t>shl</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display</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display</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a:t>
            </a:r>
          </a:p>
        </p:txBody>
      </p:sp>
    </p:spTree>
    <p:extLst>
      <p:ext uri="{BB962C8B-B14F-4D97-AF65-F5344CB8AC3E}">
        <p14:creationId xmlns:p14="http://schemas.microsoft.com/office/powerpoint/2010/main" val="196018942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78F54E-31F1-DAAE-8FF0-FACF735C29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561E26-2641-609C-4C8E-A81443CAD4CA}"/>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راه اندازی نمایشگر </a:t>
            </a:r>
            <a:r>
              <a:rPr lang="en-US" sz="3600" dirty="0">
                <a:latin typeface="IRANSans" panose="02040503050201020203" pitchFamily="18" charset="-78"/>
                <a:cs typeface="B Titr" panose="00000700000000000000" pitchFamily="2" charset="-78"/>
              </a:rPr>
              <a:t>OLED</a:t>
            </a:r>
          </a:p>
        </p:txBody>
      </p:sp>
      <p:sp>
        <p:nvSpPr>
          <p:cNvPr id="6" name="TextBox 5">
            <a:extLst>
              <a:ext uri="{FF2B5EF4-FFF2-40B4-BE49-F238E27FC236}">
                <a16:creationId xmlns:a16="http://schemas.microsoft.com/office/drawing/2014/main" id="{41ED1FC2-2724-98D3-5111-AA9C83B70CDC}"/>
              </a:ext>
            </a:extLst>
          </p:cNvPr>
          <p:cNvSpPr txBox="1"/>
          <p:nvPr/>
        </p:nvSpPr>
        <p:spPr>
          <a:xfrm>
            <a:off x="5886450" y="1720850"/>
            <a:ext cx="5386431" cy="3797193"/>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در تابع </a:t>
            </a:r>
            <a:r>
              <a:rPr lang="en-US" dirty="0">
                <a:latin typeface="IRANSans" panose="02040503050201020203" pitchFamily="18" charset="-78"/>
                <a:cs typeface="IRANSans" panose="02040503050201020203" pitchFamily="18" charset="-78"/>
              </a:rPr>
              <a:t>loop</a:t>
            </a:r>
            <a:r>
              <a:rPr lang="fa-IR" dirty="0">
                <a:latin typeface="IRANSans" panose="02040503050201020203" pitchFamily="18" charset="-78"/>
                <a:cs typeface="IRANSans" panose="02040503050201020203" pitchFamily="18" charset="-78"/>
              </a:rPr>
              <a:t> تابع بعد از </a:t>
            </a:r>
            <a:r>
              <a:rPr lang="en-US" dirty="0" err="1">
                <a:latin typeface="IRANSans" panose="02040503050201020203" pitchFamily="18" charset="-78"/>
                <a:cs typeface="IRANSans" panose="02040503050201020203" pitchFamily="18" charset="-78"/>
              </a:rPr>
              <a:t>read_MV</a:t>
            </a:r>
            <a:r>
              <a:rPr lang="fa-IR" dirty="0">
                <a:latin typeface="IRANSans" panose="02040503050201020203" pitchFamily="18" charset="-78"/>
                <a:cs typeface="IRANSans" panose="02040503050201020203" pitchFamily="18" charset="-78"/>
              </a:rPr>
              <a:t> تابع </a:t>
            </a:r>
            <a:r>
              <a:rPr lang="en-US" dirty="0" err="1">
                <a:latin typeface="IRANSans" panose="02040503050201020203" pitchFamily="18" charset="-78"/>
                <a:cs typeface="IRANSans" panose="02040503050201020203" pitchFamily="18" charset="-78"/>
              </a:rPr>
              <a:t>print_all</a:t>
            </a:r>
            <a:r>
              <a:rPr lang="fa-IR" dirty="0">
                <a:latin typeface="IRANSans" panose="02040503050201020203" pitchFamily="18" charset="-78"/>
                <a:cs typeface="IRANSans" panose="02040503050201020203" pitchFamily="18" charset="-78"/>
              </a:rPr>
              <a:t> را فراخانی کرده تا اطلاعات روی نمایشگر نمایش داده شود. توجه داشته باشید که بعد از آپلود برنامه روی ربات باید ربات را خاموش کرده، کلید </a:t>
            </a:r>
            <a:r>
              <a:rPr lang="en-US" dirty="0">
                <a:latin typeface="IRANSans" panose="02040503050201020203" pitchFamily="18" charset="-78"/>
                <a:cs typeface="IRANSans" panose="02040503050201020203" pitchFamily="18" charset="-78"/>
              </a:rPr>
              <a:t>PA11</a:t>
            </a:r>
            <a:r>
              <a:rPr lang="fa-IR" dirty="0">
                <a:latin typeface="IRANSans" panose="02040503050201020203" pitchFamily="18" charset="-78"/>
                <a:cs typeface="IRANSans" panose="02040503050201020203" pitchFamily="18" charset="-78"/>
              </a:rPr>
              <a:t> را فشار داده و نگه دارید سپس ربات را روشن کنید تا </a:t>
            </a:r>
            <a:r>
              <a:rPr lang="en-US" dirty="0" err="1">
                <a:latin typeface="IRANSans" panose="02040503050201020203" pitchFamily="18" charset="-78"/>
                <a:cs typeface="IRANSans" panose="02040503050201020203" pitchFamily="18" charset="-78"/>
              </a:rPr>
              <a:t>oled</a:t>
            </a:r>
            <a:r>
              <a:rPr lang="fa-IR" dirty="0">
                <a:latin typeface="IRANSans" panose="02040503050201020203" pitchFamily="18" charset="-78"/>
                <a:cs typeface="IRANSans" panose="02040503050201020203" pitchFamily="18" charset="-78"/>
              </a:rPr>
              <a:t> فعال شود.</a:t>
            </a:r>
          </a:p>
          <a:p>
            <a:pPr algn="just" rtl="1">
              <a:lnSpc>
                <a:spcPct val="150000"/>
              </a:lnSpc>
            </a:pPr>
            <a:endParaRPr lang="fa-IR" dirty="0">
              <a:latin typeface="IRANSans" panose="02040503050201020203" pitchFamily="18" charset="-78"/>
              <a:cs typeface="IRANSans" panose="02040503050201020203" pitchFamily="18" charset="-78"/>
            </a:endParaRPr>
          </a:p>
          <a:p>
            <a:pPr algn="just" rtl="1">
              <a:lnSpc>
                <a:spcPct val="150000"/>
              </a:lnSpc>
            </a:pPr>
            <a:r>
              <a:rPr lang="fa-IR" dirty="0">
                <a:latin typeface="IRANSans" panose="02040503050201020203" pitchFamily="18" charset="-78"/>
                <a:cs typeface="IRANSans" panose="02040503050201020203" pitchFamily="18" charset="-78"/>
              </a:rPr>
              <a:t>با این کار تنها زمانی که نیاز به نمایش اطلاعات داریم </a:t>
            </a:r>
            <a:r>
              <a:rPr lang="en-US" dirty="0" err="1">
                <a:latin typeface="IRANSans" panose="02040503050201020203" pitchFamily="18" charset="-78"/>
                <a:cs typeface="IRANSans" panose="02040503050201020203" pitchFamily="18" charset="-78"/>
              </a:rPr>
              <a:t>oled</a:t>
            </a:r>
            <a:r>
              <a:rPr lang="fa-IR" dirty="0">
                <a:latin typeface="IRANSans" panose="02040503050201020203" pitchFamily="18" charset="-78"/>
                <a:cs typeface="IRANSans" panose="02040503050201020203" pitchFamily="18" charset="-78"/>
              </a:rPr>
              <a:t> فعال می‎شود و در حالت عادی خاموش می‎ماند و از هنگ کردن ربات جلوگیری میکند.</a:t>
            </a:r>
            <a:endParaRPr lang="en-US" dirty="0">
              <a:latin typeface="IRANSans" panose="02040503050201020203" pitchFamily="18" charset="-78"/>
              <a:cs typeface="IRANSans" panose="02040503050201020203" pitchFamily="18" charset="-78"/>
            </a:endParaRPr>
          </a:p>
        </p:txBody>
      </p:sp>
      <p:sp>
        <p:nvSpPr>
          <p:cNvPr id="7" name="TextBox 6">
            <a:extLst>
              <a:ext uri="{FF2B5EF4-FFF2-40B4-BE49-F238E27FC236}">
                <a16:creationId xmlns:a16="http://schemas.microsoft.com/office/drawing/2014/main" id="{C6E84023-B236-FBA9-BF44-5FAC4C6489DA}"/>
              </a:ext>
            </a:extLst>
          </p:cNvPr>
          <p:cNvSpPr txBox="1"/>
          <p:nvPr/>
        </p:nvSpPr>
        <p:spPr>
          <a:xfrm>
            <a:off x="919119" y="1960679"/>
            <a:ext cx="6096000" cy="2677656"/>
          </a:xfrm>
          <a:prstGeom prst="rect">
            <a:avLst/>
          </a:prstGeom>
          <a:noFill/>
        </p:spPr>
        <p:txBody>
          <a:bodyPr wrap="square">
            <a:spAutoFit/>
          </a:bodyPr>
          <a:lstStyle/>
          <a:p>
            <a:pPr>
              <a:buNone/>
            </a:pPr>
            <a:r>
              <a:rPr lang="en-US" sz="2800" b="0" dirty="0">
                <a:solidFill>
                  <a:srgbClr val="0CA1A6"/>
                </a:solidFill>
                <a:effectLst/>
                <a:latin typeface="Consolas" panose="020B0609020204030204" pitchFamily="49" charset="0"/>
              </a:rPr>
              <a:t>void</a:t>
            </a:r>
            <a:r>
              <a:rPr lang="en-US" sz="2800" b="0" dirty="0">
                <a:solidFill>
                  <a:srgbClr val="DAE3E3"/>
                </a:solidFill>
                <a:effectLst/>
                <a:latin typeface="Consolas" panose="020B0609020204030204" pitchFamily="49" charset="0"/>
              </a:rPr>
              <a:t> </a:t>
            </a:r>
            <a:r>
              <a:rPr lang="en-US" sz="2800" b="0" dirty="0">
                <a:solidFill>
                  <a:srgbClr val="F39C12"/>
                </a:solidFill>
                <a:effectLst/>
                <a:latin typeface="Consolas" panose="020B0609020204030204" pitchFamily="49" charset="0"/>
              </a:rPr>
              <a:t>loop</a:t>
            </a:r>
            <a:r>
              <a:rPr lang="en-US" sz="2800" b="0" dirty="0">
                <a:solidFill>
                  <a:srgbClr val="DAE3E3"/>
                </a:solidFill>
                <a:effectLst/>
                <a:latin typeface="Consolas" panose="020B0609020204030204" pitchFamily="49" charset="0"/>
              </a:rPr>
              <a:t>() {</a:t>
            </a:r>
          </a:p>
          <a:p>
            <a:pPr>
              <a:buNone/>
            </a:pPr>
            <a:r>
              <a:rPr lang="en-US" sz="2800" b="0" dirty="0">
                <a:solidFill>
                  <a:srgbClr val="DAE3E3"/>
                </a:solidFill>
                <a:effectLst/>
                <a:latin typeface="Consolas" panose="020B0609020204030204" pitchFamily="49" charset="0"/>
              </a:rPr>
              <a:t>  </a:t>
            </a:r>
            <a:r>
              <a:rPr lang="en-US" sz="2800" b="0" dirty="0" err="1">
                <a:solidFill>
                  <a:srgbClr val="F39C12"/>
                </a:solidFill>
                <a:effectLst/>
                <a:latin typeface="Consolas" panose="020B0609020204030204" pitchFamily="49" charset="0"/>
              </a:rPr>
              <a:t>read_MV</a:t>
            </a:r>
            <a:r>
              <a:rPr lang="en-US" sz="2800" b="0" dirty="0">
                <a:solidFill>
                  <a:srgbClr val="DAE3E3"/>
                </a:solidFill>
                <a:effectLst/>
                <a:latin typeface="Consolas" panose="020B0609020204030204" pitchFamily="49" charset="0"/>
              </a:rPr>
              <a:t>();</a:t>
            </a:r>
          </a:p>
          <a:p>
            <a:pPr>
              <a:buNone/>
            </a:pPr>
            <a:r>
              <a:rPr lang="en-US" sz="2800" b="0" dirty="0">
                <a:solidFill>
                  <a:srgbClr val="DAE3E3"/>
                </a:solidFill>
                <a:effectLst/>
                <a:latin typeface="Consolas" panose="020B0609020204030204" pitchFamily="49" charset="0"/>
              </a:rPr>
              <a:t>  </a:t>
            </a:r>
            <a:r>
              <a:rPr lang="en-US" sz="2800" b="0" dirty="0" err="1">
                <a:solidFill>
                  <a:srgbClr val="F39C12"/>
                </a:solidFill>
                <a:effectLst/>
                <a:latin typeface="Consolas" panose="020B0609020204030204" pitchFamily="49" charset="0"/>
              </a:rPr>
              <a:t>print_all</a:t>
            </a:r>
            <a:r>
              <a:rPr lang="en-US" sz="2800" b="0" dirty="0">
                <a:solidFill>
                  <a:srgbClr val="DAE3E3"/>
                </a:solidFill>
                <a:effectLst/>
                <a:latin typeface="Consolas" panose="020B0609020204030204" pitchFamily="49" charset="0"/>
              </a:rPr>
              <a:t>();</a:t>
            </a:r>
          </a:p>
          <a:p>
            <a:pPr>
              <a:buNone/>
            </a:pPr>
            <a:r>
              <a:rPr lang="en-US" sz="2800" b="0" dirty="0">
                <a:solidFill>
                  <a:srgbClr val="DAE3E3"/>
                </a:solidFill>
                <a:effectLst/>
                <a:latin typeface="Consolas" panose="020B0609020204030204" pitchFamily="49" charset="0"/>
              </a:rPr>
              <a:t>}</a:t>
            </a:r>
          </a:p>
          <a:p>
            <a:pPr>
              <a:buNone/>
            </a:pPr>
            <a:br>
              <a:rPr lang="en-US" sz="2800" b="0" dirty="0">
                <a:solidFill>
                  <a:srgbClr val="DAE3E3"/>
                </a:solidFill>
                <a:effectLst/>
                <a:latin typeface="Consolas" panose="020B0609020204030204" pitchFamily="49" charset="0"/>
              </a:rPr>
            </a:br>
            <a:endParaRPr lang="en-US" sz="2800" b="0" dirty="0">
              <a:solidFill>
                <a:srgbClr val="DAE3E3"/>
              </a:solidFill>
              <a:effectLst/>
              <a:latin typeface="Consolas" panose="020B0609020204030204" pitchFamily="49" charset="0"/>
            </a:endParaRPr>
          </a:p>
        </p:txBody>
      </p:sp>
    </p:spTree>
    <p:extLst>
      <p:ext uri="{BB962C8B-B14F-4D97-AF65-F5344CB8AC3E}">
        <p14:creationId xmlns:p14="http://schemas.microsoft.com/office/powerpoint/2010/main" val="36967849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FEC2A5-BAF9-2748-308E-B2EBE766BB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D758E4-DE0A-1B85-8BDC-BFE0664E9BC7}"/>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نوشتن یک تعقیب توپ ساده</a:t>
            </a:r>
            <a:endParaRPr lang="en-US" sz="3600" dirty="0">
              <a:latin typeface="IRANSans" panose="02040503050201020203" pitchFamily="18" charset="-78"/>
              <a:cs typeface="B Titr" panose="00000700000000000000" pitchFamily="2" charset="-78"/>
            </a:endParaRPr>
          </a:p>
        </p:txBody>
      </p:sp>
      <p:sp>
        <p:nvSpPr>
          <p:cNvPr id="6" name="TextBox 5">
            <a:extLst>
              <a:ext uri="{FF2B5EF4-FFF2-40B4-BE49-F238E27FC236}">
                <a16:creationId xmlns:a16="http://schemas.microsoft.com/office/drawing/2014/main" id="{CE4B94ED-08FF-E570-3779-034206CB8AAD}"/>
              </a:ext>
            </a:extLst>
          </p:cNvPr>
          <p:cNvSpPr txBox="1"/>
          <p:nvPr/>
        </p:nvSpPr>
        <p:spPr>
          <a:xfrm>
            <a:off x="6096000" y="1720850"/>
            <a:ext cx="5176881" cy="2550698"/>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برای تعقیب توپ ساده کافی است با یک شرط بنویسیم اگر توپ دیده شد حرکت به سمت زاویه توپ انجام شود. اینکار باعث می‎شود ربات بدون چرخش به طرف توپ حرکت کند. در مرحله بعد با شیفت زاویه ای به ربات می‎گوییم به پشت توپ برود تا توپ در دهانه ربات قرار گیرد.</a:t>
            </a:r>
            <a:endParaRPr lang="en-US" dirty="0">
              <a:latin typeface="IRANSans" panose="02040503050201020203" pitchFamily="18" charset="-78"/>
              <a:cs typeface="IRANSans" panose="02040503050201020203" pitchFamily="18" charset="-78"/>
            </a:endParaRPr>
          </a:p>
        </p:txBody>
      </p:sp>
      <p:sp>
        <p:nvSpPr>
          <p:cNvPr id="4" name="TextBox 3">
            <a:extLst>
              <a:ext uri="{FF2B5EF4-FFF2-40B4-BE49-F238E27FC236}">
                <a16:creationId xmlns:a16="http://schemas.microsoft.com/office/drawing/2014/main" id="{21321BE1-8B55-40DE-F879-6D864777F621}"/>
              </a:ext>
            </a:extLst>
          </p:cNvPr>
          <p:cNvSpPr txBox="1"/>
          <p:nvPr/>
        </p:nvSpPr>
        <p:spPr>
          <a:xfrm>
            <a:off x="919119" y="1720850"/>
            <a:ext cx="6096000" cy="3785652"/>
          </a:xfrm>
          <a:prstGeom prst="rect">
            <a:avLst/>
          </a:prstGeom>
          <a:noFill/>
        </p:spPr>
        <p:txBody>
          <a:bodyPr wrap="square">
            <a:spAutoFit/>
          </a:bodyPr>
          <a:lstStyle/>
          <a:p>
            <a:pPr>
              <a:buNone/>
            </a:pPr>
            <a:r>
              <a:rPr lang="en-US" sz="2000" b="0" dirty="0">
                <a:solidFill>
                  <a:srgbClr val="0CA1A6"/>
                </a:solidFill>
                <a:effectLst/>
                <a:latin typeface="Consolas" panose="020B0609020204030204" pitchFamily="49" charset="0"/>
              </a:rPr>
              <a:t>void</a:t>
            </a:r>
            <a:r>
              <a:rPr lang="en-US" sz="2000" b="0" dirty="0">
                <a:solidFill>
                  <a:srgbClr val="DAE3E3"/>
                </a:solidFill>
                <a:effectLst/>
                <a:latin typeface="Consolas" panose="020B0609020204030204" pitchFamily="49" charset="0"/>
              </a:rPr>
              <a:t> </a:t>
            </a:r>
            <a:r>
              <a:rPr lang="en-US" sz="2000" b="0" dirty="0">
                <a:solidFill>
                  <a:srgbClr val="F39C12"/>
                </a:solidFill>
                <a:effectLst/>
                <a:latin typeface="Consolas" panose="020B0609020204030204" pitchFamily="49" charset="0"/>
              </a:rPr>
              <a:t>loop</a:t>
            </a:r>
            <a:r>
              <a:rPr lang="en-US" sz="2000" b="0" dirty="0">
                <a:solidFill>
                  <a:srgbClr val="DAE3E3"/>
                </a:solidFill>
                <a:effectLst/>
                <a:latin typeface="Consolas" panose="020B0609020204030204" pitchFamily="49" charset="0"/>
              </a:rPr>
              <a:t>() {</a:t>
            </a:r>
          </a:p>
          <a:p>
            <a:pPr>
              <a:buNone/>
            </a:pPr>
            <a:r>
              <a:rPr lang="en-US" sz="2000" b="0" dirty="0">
                <a:solidFill>
                  <a:srgbClr val="DAE3E3"/>
                </a:solidFill>
                <a:effectLst/>
                <a:latin typeface="Consolas" panose="020B0609020204030204" pitchFamily="49" charset="0"/>
              </a:rPr>
              <a:t>  </a:t>
            </a:r>
            <a:r>
              <a:rPr lang="en-US" sz="2000" b="0" dirty="0" err="1">
                <a:solidFill>
                  <a:srgbClr val="F39C12"/>
                </a:solidFill>
                <a:effectLst/>
                <a:latin typeface="Consolas" panose="020B0609020204030204" pitchFamily="49" charset="0"/>
              </a:rPr>
              <a:t>read_MV</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r>
              <a:rPr lang="en-US" sz="2000" b="0" dirty="0" err="1">
                <a:solidFill>
                  <a:srgbClr val="F39C12"/>
                </a:solidFill>
                <a:effectLst/>
                <a:latin typeface="Consolas" panose="020B0609020204030204" pitchFamily="49" charset="0"/>
              </a:rPr>
              <a:t>print_all</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if</a:t>
            </a:r>
            <a:r>
              <a:rPr lang="en-US" sz="2000" b="0" dirty="0">
                <a:solidFill>
                  <a:srgbClr val="DAE3E3"/>
                </a:solidFill>
                <a:effectLst/>
                <a:latin typeface="Consolas" panose="020B0609020204030204" pitchFamily="49" charset="0"/>
              </a:rPr>
              <a:t> (</a:t>
            </a:r>
            <a:r>
              <a:rPr lang="en-US" sz="2000" b="0" dirty="0" err="1">
                <a:solidFill>
                  <a:srgbClr val="DAE3E3"/>
                </a:solidFill>
                <a:effectLst/>
                <a:latin typeface="Consolas" panose="020B0609020204030204" pitchFamily="49" charset="0"/>
              </a:rPr>
              <a:t>is_ball</a:t>
            </a:r>
            <a:r>
              <a:rPr lang="en-US" sz="2000" b="0" dirty="0">
                <a:solidFill>
                  <a:srgbClr val="DAE3E3"/>
                </a:solidFill>
                <a:effectLst/>
                <a:latin typeface="Consolas" panose="020B0609020204030204" pitchFamily="49" charset="0"/>
              </a:rPr>
              <a:t>) {</a:t>
            </a:r>
          </a:p>
          <a:p>
            <a:pPr>
              <a:buNone/>
            </a:pPr>
            <a:r>
              <a:rPr lang="en-US" sz="2000" b="0" dirty="0">
                <a:solidFill>
                  <a:srgbClr val="DAE3E3"/>
                </a:solidFill>
                <a:effectLst/>
                <a:latin typeface="Consolas" panose="020B0609020204030204" pitchFamily="49" charset="0"/>
              </a:rPr>
              <a:t>    </a:t>
            </a:r>
            <a:r>
              <a:rPr lang="en-US" sz="2000" b="0" dirty="0">
                <a:solidFill>
                  <a:srgbClr val="F39C12"/>
                </a:solidFill>
                <a:effectLst/>
                <a:latin typeface="Consolas" panose="020B0609020204030204" pitchFamily="49" charset="0"/>
              </a:rPr>
              <a:t>move</a:t>
            </a:r>
            <a:r>
              <a:rPr lang="en-US" sz="2000" b="0" dirty="0">
                <a:solidFill>
                  <a:srgbClr val="DAE3E3"/>
                </a:solidFill>
                <a:effectLst/>
                <a:latin typeface="Consolas" panose="020B0609020204030204" pitchFamily="49" charset="0"/>
              </a:rPr>
              <a:t>(</a:t>
            </a:r>
            <a:r>
              <a:rPr lang="en-US" sz="2000" b="0" dirty="0" err="1">
                <a:solidFill>
                  <a:srgbClr val="DAE3E3"/>
                </a:solidFill>
                <a:effectLst/>
                <a:latin typeface="Consolas" panose="020B0609020204030204" pitchFamily="49" charset="0"/>
              </a:rPr>
              <a:t>ball_angle</a:t>
            </a:r>
            <a:r>
              <a:rPr lang="en-US" sz="2000" b="0" dirty="0">
                <a:solidFill>
                  <a:srgbClr val="DAE3E3"/>
                </a:solidFill>
                <a:effectLst/>
                <a:latin typeface="Consolas" panose="020B0609020204030204" pitchFamily="49" charset="0"/>
              </a:rPr>
              <a:t>, MID_SPEED);</a:t>
            </a:r>
          </a:p>
          <a:p>
            <a:pPr>
              <a:buNone/>
            </a:pPr>
            <a:r>
              <a:rPr lang="en-US" sz="2000" b="0" dirty="0">
                <a:solidFill>
                  <a:srgbClr val="DAE3E3"/>
                </a:solidFill>
                <a:effectLst/>
                <a:latin typeface="Consolas" panose="020B0609020204030204" pitchFamily="49" charset="0"/>
              </a:rPr>
              <a:t>  }</a:t>
            </a:r>
          </a:p>
          <a:p>
            <a:pPr>
              <a:buNone/>
            </a:pP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else</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r>
              <a:rPr lang="en-US" sz="2000" b="0" dirty="0">
                <a:solidFill>
                  <a:srgbClr val="F39C12"/>
                </a:solidFill>
                <a:effectLst/>
                <a:latin typeface="Consolas" panose="020B0609020204030204" pitchFamily="49" charset="0"/>
              </a:rPr>
              <a:t>stop</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p>
          <a:p>
            <a:pPr>
              <a:buNone/>
            </a:pPr>
            <a:r>
              <a:rPr lang="en-US" sz="2000" b="0" dirty="0">
                <a:solidFill>
                  <a:srgbClr val="DAE3E3"/>
                </a:solidFill>
                <a:effectLst/>
                <a:latin typeface="Consolas" panose="020B0609020204030204" pitchFamily="49" charset="0"/>
              </a:rPr>
              <a:t>}</a:t>
            </a:r>
          </a:p>
          <a:p>
            <a:pPr>
              <a:buNone/>
            </a:pPr>
            <a:br>
              <a:rPr lang="en-US" sz="2000" b="0" dirty="0">
                <a:solidFill>
                  <a:srgbClr val="DAE3E3"/>
                </a:solidFill>
                <a:effectLst/>
                <a:latin typeface="Consolas" panose="020B0609020204030204" pitchFamily="49" charset="0"/>
              </a:rPr>
            </a:br>
            <a:endParaRPr lang="en-US" sz="2000" b="0" dirty="0">
              <a:solidFill>
                <a:srgbClr val="DAE3E3"/>
              </a:solidFill>
              <a:effectLst/>
              <a:latin typeface="Consolas" panose="020B0609020204030204" pitchFamily="49" charset="0"/>
            </a:endParaRPr>
          </a:p>
        </p:txBody>
      </p:sp>
    </p:spTree>
    <p:extLst>
      <p:ext uri="{BB962C8B-B14F-4D97-AF65-F5344CB8AC3E}">
        <p14:creationId xmlns:p14="http://schemas.microsoft.com/office/powerpoint/2010/main" val="6127685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D2934-67E4-6F02-4D35-A79250F103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9939F3-805E-2BF9-7072-F2D306FAE900}"/>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نوشتن شیفت حرکت ها</a:t>
            </a:r>
            <a:endParaRPr lang="en-US" sz="3600" dirty="0">
              <a:latin typeface="IRANSans" panose="02040503050201020203" pitchFamily="18" charset="-78"/>
              <a:cs typeface="B Titr" panose="00000700000000000000" pitchFamily="2" charset="-78"/>
            </a:endParaRPr>
          </a:p>
        </p:txBody>
      </p:sp>
      <p:sp>
        <p:nvSpPr>
          <p:cNvPr id="6" name="TextBox 5">
            <a:extLst>
              <a:ext uri="{FF2B5EF4-FFF2-40B4-BE49-F238E27FC236}">
                <a16:creationId xmlns:a16="http://schemas.microsoft.com/office/drawing/2014/main" id="{8CCFCB7D-075F-749E-ED70-4F83D96230AB}"/>
              </a:ext>
            </a:extLst>
          </p:cNvPr>
          <p:cNvSpPr txBox="1"/>
          <p:nvPr/>
        </p:nvSpPr>
        <p:spPr>
          <a:xfrm>
            <a:off x="781050" y="1377950"/>
            <a:ext cx="10491831" cy="1304203"/>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در این برنامه شیفت حرکت ها با ضریب </a:t>
            </a:r>
            <a:r>
              <a:rPr lang="en-US" dirty="0">
                <a:latin typeface="IRANSans" panose="02040503050201020203" pitchFamily="18" charset="-78"/>
                <a:cs typeface="IRANSans" panose="02040503050201020203" pitchFamily="18" charset="-78"/>
              </a:rPr>
              <a:t>1.5</a:t>
            </a:r>
            <a:r>
              <a:rPr lang="fa-IR" dirty="0">
                <a:latin typeface="IRANSans" panose="02040503050201020203" pitchFamily="18" charset="-78"/>
                <a:cs typeface="IRANSans" panose="02040503050201020203" pitchFamily="18" charset="-78"/>
              </a:rPr>
              <a:t> انجام می‎شود. هر چقدر این ضریب بیشتر باشد ربات فاصله بیشتری از توپ می‎گیرد و شیفت بیشتری می‎دهد. تابع </a:t>
            </a:r>
            <a:r>
              <a:rPr lang="en-US" dirty="0">
                <a:latin typeface="IRANSans" panose="02040503050201020203" pitchFamily="18" charset="-78"/>
                <a:cs typeface="IRANSans" panose="02040503050201020203" pitchFamily="18" charset="-78"/>
              </a:rPr>
              <a:t>clamp</a:t>
            </a:r>
            <a:r>
              <a:rPr lang="fa-IR" dirty="0">
                <a:latin typeface="IRANSans" panose="02040503050201020203" pitchFamily="18" charset="-78"/>
                <a:cs typeface="IRANSans" panose="02040503050201020203" pitchFamily="18" charset="-78"/>
              </a:rPr>
              <a:t> حداکثر و حداقل مقدار شیفت زاویه را مشخص می‎‏‎کند که در اسلاید بعد توضیح داده شده.</a:t>
            </a:r>
            <a:endParaRPr lang="en-US" dirty="0">
              <a:latin typeface="IRANSans" panose="02040503050201020203" pitchFamily="18" charset="-78"/>
              <a:cs typeface="IRANSans" panose="02040503050201020203" pitchFamily="18" charset="-78"/>
            </a:endParaRPr>
          </a:p>
        </p:txBody>
      </p:sp>
      <p:sp>
        <p:nvSpPr>
          <p:cNvPr id="5" name="TextBox 4">
            <a:extLst>
              <a:ext uri="{FF2B5EF4-FFF2-40B4-BE49-F238E27FC236}">
                <a16:creationId xmlns:a16="http://schemas.microsoft.com/office/drawing/2014/main" id="{8E1D1C5C-EDF6-7658-5614-536813EE7463}"/>
              </a:ext>
            </a:extLst>
          </p:cNvPr>
          <p:cNvSpPr txBox="1"/>
          <p:nvPr/>
        </p:nvSpPr>
        <p:spPr>
          <a:xfrm>
            <a:off x="781050" y="2682935"/>
            <a:ext cx="8991600" cy="3785652"/>
          </a:xfrm>
          <a:prstGeom prst="rect">
            <a:avLst/>
          </a:prstGeom>
          <a:noFill/>
        </p:spPr>
        <p:txBody>
          <a:bodyPr wrap="square">
            <a:spAutoFit/>
          </a:bodyPr>
          <a:lstStyle/>
          <a:p>
            <a:pPr>
              <a:buNone/>
            </a:pPr>
            <a:r>
              <a:rPr lang="en-US" sz="2400" b="0" dirty="0">
                <a:solidFill>
                  <a:srgbClr val="0CA1A6"/>
                </a:solidFill>
                <a:effectLst/>
                <a:latin typeface="Consolas" panose="020B0609020204030204" pitchFamily="49" charset="0"/>
              </a:rPr>
              <a:t>void</a:t>
            </a:r>
            <a:r>
              <a:rPr lang="en-US" sz="2400" b="0" dirty="0">
                <a:solidFill>
                  <a:srgbClr val="DAE3E3"/>
                </a:solidFill>
                <a:effectLst/>
                <a:latin typeface="Consolas" panose="020B0609020204030204" pitchFamily="49" charset="0"/>
              </a:rPr>
              <a:t> </a:t>
            </a:r>
            <a:r>
              <a:rPr lang="en-US" sz="2400" b="0" dirty="0">
                <a:solidFill>
                  <a:srgbClr val="F39C12"/>
                </a:solidFill>
                <a:effectLst/>
                <a:latin typeface="Consolas" panose="020B0609020204030204" pitchFamily="49" charset="0"/>
              </a:rPr>
              <a:t>loop</a:t>
            </a:r>
            <a:r>
              <a:rPr lang="en-US" sz="2400" b="0" dirty="0">
                <a:solidFill>
                  <a:srgbClr val="DAE3E3"/>
                </a:solidFill>
                <a:effectLst/>
                <a:latin typeface="Consolas" panose="020B0609020204030204" pitchFamily="49" charset="0"/>
              </a:rPr>
              <a:t>() {</a:t>
            </a:r>
          </a:p>
          <a:p>
            <a:pPr>
              <a:buNone/>
            </a:pPr>
            <a:r>
              <a:rPr lang="en-US" sz="2400" b="0" dirty="0">
                <a:solidFill>
                  <a:srgbClr val="DAE3E3"/>
                </a:solidFill>
                <a:effectLst/>
                <a:latin typeface="Consolas" panose="020B0609020204030204" pitchFamily="49" charset="0"/>
              </a:rPr>
              <a:t>  </a:t>
            </a:r>
            <a:r>
              <a:rPr lang="en-US" sz="2400" b="0" dirty="0" err="1">
                <a:solidFill>
                  <a:srgbClr val="F39C12"/>
                </a:solidFill>
                <a:effectLst/>
                <a:latin typeface="Consolas" panose="020B0609020204030204" pitchFamily="49" charset="0"/>
              </a:rPr>
              <a:t>read_MV</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  </a:t>
            </a:r>
            <a:r>
              <a:rPr lang="en-US" sz="2400" b="0" dirty="0" err="1">
                <a:solidFill>
                  <a:srgbClr val="F39C12"/>
                </a:solidFill>
                <a:effectLst/>
                <a:latin typeface="Consolas" panose="020B0609020204030204" pitchFamily="49" charset="0"/>
              </a:rPr>
              <a:t>print_all</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  </a:t>
            </a:r>
            <a:r>
              <a:rPr lang="en-US" sz="2400" b="0" dirty="0">
                <a:solidFill>
                  <a:srgbClr val="C586C0"/>
                </a:solidFill>
                <a:effectLst/>
                <a:latin typeface="Consolas" panose="020B0609020204030204" pitchFamily="49" charset="0"/>
              </a:rPr>
              <a:t>if</a:t>
            </a:r>
            <a:r>
              <a:rPr lang="en-US" sz="2400" b="0" dirty="0">
                <a:solidFill>
                  <a:srgbClr val="DAE3E3"/>
                </a:solidFill>
                <a:effectLst/>
                <a:latin typeface="Consolas" panose="020B0609020204030204" pitchFamily="49" charset="0"/>
              </a:rPr>
              <a:t> (</a:t>
            </a:r>
            <a:r>
              <a:rPr lang="en-US" sz="2400" b="0" dirty="0" err="1">
                <a:solidFill>
                  <a:srgbClr val="DAE3E3"/>
                </a:solidFill>
                <a:effectLst/>
                <a:latin typeface="Consolas" panose="020B0609020204030204" pitchFamily="49" charset="0"/>
              </a:rPr>
              <a:t>is_ball</a:t>
            </a:r>
            <a:r>
              <a:rPr lang="en-US" sz="2400" b="0" dirty="0">
                <a:solidFill>
                  <a:srgbClr val="DAE3E3"/>
                </a:solidFill>
                <a:effectLst/>
                <a:latin typeface="Consolas" panose="020B0609020204030204" pitchFamily="49" charset="0"/>
              </a:rPr>
              <a:t>) {</a:t>
            </a:r>
          </a:p>
          <a:p>
            <a:pPr>
              <a:buNone/>
            </a:pPr>
            <a:r>
              <a:rPr lang="en-US" sz="2400" b="0" dirty="0">
                <a:solidFill>
                  <a:srgbClr val="DAE3E3"/>
                </a:solidFill>
                <a:effectLst/>
                <a:latin typeface="Consolas" panose="020B0609020204030204" pitchFamily="49" charset="0"/>
              </a:rPr>
              <a:t>    </a:t>
            </a:r>
            <a:r>
              <a:rPr lang="en-US" sz="2400" b="0" dirty="0">
                <a:solidFill>
                  <a:srgbClr val="0CA1A6"/>
                </a:solidFill>
                <a:effectLst/>
                <a:latin typeface="Consolas" panose="020B0609020204030204" pitchFamily="49" charset="0"/>
              </a:rPr>
              <a:t>float</a:t>
            </a:r>
            <a:r>
              <a:rPr lang="en-US" sz="2400" b="0" dirty="0">
                <a:solidFill>
                  <a:srgbClr val="DAE3E3"/>
                </a:solidFill>
                <a:effectLst/>
                <a:latin typeface="Consolas" panose="020B0609020204030204" pitchFamily="49" charset="0"/>
              </a:rPr>
              <a:t> </a:t>
            </a:r>
            <a:r>
              <a:rPr lang="en-US" sz="2400" b="0" dirty="0">
                <a:solidFill>
                  <a:srgbClr val="FF0000"/>
                </a:solidFill>
                <a:effectLst/>
                <a:latin typeface="Consolas" panose="020B0609020204030204" pitchFamily="49" charset="0"/>
              </a:rPr>
              <a:t>shift</a:t>
            </a:r>
            <a:r>
              <a:rPr lang="en-US" sz="2400" b="0" dirty="0">
                <a:solidFill>
                  <a:srgbClr val="DAE3E3"/>
                </a:solidFill>
                <a:effectLst/>
                <a:latin typeface="Consolas" panose="020B0609020204030204" pitchFamily="49" charset="0"/>
              </a:rPr>
              <a:t> = </a:t>
            </a:r>
            <a:r>
              <a:rPr lang="en-US" sz="2400" b="0" dirty="0">
                <a:solidFill>
                  <a:srgbClr val="F39C12"/>
                </a:solidFill>
                <a:effectLst/>
                <a:latin typeface="Consolas" panose="020B0609020204030204" pitchFamily="49" charset="0"/>
              </a:rPr>
              <a:t>clamp</a:t>
            </a:r>
            <a:r>
              <a:rPr lang="en-US" sz="2400" b="0" dirty="0">
                <a:solidFill>
                  <a:srgbClr val="DAE3E3"/>
                </a:solidFill>
                <a:effectLst/>
                <a:latin typeface="Consolas" panose="020B0609020204030204" pitchFamily="49" charset="0"/>
              </a:rPr>
              <a:t>(</a:t>
            </a:r>
            <a:r>
              <a:rPr lang="en-US" sz="2400" b="0" dirty="0" err="1">
                <a:solidFill>
                  <a:srgbClr val="DAE3E3"/>
                </a:solidFill>
                <a:effectLst/>
                <a:latin typeface="Consolas" panose="020B0609020204030204" pitchFamily="49" charset="0"/>
              </a:rPr>
              <a:t>ball_angle</a:t>
            </a:r>
            <a:r>
              <a:rPr lang="en-US" sz="2400" b="0" dirty="0">
                <a:solidFill>
                  <a:srgbClr val="DAE3E3"/>
                </a:solidFill>
                <a:effectLst/>
                <a:latin typeface="Consolas" panose="020B0609020204030204" pitchFamily="49" charset="0"/>
              </a:rPr>
              <a:t> * </a:t>
            </a:r>
            <a:r>
              <a:rPr lang="en-US" sz="2400" b="0" dirty="0">
                <a:solidFill>
                  <a:srgbClr val="7FCBCD"/>
                </a:solidFill>
                <a:effectLst/>
                <a:latin typeface="Consolas" panose="020B0609020204030204" pitchFamily="49" charset="0"/>
              </a:rPr>
              <a:t>1.5</a:t>
            </a:r>
            <a:r>
              <a:rPr lang="en-US" sz="2400" b="0" dirty="0">
                <a:solidFill>
                  <a:srgbClr val="DAE3E3"/>
                </a:solidFill>
                <a:effectLst/>
                <a:latin typeface="Consolas" panose="020B0609020204030204" pitchFamily="49" charset="0"/>
              </a:rPr>
              <a:t>, -</a:t>
            </a:r>
            <a:r>
              <a:rPr lang="en-US" sz="2400" b="0" dirty="0">
                <a:solidFill>
                  <a:srgbClr val="7FCBCD"/>
                </a:solidFill>
                <a:effectLst/>
                <a:latin typeface="Consolas" panose="020B0609020204030204" pitchFamily="49" charset="0"/>
              </a:rPr>
              <a:t>60</a:t>
            </a:r>
            <a:r>
              <a:rPr lang="en-US" sz="2400" b="0" dirty="0">
                <a:solidFill>
                  <a:srgbClr val="DAE3E3"/>
                </a:solidFill>
                <a:effectLst/>
                <a:latin typeface="Consolas" panose="020B0609020204030204" pitchFamily="49" charset="0"/>
              </a:rPr>
              <a:t>, </a:t>
            </a:r>
            <a:r>
              <a:rPr lang="en-US" sz="2400" b="0" dirty="0">
                <a:solidFill>
                  <a:srgbClr val="7FCBCD"/>
                </a:solidFill>
                <a:effectLst/>
                <a:latin typeface="Consolas" panose="020B0609020204030204" pitchFamily="49" charset="0"/>
              </a:rPr>
              <a:t>60</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    </a:t>
            </a:r>
            <a:r>
              <a:rPr lang="en-US" sz="2400" b="0" dirty="0">
                <a:solidFill>
                  <a:srgbClr val="F39C12"/>
                </a:solidFill>
                <a:effectLst/>
                <a:latin typeface="Consolas" panose="020B0609020204030204" pitchFamily="49" charset="0"/>
              </a:rPr>
              <a:t>move</a:t>
            </a:r>
            <a:r>
              <a:rPr lang="en-US" sz="2400" b="0" dirty="0">
                <a:solidFill>
                  <a:srgbClr val="DAE3E3"/>
                </a:solidFill>
                <a:effectLst/>
                <a:latin typeface="Consolas" panose="020B0609020204030204" pitchFamily="49" charset="0"/>
              </a:rPr>
              <a:t>(</a:t>
            </a:r>
            <a:r>
              <a:rPr lang="en-US" sz="2400" b="0" dirty="0" err="1">
                <a:solidFill>
                  <a:srgbClr val="DAE3E3"/>
                </a:solidFill>
                <a:effectLst/>
                <a:latin typeface="Consolas" panose="020B0609020204030204" pitchFamily="49" charset="0"/>
              </a:rPr>
              <a:t>ball_angle</a:t>
            </a:r>
            <a:r>
              <a:rPr lang="en-US" sz="2400" b="0" dirty="0">
                <a:solidFill>
                  <a:srgbClr val="DAE3E3"/>
                </a:solidFill>
                <a:effectLst/>
                <a:latin typeface="Consolas" panose="020B0609020204030204" pitchFamily="49" charset="0"/>
              </a:rPr>
              <a:t> + </a:t>
            </a:r>
            <a:r>
              <a:rPr lang="en-US" sz="2400" b="0" dirty="0">
                <a:solidFill>
                  <a:srgbClr val="FF0000"/>
                </a:solidFill>
                <a:effectLst/>
                <a:latin typeface="Consolas" panose="020B0609020204030204" pitchFamily="49" charset="0"/>
              </a:rPr>
              <a:t>shift</a:t>
            </a:r>
            <a:r>
              <a:rPr lang="en-US" sz="2400" b="0" dirty="0">
                <a:solidFill>
                  <a:srgbClr val="DAE3E3"/>
                </a:solidFill>
                <a:effectLst/>
                <a:latin typeface="Consolas" panose="020B0609020204030204" pitchFamily="49" charset="0"/>
              </a:rPr>
              <a:t>, MID_SPEED);</a:t>
            </a:r>
          </a:p>
          <a:p>
            <a:pPr>
              <a:buNone/>
            </a:pPr>
            <a:r>
              <a:rPr lang="en-US" sz="2400" b="0" dirty="0">
                <a:solidFill>
                  <a:srgbClr val="DAE3E3"/>
                </a:solidFill>
                <a:effectLst/>
                <a:latin typeface="Consolas" panose="020B0609020204030204" pitchFamily="49" charset="0"/>
              </a:rPr>
              <a:t>  } </a:t>
            </a:r>
            <a:r>
              <a:rPr lang="en-US" sz="2400" b="0" dirty="0">
                <a:solidFill>
                  <a:srgbClr val="C586C0"/>
                </a:solidFill>
                <a:effectLst/>
                <a:latin typeface="Consolas" panose="020B0609020204030204" pitchFamily="49" charset="0"/>
              </a:rPr>
              <a:t>else</a:t>
            </a:r>
            <a:r>
              <a:rPr lang="en-US" sz="2400" b="0" dirty="0">
                <a:solidFill>
                  <a:srgbClr val="DAE3E3"/>
                </a:solidFill>
                <a:effectLst/>
                <a:latin typeface="Consolas" panose="020B0609020204030204" pitchFamily="49" charset="0"/>
              </a:rPr>
              <a:t> {</a:t>
            </a:r>
          </a:p>
          <a:p>
            <a:pPr>
              <a:buNone/>
            </a:pPr>
            <a:r>
              <a:rPr lang="en-US" sz="2400" b="0" dirty="0">
                <a:solidFill>
                  <a:srgbClr val="DAE3E3"/>
                </a:solidFill>
                <a:effectLst/>
                <a:latin typeface="Consolas" panose="020B0609020204030204" pitchFamily="49" charset="0"/>
              </a:rPr>
              <a:t>    </a:t>
            </a:r>
            <a:r>
              <a:rPr lang="en-US" sz="2400" b="0" dirty="0">
                <a:solidFill>
                  <a:srgbClr val="F39C12"/>
                </a:solidFill>
                <a:effectLst/>
                <a:latin typeface="Consolas" panose="020B0609020204030204" pitchFamily="49" charset="0"/>
              </a:rPr>
              <a:t>stop</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  }</a:t>
            </a:r>
          </a:p>
          <a:p>
            <a:pPr>
              <a:buNone/>
            </a:pPr>
            <a:r>
              <a:rPr lang="en-US" sz="2400" b="0" dirty="0">
                <a:solidFill>
                  <a:srgbClr val="DAE3E3"/>
                </a:solidFill>
                <a:effectLst/>
                <a:latin typeface="Consolas" panose="020B0609020204030204" pitchFamily="49" charset="0"/>
              </a:rPr>
              <a:t>}</a:t>
            </a:r>
          </a:p>
        </p:txBody>
      </p:sp>
    </p:spTree>
    <p:extLst>
      <p:ext uri="{BB962C8B-B14F-4D97-AF65-F5344CB8AC3E}">
        <p14:creationId xmlns:p14="http://schemas.microsoft.com/office/powerpoint/2010/main" val="33583798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642BD3-9D8F-538A-A4CF-AE1D277C5C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E43117-FE53-E5F8-21B5-58B70A70EB6E}"/>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تعریف تابع </a:t>
            </a:r>
            <a:r>
              <a:rPr lang="en-US" sz="3600" dirty="0">
                <a:latin typeface="IRANSans" panose="02040503050201020203" pitchFamily="18" charset="-78"/>
                <a:cs typeface="B Titr" panose="00000700000000000000" pitchFamily="2" charset="-78"/>
              </a:rPr>
              <a:t>clamp</a:t>
            </a:r>
          </a:p>
        </p:txBody>
      </p:sp>
      <p:sp>
        <p:nvSpPr>
          <p:cNvPr id="6" name="TextBox 5">
            <a:extLst>
              <a:ext uri="{FF2B5EF4-FFF2-40B4-BE49-F238E27FC236}">
                <a16:creationId xmlns:a16="http://schemas.microsoft.com/office/drawing/2014/main" id="{CC46C65D-A985-4CA4-3BB4-5DC3F71D805C}"/>
              </a:ext>
            </a:extLst>
          </p:cNvPr>
          <p:cNvSpPr txBox="1"/>
          <p:nvPr/>
        </p:nvSpPr>
        <p:spPr>
          <a:xfrm>
            <a:off x="781050" y="1568450"/>
            <a:ext cx="10491831" cy="1304203"/>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تابع </a:t>
            </a:r>
            <a:r>
              <a:rPr lang="en-US" dirty="0">
                <a:latin typeface="IRANSans" panose="02040503050201020203" pitchFamily="18" charset="-78"/>
                <a:cs typeface="IRANSans" panose="02040503050201020203" pitchFamily="18" charset="-78"/>
              </a:rPr>
              <a:t>clamp</a:t>
            </a:r>
            <a:r>
              <a:rPr lang="fa-IR" dirty="0">
                <a:latin typeface="IRANSans" panose="02040503050201020203" pitchFamily="18" charset="-78"/>
                <a:cs typeface="IRANSans" panose="02040503050201020203" pitchFamily="18" charset="-78"/>
              </a:rPr>
              <a:t> زمانی استفاده می‎شود که نمی‎خواهیم یک مقدار از یک حداکثر و حداقل بزرگتر یا کوچکتر نشود. به عنوان مثال در تابع موتور که سرعت از 65535 نباید بیشتر می‎شد می‎توانستیم از این تابع استفاده کنیم. این تابع را در فایل </a:t>
            </a:r>
            <a:r>
              <a:rPr lang="en-US" dirty="0">
                <a:latin typeface="IRANSans" panose="02040503050201020203" pitchFamily="18" charset="-78"/>
                <a:cs typeface="IRANSans" panose="02040503050201020203" pitchFamily="18" charset="-78"/>
              </a:rPr>
              <a:t>motor</a:t>
            </a:r>
            <a:r>
              <a:rPr lang="fa-IR" dirty="0">
                <a:latin typeface="IRANSans" panose="02040503050201020203" pitchFamily="18" charset="-78"/>
                <a:cs typeface="IRANSans" panose="02040503050201020203" pitchFamily="18" charset="-78"/>
              </a:rPr>
              <a:t> تعریف کنید.</a:t>
            </a:r>
            <a:endParaRPr lang="en-US" dirty="0">
              <a:latin typeface="IRANSans" panose="02040503050201020203" pitchFamily="18" charset="-78"/>
              <a:cs typeface="IRANSans" panose="02040503050201020203" pitchFamily="18" charset="-78"/>
            </a:endParaRPr>
          </a:p>
        </p:txBody>
      </p:sp>
      <p:sp>
        <p:nvSpPr>
          <p:cNvPr id="4" name="TextBox 3">
            <a:extLst>
              <a:ext uri="{FF2B5EF4-FFF2-40B4-BE49-F238E27FC236}">
                <a16:creationId xmlns:a16="http://schemas.microsoft.com/office/drawing/2014/main" id="{007353E6-07C7-CC79-09D4-22F7A5BF9FB4}"/>
              </a:ext>
            </a:extLst>
          </p:cNvPr>
          <p:cNvSpPr txBox="1"/>
          <p:nvPr/>
        </p:nvSpPr>
        <p:spPr>
          <a:xfrm>
            <a:off x="919118" y="3732329"/>
            <a:ext cx="9710781" cy="1938992"/>
          </a:xfrm>
          <a:prstGeom prst="rect">
            <a:avLst/>
          </a:prstGeom>
          <a:noFill/>
        </p:spPr>
        <p:txBody>
          <a:bodyPr wrap="square">
            <a:spAutoFit/>
          </a:bodyPr>
          <a:lstStyle/>
          <a:p>
            <a:pPr>
              <a:buNone/>
            </a:pPr>
            <a:r>
              <a:rPr lang="en-US" sz="2400" b="0" dirty="0">
                <a:solidFill>
                  <a:srgbClr val="0CA1A6"/>
                </a:solidFill>
                <a:effectLst/>
                <a:latin typeface="Consolas" panose="020B0609020204030204" pitchFamily="49" charset="0"/>
              </a:rPr>
              <a:t>float</a:t>
            </a:r>
            <a:r>
              <a:rPr lang="en-US" sz="2400" b="0" dirty="0">
                <a:solidFill>
                  <a:srgbClr val="DAE3E3"/>
                </a:solidFill>
                <a:effectLst/>
                <a:latin typeface="Consolas" panose="020B0609020204030204" pitchFamily="49" charset="0"/>
              </a:rPr>
              <a:t> </a:t>
            </a:r>
            <a:r>
              <a:rPr lang="en-US" sz="2400" b="0" dirty="0">
                <a:solidFill>
                  <a:srgbClr val="F39C12"/>
                </a:solidFill>
                <a:effectLst/>
                <a:latin typeface="Consolas" panose="020B0609020204030204" pitchFamily="49" charset="0"/>
              </a:rPr>
              <a:t>clamp</a:t>
            </a:r>
            <a:r>
              <a:rPr lang="en-US" sz="2400" b="0" dirty="0">
                <a:solidFill>
                  <a:srgbClr val="DAE3E3"/>
                </a:solidFill>
                <a:effectLst/>
                <a:latin typeface="Consolas" panose="020B0609020204030204" pitchFamily="49" charset="0"/>
              </a:rPr>
              <a:t>(</a:t>
            </a:r>
            <a:r>
              <a:rPr lang="en-US" sz="2400" b="0" dirty="0">
                <a:solidFill>
                  <a:srgbClr val="0CA1A6"/>
                </a:solidFill>
                <a:effectLst/>
                <a:latin typeface="Consolas" panose="020B0609020204030204" pitchFamily="49" charset="0"/>
              </a:rPr>
              <a:t>float</a:t>
            </a:r>
            <a:r>
              <a:rPr lang="en-US" sz="2400" b="0" dirty="0">
                <a:solidFill>
                  <a:srgbClr val="DAE3E3"/>
                </a:solidFill>
                <a:effectLst/>
                <a:latin typeface="Consolas" panose="020B0609020204030204" pitchFamily="49" charset="0"/>
              </a:rPr>
              <a:t> </a:t>
            </a:r>
            <a:r>
              <a:rPr lang="en-US" sz="2400" b="0" dirty="0" err="1">
                <a:solidFill>
                  <a:srgbClr val="DAE3E3"/>
                </a:solidFill>
                <a:effectLst/>
                <a:latin typeface="Consolas" panose="020B0609020204030204" pitchFamily="49" charset="0"/>
              </a:rPr>
              <a:t>val</a:t>
            </a:r>
            <a:r>
              <a:rPr lang="en-US" sz="2400" b="0" dirty="0">
                <a:solidFill>
                  <a:srgbClr val="DAE3E3"/>
                </a:solidFill>
                <a:effectLst/>
                <a:latin typeface="Consolas" panose="020B0609020204030204" pitchFamily="49" charset="0"/>
              </a:rPr>
              <a:t>, </a:t>
            </a:r>
            <a:r>
              <a:rPr lang="en-US" sz="2400" b="0" dirty="0">
                <a:solidFill>
                  <a:srgbClr val="0CA1A6"/>
                </a:solidFill>
                <a:effectLst/>
                <a:latin typeface="Consolas" panose="020B0609020204030204" pitchFamily="49" charset="0"/>
              </a:rPr>
              <a:t>float</a:t>
            </a:r>
            <a:r>
              <a:rPr lang="en-US" sz="2400" b="0" dirty="0">
                <a:solidFill>
                  <a:srgbClr val="DAE3E3"/>
                </a:solidFill>
                <a:effectLst/>
                <a:latin typeface="Consolas" panose="020B0609020204030204" pitchFamily="49" charset="0"/>
              </a:rPr>
              <a:t> </a:t>
            </a:r>
            <a:r>
              <a:rPr lang="en-US" sz="2400" b="0" dirty="0" err="1">
                <a:solidFill>
                  <a:srgbClr val="DAE3E3"/>
                </a:solidFill>
                <a:effectLst/>
                <a:latin typeface="Consolas" panose="020B0609020204030204" pitchFamily="49" charset="0"/>
              </a:rPr>
              <a:t>minn</a:t>
            </a:r>
            <a:r>
              <a:rPr lang="en-US" sz="2400" b="0" dirty="0">
                <a:solidFill>
                  <a:srgbClr val="DAE3E3"/>
                </a:solidFill>
                <a:effectLst/>
                <a:latin typeface="Consolas" panose="020B0609020204030204" pitchFamily="49" charset="0"/>
              </a:rPr>
              <a:t>, </a:t>
            </a:r>
            <a:r>
              <a:rPr lang="en-US" sz="2400" b="0" dirty="0">
                <a:solidFill>
                  <a:srgbClr val="0CA1A6"/>
                </a:solidFill>
                <a:effectLst/>
                <a:latin typeface="Consolas" panose="020B0609020204030204" pitchFamily="49" charset="0"/>
              </a:rPr>
              <a:t>float</a:t>
            </a:r>
            <a:r>
              <a:rPr lang="en-US" sz="2400" b="0" dirty="0">
                <a:solidFill>
                  <a:srgbClr val="DAE3E3"/>
                </a:solidFill>
                <a:effectLst/>
                <a:latin typeface="Consolas" panose="020B0609020204030204" pitchFamily="49" charset="0"/>
              </a:rPr>
              <a:t> </a:t>
            </a:r>
            <a:r>
              <a:rPr lang="en-US" sz="2400" b="0" dirty="0" err="1">
                <a:solidFill>
                  <a:srgbClr val="DAE3E3"/>
                </a:solidFill>
                <a:effectLst/>
                <a:latin typeface="Consolas" panose="020B0609020204030204" pitchFamily="49" charset="0"/>
              </a:rPr>
              <a:t>maxx</a:t>
            </a:r>
            <a:r>
              <a:rPr lang="en-US" sz="2400" b="0" dirty="0">
                <a:solidFill>
                  <a:srgbClr val="DAE3E3"/>
                </a:solidFill>
                <a:effectLst/>
                <a:latin typeface="Consolas" panose="020B0609020204030204" pitchFamily="49" charset="0"/>
              </a:rPr>
              <a:t>) {</a:t>
            </a:r>
          </a:p>
          <a:p>
            <a:pPr>
              <a:buNone/>
            </a:pPr>
            <a:r>
              <a:rPr lang="en-US" sz="2400" b="0" dirty="0">
                <a:solidFill>
                  <a:srgbClr val="DAE3E3"/>
                </a:solidFill>
                <a:effectLst/>
                <a:latin typeface="Consolas" panose="020B0609020204030204" pitchFamily="49" charset="0"/>
              </a:rPr>
              <a:t>  </a:t>
            </a:r>
            <a:r>
              <a:rPr lang="en-US" sz="2400" b="0" dirty="0">
                <a:solidFill>
                  <a:srgbClr val="C586C0"/>
                </a:solidFill>
                <a:effectLst/>
                <a:latin typeface="Consolas" panose="020B0609020204030204" pitchFamily="49" charset="0"/>
              </a:rPr>
              <a:t>if</a:t>
            </a:r>
            <a:r>
              <a:rPr lang="en-US" sz="2400" b="0" dirty="0">
                <a:solidFill>
                  <a:srgbClr val="DAE3E3"/>
                </a:solidFill>
                <a:effectLst/>
                <a:latin typeface="Consolas" panose="020B0609020204030204" pitchFamily="49" charset="0"/>
              </a:rPr>
              <a:t> (</a:t>
            </a:r>
            <a:r>
              <a:rPr lang="en-US" sz="2400" b="0" dirty="0" err="1">
                <a:solidFill>
                  <a:srgbClr val="DAE3E3"/>
                </a:solidFill>
                <a:effectLst/>
                <a:latin typeface="Consolas" panose="020B0609020204030204" pitchFamily="49" charset="0"/>
              </a:rPr>
              <a:t>val</a:t>
            </a:r>
            <a:r>
              <a:rPr lang="en-US" sz="2400" b="0" dirty="0">
                <a:solidFill>
                  <a:srgbClr val="DAE3E3"/>
                </a:solidFill>
                <a:effectLst/>
                <a:latin typeface="Consolas" panose="020B0609020204030204" pitchFamily="49" charset="0"/>
              </a:rPr>
              <a:t> &gt; </a:t>
            </a:r>
            <a:r>
              <a:rPr lang="en-US" sz="2400" b="0" dirty="0" err="1">
                <a:solidFill>
                  <a:srgbClr val="DAE3E3"/>
                </a:solidFill>
                <a:effectLst/>
                <a:latin typeface="Consolas" panose="020B0609020204030204" pitchFamily="49" charset="0"/>
              </a:rPr>
              <a:t>maxx</a:t>
            </a:r>
            <a:r>
              <a:rPr lang="en-US" sz="2400" b="0" dirty="0">
                <a:solidFill>
                  <a:srgbClr val="DAE3E3"/>
                </a:solidFill>
                <a:effectLst/>
                <a:latin typeface="Consolas" panose="020B0609020204030204" pitchFamily="49" charset="0"/>
              </a:rPr>
              <a:t>) </a:t>
            </a:r>
            <a:r>
              <a:rPr lang="en-US" sz="2400" b="0" dirty="0">
                <a:solidFill>
                  <a:srgbClr val="C586C0"/>
                </a:solidFill>
                <a:effectLst/>
                <a:latin typeface="Consolas" panose="020B0609020204030204" pitchFamily="49" charset="0"/>
              </a:rPr>
              <a:t>return</a:t>
            </a:r>
            <a:r>
              <a:rPr lang="en-US" sz="2400" b="0" dirty="0">
                <a:solidFill>
                  <a:srgbClr val="DAE3E3"/>
                </a:solidFill>
                <a:effectLst/>
                <a:latin typeface="Consolas" panose="020B0609020204030204" pitchFamily="49" charset="0"/>
              </a:rPr>
              <a:t> </a:t>
            </a:r>
            <a:r>
              <a:rPr lang="en-US" sz="2400" b="0" dirty="0" err="1">
                <a:solidFill>
                  <a:srgbClr val="DAE3E3"/>
                </a:solidFill>
                <a:effectLst/>
                <a:latin typeface="Consolas" panose="020B0609020204030204" pitchFamily="49" charset="0"/>
              </a:rPr>
              <a:t>maxx</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  </a:t>
            </a:r>
            <a:r>
              <a:rPr lang="en-US" sz="2400" b="0" dirty="0">
                <a:solidFill>
                  <a:srgbClr val="C586C0"/>
                </a:solidFill>
                <a:effectLst/>
                <a:latin typeface="Consolas" panose="020B0609020204030204" pitchFamily="49" charset="0"/>
              </a:rPr>
              <a:t>if</a:t>
            </a:r>
            <a:r>
              <a:rPr lang="en-US" sz="2400" b="0" dirty="0">
                <a:solidFill>
                  <a:srgbClr val="DAE3E3"/>
                </a:solidFill>
                <a:effectLst/>
                <a:latin typeface="Consolas" panose="020B0609020204030204" pitchFamily="49" charset="0"/>
              </a:rPr>
              <a:t> (</a:t>
            </a:r>
            <a:r>
              <a:rPr lang="en-US" sz="2400" b="0" dirty="0" err="1">
                <a:solidFill>
                  <a:srgbClr val="DAE3E3"/>
                </a:solidFill>
                <a:effectLst/>
                <a:latin typeface="Consolas" panose="020B0609020204030204" pitchFamily="49" charset="0"/>
              </a:rPr>
              <a:t>val</a:t>
            </a:r>
            <a:r>
              <a:rPr lang="en-US" sz="2400" b="0" dirty="0">
                <a:solidFill>
                  <a:srgbClr val="DAE3E3"/>
                </a:solidFill>
                <a:effectLst/>
                <a:latin typeface="Consolas" panose="020B0609020204030204" pitchFamily="49" charset="0"/>
              </a:rPr>
              <a:t> &lt; </a:t>
            </a:r>
            <a:r>
              <a:rPr lang="en-US" sz="2400" b="0" dirty="0" err="1">
                <a:solidFill>
                  <a:srgbClr val="DAE3E3"/>
                </a:solidFill>
                <a:effectLst/>
                <a:latin typeface="Consolas" panose="020B0609020204030204" pitchFamily="49" charset="0"/>
              </a:rPr>
              <a:t>minn</a:t>
            </a:r>
            <a:r>
              <a:rPr lang="en-US" sz="2400" b="0" dirty="0">
                <a:solidFill>
                  <a:srgbClr val="DAE3E3"/>
                </a:solidFill>
                <a:effectLst/>
                <a:latin typeface="Consolas" panose="020B0609020204030204" pitchFamily="49" charset="0"/>
              </a:rPr>
              <a:t>) </a:t>
            </a:r>
            <a:r>
              <a:rPr lang="en-US" sz="2400" b="0" dirty="0">
                <a:solidFill>
                  <a:srgbClr val="C586C0"/>
                </a:solidFill>
                <a:effectLst/>
                <a:latin typeface="Consolas" panose="020B0609020204030204" pitchFamily="49" charset="0"/>
              </a:rPr>
              <a:t>return</a:t>
            </a:r>
            <a:r>
              <a:rPr lang="en-US" sz="2400" b="0" dirty="0">
                <a:solidFill>
                  <a:srgbClr val="DAE3E3"/>
                </a:solidFill>
                <a:effectLst/>
                <a:latin typeface="Consolas" panose="020B0609020204030204" pitchFamily="49" charset="0"/>
              </a:rPr>
              <a:t> </a:t>
            </a:r>
            <a:r>
              <a:rPr lang="en-US" sz="2400" b="0" dirty="0" err="1">
                <a:solidFill>
                  <a:srgbClr val="DAE3E3"/>
                </a:solidFill>
                <a:effectLst/>
                <a:latin typeface="Consolas" panose="020B0609020204030204" pitchFamily="49" charset="0"/>
              </a:rPr>
              <a:t>minn</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  </a:t>
            </a:r>
            <a:r>
              <a:rPr lang="en-US" sz="2400" b="0" dirty="0">
                <a:solidFill>
                  <a:srgbClr val="C586C0"/>
                </a:solidFill>
                <a:effectLst/>
                <a:latin typeface="Consolas" panose="020B0609020204030204" pitchFamily="49" charset="0"/>
              </a:rPr>
              <a:t>return</a:t>
            </a:r>
            <a:r>
              <a:rPr lang="en-US" sz="2400" b="0" dirty="0">
                <a:solidFill>
                  <a:srgbClr val="DAE3E3"/>
                </a:solidFill>
                <a:effectLst/>
                <a:latin typeface="Consolas" panose="020B0609020204030204" pitchFamily="49" charset="0"/>
              </a:rPr>
              <a:t> </a:t>
            </a:r>
            <a:r>
              <a:rPr lang="en-US" sz="2400" b="0" dirty="0" err="1">
                <a:solidFill>
                  <a:srgbClr val="DAE3E3"/>
                </a:solidFill>
                <a:effectLst/>
                <a:latin typeface="Consolas" panose="020B0609020204030204" pitchFamily="49" charset="0"/>
              </a:rPr>
              <a:t>val</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a:t>
            </a:r>
          </a:p>
        </p:txBody>
      </p:sp>
    </p:spTree>
    <p:extLst>
      <p:ext uri="{BB962C8B-B14F-4D97-AF65-F5344CB8AC3E}">
        <p14:creationId xmlns:p14="http://schemas.microsoft.com/office/powerpoint/2010/main" val="37629325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F09423-C8FA-0108-059B-B36CDBED461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2FBE88-849A-F8BF-D2A5-334AC6A5282E}"/>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راه اندازی سنسور </a:t>
            </a:r>
            <a:r>
              <a:rPr lang="en-US" sz="3600" dirty="0">
                <a:latin typeface="IRANSans" panose="02040503050201020203" pitchFamily="18" charset="-78"/>
                <a:cs typeface="B Titr" panose="00000700000000000000" pitchFamily="2" charset="-78"/>
              </a:rPr>
              <a:t>TDAxis12</a:t>
            </a:r>
          </a:p>
        </p:txBody>
      </p:sp>
      <p:sp>
        <p:nvSpPr>
          <p:cNvPr id="6" name="TextBox 5">
            <a:extLst>
              <a:ext uri="{FF2B5EF4-FFF2-40B4-BE49-F238E27FC236}">
                <a16:creationId xmlns:a16="http://schemas.microsoft.com/office/drawing/2014/main" id="{8869733B-2296-7ACA-D80B-4F007DE6E5EF}"/>
              </a:ext>
            </a:extLst>
          </p:cNvPr>
          <p:cNvSpPr txBox="1"/>
          <p:nvPr/>
        </p:nvSpPr>
        <p:spPr>
          <a:xfrm>
            <a:off x="6242050" y="1854200"/>
            <a:ext cx="5030831" cy="888705"/>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برای گرفتن زاویه ربات کافی است دستور خواندن ژیروسکوپ را به ابتدای حلقه </a:t>
            </a:r>
            <a:r>
              <a:rPr lang="en-US" dirty="0">
                <a:latin typeface="IRANSans" panose="02040503050201020203" pitchFamily="18" charset="-78"/>
                <a:cs typeface="IRANSans" panose="02040503050201020203" pitchFamily="18" charset="-78"/>
              </a:rPr>
              <a:t>loop</a:t>
            </a:r>
            <a:r>
              <a:rPr lang="fa-IR" dirty="0">
                <a:latin typeface="IRANSans" panose="02040503050201020203" pitchFamily="18" charset="-78"/>
                <a:cs typeface="IRANSans" panose="02040503050201020203" pitchFamily="18" charset="-78"/>
              </a:rPr>
              <a:t> اضافه کنیم:</a:t>
            </a:r>
            <a:endParaRPr lang="en-US" dirty="0">
              <a:latin typeface="IRANSans" panose="02040503050201020203" pitchFamily="18" charset="-78"/>
              <a:cs typeface="IRANSans" panose="02040503050201020203" pitchFamily="18" charset="-78"/>
            </a:endParaRPr>
          </a:p>
        </p:txBody>
      </p:sp>
      <p:sp>
        <p:nvSpPr>
          <p:cNvPr id="5" name="TextBox 4">
            <a:extLst>
              <a:ext uri="{FF2B5EF4-FFF2-40B4-BE49-F238E27FC236}">
                <a16:creationId xmlns:a16="http://schemas.microsoft.com/office/drawing/2014/main" id="{21AF9766-CF6D-DB50-6DCC-ABCCB354FA01}"/>
              </a:ext>
            </a:extLst>
          </p:cNvPr>
          <p:cNvSpPr txBox="1"/>
          <p:nvPr/>
        </p:nvSpPr>
        <p:spPr>
          <a:xfrm>
            <a:off x="919119" y="2942904"/>
            <a:ext cx="7824831" cy="3046988"/>
          </a:xfrm>
          <a:prstGeom prst="rect">
            <a:avLst/>
          </a:prstGeom>
          <a:noFill/>
        </p:spPr>
        <p:txBody>
          <a:bodyPr wrap="square">
            <a:spAutoFit/>
          </a:bodyPr>
          <a:lstStyle/>
          <a:p>
            <a:pPr>
              <a:buNone/>
            </a:pPr>
            <a:r>
              <a:rPr lang="en-US" sz="3200" b="0" dirty="0">
                <a:solidFill>
                  <a:srgbClr val="0CA1A6"/>
                </a:solidFill>
                <a:effectLst/>
                <a:latin typeface="Consolas" panose="020B0609020204030204" pitchFamily="49" charset="0"/>
              </a:rPr>
              <a:t>void</a:t>
            </a:r>
            <a:r>
              <a:rPr lang="en-US" sz="3200" b="0" dirty="0">
                <a:solidFill>
                  <a:srgbClr val="DAE3E3"/>
                </a:solidFill>
                <a:effectLst/>
                <a:latin typeface="Consolas" panose="020B0609020204030204" pitchFamily="49" charset="0"/>
              </a:rPr>
              <a:t> </a:t>
            </a:r>
            <a:r>
              <a:rPr lang="en-US" sz="3200" b="0" dirty="0">
                <a:solidFill>
                  <a:srgbClr val="F39C12"/>
                </a:solidFill>
                <a:effectLst/>
                <a:latin typeface="Consolas" panose="020B0609020204030204" pitchFamily="49" charset="0"/>
              </a:rPr>
              <a:t>loop</a:t>
            </a:r>
            <a:r>
              <a:rPr lang="en-US" sz="3200" b="0" dirty="0">
                <a:solidFill>
                  <a:srgbClr val="DAE3E3"/>
                </a:solidFill>
                <a:effectLst/>
                <a:latin typeface="Consolas" panose="020B0609020204030204" pitchFamily="49" charset="0"/>
              </a:rPr>
              <a:t>() {</a:t>
            </a:r>
          </a:p>
          <a:p>
            <a:pPr>
              <a:buNone/>
            </a:pPr>
            <a:r>
              <a:rPr lang="en-US" sz="3200" b="0" dirty="0">
                <a:solidFill>
                  <a:srgbClr val="DAE3E3"/>
                </a:solidFill>
                <a:effectLst/>
                <a:latin typeface="Consolas" panose="020B0609020204030204" pitchFamily="49" charset="0"/>
              </a:rPr>
              <a:t>  </a:t>
            </a:r>
            <a:r>
              <a:rPr lang="en-US" sz="3200" b="0" dirty="0" err="1">
                <a:solidFill>
                  <a:srgbClr val="DAE3E3"/>
                </a:solidFill>
                <a:effectLst/>
                <a:latin typeface="Consolas" panose="020B0609020204030204" pitchFamily="49" charset="0"/>
              </a:rPr>
              <a:t>robot_angle</a:t>
            </a:r>
            <a:r>
              <a:rPr lang="en-US" sz="3200" b="0" dirty="0">
                <a:solidFill>
                  <a:srgbClr val="DAE3E3"/>
                </a:solidFill>
                <a:effectLst/>
                <a:latin typeface="Consolas" panose="020B0609020204030204" pitchFamily="49" charset="0"/>
              </a:rPr>
              <a:t> = </a:t>
            </a:r>
            <a:r>
              <a:rPr lang="en-US" sz="3200" b="0" dirty="0" err="1">
                <a:solidFill>
                  <a:srgbClr val="F39C12"/>
                </a:solidFill>
                <a:effectLst/>
                <a:latin typeface="Consolas" panose="020B0609020204030204" pitchFamily="49" charset="0"/>
              </a:rPr>
              <a:t>gyro</a:t>
            </a:r>
            <a:r>
              <a:rPr lang="en-US" sz="3200" b="0" dirty="0" err="1">
                <a:solidFill>
                  <a:srgbClr val="DAE3E3"/>
                </a:solidFill>
                <a:effectLst/>
                <a:latin typeface="Consolas" panose="020B0609020204030204" pitchFamily="49" charset="0"/>
              </a:rPr>
              <a:t>.</a:t>
            </a:r>
            <a:r>
              <a:rPr lang="en-US" sz="3200" b="0" dirty="0" err="1">
                <a:solidFill>
                  <a:srgbClr val="F39C12"/>
                </a:solidFill>
                <a:effectLst/>
                <a:latin typeface="Consolas" panose="020B0609020204030204" pitchFamily="49" charset="0"/>
              </a:rPr>
              <a:t>read</a:t>
            </a:r>
            <a:r>
              <a:rPr lang="en-US" sz="3200" b="0" dirty="0">
                <a:solidFill>
                  <a:srgbClr val="DAE3E3"/>
                </a:solidFill>
                <a:effectLst/>
                <a:latin typeface="Consolas" panose="020B0609020204030204" pitchFamily="49" charset="0"/>
              </a:rPr>
              <a:t>();</a:t>
            </a:r>
          </a:p>
          <a:p>
            <a:pPr>
              <a:buNone/>
            </a:pPr>
            <a:r>
              <a:rPr lang="en-US" sz="3200" b="0" dirty="0">
                <a:solidFill>
                  <a:srgbClr val="DAE3E3"/>
                </a:solidFill>
                <a:effectLst/>
                <a:latin typeface="Consolas" panose="020B0609020204030204" pitchFamily="49" charset="0"/>
              </a:rPr>
              <a:t>  </a:t>
            </a:r>
            <a:r>
              <a:rPr lang="en-US" sz="3200" b="0" dirty="0" err="1">
                <a:solidFill>
                  <a:srgbClr val="F39C12"/>
                </a:solidFill>
                <a:effectLst/>
                <a:latin typeface="Consolas" panose="020B0609020204030204" pitchFamily="49" charset="0"/>
              </a:rPr>
              <a:t>read_MV</a:t>
            </a:r>
            <a:r>
              <a:rPr lang="en-US" sz="3200" b="0" dirty="0">
                <a:solidFill>
                  <a:srgbClr val="DAE3E3"/>
                </a:solidFill>
                <a:effectLst/>
                <a:latin typeface="Consolas" panose="020B0609020204030204" pitchFamily="49" charset="0"/>
              </a:rPr>
              <a:t>();</a:t>
            </a:r>
          </a:p>
          <a:p>
            <a:pPr>
              <a:buNone/>
            </a:pPr>
            <a:r>
              <a:rPr lang="en-US" sz="3200" b="0" dirty="0">
                <a:solidFill>
                  <a:srgbClr val="DAE3E3"/>
                </a:solidFill>
                <a:effectLst/>
                <a:latin typeface="Consolas" panose="020B0609020204030204" pitchFamily="49" charset="0"/>
              </a:rPr>
              <a:t>  </a:t>
            </a:r>
            <a:r>
              <a:rPr lang="en-US" sz="3200" b="0" dirty="0" err="1">
                <a:solidFill>
                  <a:srgbClr val="F39C12"/>
                </a:solidFill>
                <a:effectLst/>
                <a:latin typeface="Consolas" panose="020B0609020204030204" pitchFamily="49" charset="0"/>
              </a:rPr>
              <a:t>print_all</a:t>
            </a:r>
            <a:r>
              <a:rPr lang="en-US" sz="3200" b="0" dirty="0">
                <a:solidFill>
                  <a:srgbClr val="DAE3E3"/>
                </a:solidFill>
                <a:effectLst/>
                <a:latin typeface="Consolas" panose="020B0609020204030204" pitchFamily="49" charset="0"/>
              </a:rPr>
              <a:t>();</a:t>
            </a:r>
          </a:p>
          <a:p>
            <a:pPr>
              <a:buNone/>
            </a:pPr>
            <a:r>
              <a:rPr lang="en-US" sz="3200" b="0" dirty="0">
                <a:solidFill>
                  <a:srgbClr val="DAE3E3"/>
                </a:solidFill>
                <a:effectLst/>
                <a:latin typeface="Consolas" panose="020B0609020204030204" pitchFamily="49" charset="0"/>
              </a:rPr>
              <a:t>  </a:t>
            </a:r>
            <a:r>
              <a:rPr lang="fa-IR" sz="3200" b="0" dirty="0">
                <a:solidFill>
                  <a:srgbClr val="C586C0"/>
                </a:solidFill>
                <a:effectLst/>
                <a:latin typeface="Consolas" panose="020B0609020204030204" pitchFamily="49" charset="0"/>
              </a:rPr>
              <a:t>برنامه های قبلی</a:t>
            </a:r>
            <a:endParaRPr lang="en-US" sz="3200" b="0" dirty="0">
              <a:solidFill>
                <a:srgbClr val="DAE3E3"/>
              </a:solidFill>
              <a:effectLst/>
              <a:latin typeface="Consolas" panose="020B0609020204030204" pitchFamily="49" charset="0"/>
            </a:endParaRPr>
          </a:p>
          <a:p>
            <a:pPr>
              <a:buNone/>
            </a:pPr>
            <a:r>
              <a:rPr lang="en-US" sz="3200" b="0" dirty="0">
                <a:solidFill>
                  <a:srgbClr val="DAE3E3"/>
                </a:solidFill>
                <a:effectLst/>
                <a:latin typeface="Consolas" panose="020B0609020204030204" pitchFamily="49" charset="0"/>
              </a:rPr>
              <a:t>}</a:t>
            </a:r>
          </a:p>
        </p:txBody>
      </p:sp>
    </p:spTree>
    <p:extLst>
      <p:ext uri="{BB962C8B-B14F-4D97-AF65-F5344CB8AC3E}">
        <p14:creationId xmlns:p14="http://schemas.microsoft.com/office/powerpoint/2010/main" val="31077212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CC1F8-A125-970E-ABA2-4CDAE625C66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26282128-610E-12E1-8F9E-73B61E03ADA9}"/>
              </a:ext>
            </a:extLst>
          </p:cNvPr>
          <p:cNvSpPr txBox="1"/>
          <p:nvPr/>
        </p:nvSpPr>
        <p:spPr>
          <a:xfrm>
            <a:off x="7867650" y="1974850"/>
            <a:ext cx="3767181" cy="2135200"/>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در تابع موتور دستورات روبه رو را اضافه کنید تا ربات در جهت دروازه حریف خودش را صاف کند و در صورت نیاز در با متغیر </a:t>
            </a:r>
            <a:r>
              <a:rPr lang="en-US" dirty="0" err="1">
                <a:latin typeface="IRANSans" panose="02040503050201020203" pitchFamily="18" charset="-78"/>
                <a:cs typeface="IRANSans" panose="02040503050201020203" pitchFamily="18" charset="-78"/>
              </a:rPr>
              <a:t>gyro_reverse</a:t>
            </a:r>
            <a:r>
              <a:rPr lang="fa-IR" dirty="0">
                <a:latin typeface="IRANSans" panose="02040503050201020203" pitchFamily="18" charset="-78"/>
                <a:cs typeface="IRANSans" panose="02040503050201020203" pitchFamily="18" charset="-78"/>
              </a:rPr>
              <a:t> ربات را به سمت دروازه خودی بچرخانیم.</a:t>
            </a:r>
            <a:endParaRPr lang="en-US" dirty="0">
              <a:latin typeface="IRANSans" panose="02040503050201020203" pitchFamily="18" charset="-78"/>
              <a:cs typeface="IRANSans" panose="02040503050201020203" pitchFamily="18" charset="-78"/>
            </a:endParaRPr>
          </a:p>
        </p:txBody>
      </p:sp>
      <p:sp>
        <p:nvSpPr>
          <p:cNvPr id="8" name="TextBox 7">
            <a:extLst>
              <a:ext uri="{FF2B5EF4-FFF2-40B4-BE49-F238E27FC236}">
                <a16:creationId xmlns:a16="http://schemas.microsoft.com/office/drawing/2014/main" id="{D853DC2E-4271-78B4-EAD1-01F27ADC6671}"/>
              </a:ext>
            </a:extLst>
          </p:cNvPr>
          <p:cNvSpPr txBox="1"/>
          <p:nvPr/>
        </p:nvSpPr>
        <p:spPr>
          <a:xfrm>
            <a:off x="349250" y="1009650"/>
            <a:ext cx="7518400" cy="4708981"/>
          </a:xfrm>
          <a:prstGeom prst="rect">
            <a:avLst/>
          </a:prstGeom>
          <a:noFill/>
        </p:spPr>
        <p:txBody>
          <a:bodyPr wrap="square">
            <a:spAutoFit/>
          </a:bodyPr>
          <a:lstStyle/>
          <a:p>
            <a:pPr>
              <a:buNone/>
            </a:pPr>
            <a:r>
              <a:rPr lang="en-US" sz="2000" b="0" dirty="0">
                <a:solidFill>
                  <a:srgbClr val="0CA1A6"/>
                </a:solidFill>
                <a:effectLst/>
                <a:latin typeface="Consolas" panose="020B0609020204030204" pitchFamily="49" charset="0"/>
              </a:rPr>
              <a:t>void</a:t>
            </a:r>
            <a:r>
              <a:rPr lang="en-US" sz="2000" b="0" dirty="0">
                <a:solidFill>
                  <a:srgbClr val="DAE3E3"/>
                </a:solidFill>
                <a:effectLst/>
                <a:latin typeface="Consolas" panose="020B0609020204030204" pitchFamily="49" charset="0"/>
              </a:rPr>
              <a:t> </a:t>
            </a:r>
            <a:r>
              <a:rPr lang="en-US" sz="2000" b="0" dirty="0">
                <a:solidFill>
                  <a:srgbClr val="F39C12"/>
                </a:solidFill>
                <a:effectLst/>
                <a:latin typeface="Consolas" panose="020B0609020204030204" pitchFamily="49" charset="0"/>
              </a:rPr>
              <a:t>motor</a:t>
            </a:r>
            <a:r>
              <a:rPr lang="en-US" sz="2000" b="0" dirty="0">
                <a:solidFill>
                  <a:srgbClr val="DAE3E3"/>
                </a:solidFill>
                <a:effectLst/>
                <a:latin typeface="Consolas" panose="020B0609020204030204" pitchFamily="49" charset="0"/>
              </a:rPr>
              <a:t>(</a:t>
            </a:r>
            <a:r>
              <a:rPr lang="en-US" sz="2000" b="0" dirty="0">
                <a:solidFill>
                  <a:srgbClr val="0CA1A6"/>
                </a:solidFill>
                <a:effectLst/>
                <a:latin typeface="Consolas" panose="020B0609020204030204" pitchFamily="49" charset="0"/>
              </a:rPr>
              <a:t>int</a:t>
            </a:r>
            <a:r>
              <a:rPr lang="en-US" sz="2000" b="0" dirty="0">
                <a:solidFill>
                  <a:srgbClr val="DAE3E3"/>
                </a:solidFill>
                <a:effectLst/>
                <a:latin typeface="Consolas" panose="020B0609020204030204" pitchFamily="49" charset="0"/>
              </a:rPr>
              <a:t> ML1, </a:t>
            </a:r>
            <a:r>
              <a:rPr lang="en-US" sz="2000" b="0" dirty="0">
                <a:solidFill>
                  <a:srgbClr val="0CA1A6"/>
                </a:solidFill>
                <a:effectLst/>
                <a:latin typeface="Consolas" panose="020B0609020204030204" pitchFamily="49" charset="0"/>
              </a:rPr>
              <a:t>int</a:t>
            </a:r>
            <a:r>
              <a:rPr lang="en-US" sz="2000" b="0" dirty="0">
                <a:solidFill>
                  <a:srgbClr val="DAE3E3"/>
                </a:solidFill>
                <a:effectLst/>
                <a:latin typeface="Consolas" panose="020B0609020204030204" pitchFamily="49" charset="0"/>
              </a:rPr>
              <a:t> ML2, </a:t>
            </a:r>
            <a:r>
              <a:rPr lang="en-US" sz="2000" b="0" dirty="0">
                <a:solidFill>
                  <a:srgbClr val="0CA1A6"/>
                </a:solidFill>
                <a:effectLst/>
                <a:latin typeface="Consolas" panose="020B0609020204030204" pitchFamily="49" charset="0"/>
              </a:rPr>
              <a:t>int</a:t>
            </a:r>
            <a:r>
              <a:rPr lang="en-US" sz="2000" b="0" dirty="0">
                <a:solidFill>
                  <a:srgbClr val="DAE3E3"/>
                </a:solidFill>
                <a:effectLst/>
                <a:latin typeface="Consolas" panose="020B0609020204030204" pitchFamily="49" charset="0"/>
              </a:rPr>
              <a:t> MR2, </a:t>
            </a:r>
            <a:r>
              <a:rPr lang="en-US" sz="2000" b="0" dirty="0">
                <a:solidFill>
                  <a:srgbClr val="0CA1A6"/>
                </a:solidFill>
                <a:effectLst/>
                <a:latin typeface="Consolas" panose="020B0609020204030204" pitchFamily="49" charset="0"/>
              </a:rPr>
              <a:t>int</a:t>
            </a:r>
            <a:r>
              <a:rPr lang="en-US" sz="2000" b="0" dirty="0">
                <a:solidFill>
                  <a:srgbClr val="DAE3E3"/>
                </a:solidFill>
                <a:effectLst/>
                <a:latin typeface="Consolas" panose="020B0609020204030204" pitchFamily="49" charset="0"/>
              </a:rPr>
              <a:t> MR1) {</a:t>
            </a:r>
          </a:p>
          <a:p>
            <a:pPr>
              <a:buNone/>
            </a:pP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if</a:t>
            </a:r>
            <a:r>
              <a:rPr lang="en-US" sz="2000" b="0" dirty="0">
                <a:solidFill>
                  <a:srgbClr val="DAE3E3"/>
                </a:solidFill>
                <a:effectLst/>
                <a:latin typeface="Consolas" panose="020B0609020204030204" pitchFamily="49" charset="0"/>
              </a:rPr>
              <a:t> (</a:t>
            </a:r>
            <a:r>
              <a:rPr lang="en-US" sz="2000" b="0" dirty="0" err="1">
                <a:solidFill>
                  <a:srgbClr val="DAE3E3"/>
                </a:solidFill>
                <a:effectLst/>
                <a:latin typeface="Consolas" panose="020B0609020204030204" pitchFamily="49" charset="0"/>
              </a:rPr>
              <a:t>use_gyro</a:t>
            </a:r>
            <a:r>
              <a:rPr lang="en-US" sz="2000" b="0" dirty="0">
                <a:solidFill>
                  <a:srgbClr val="DAE3E3"/>
                </a:solidFill>
                <a:effectLst/>
                <a:latin typeface="Consolas" panose="020B0609020204030204" pitchFamily="49" charset="0"/>
              </a:rPr>
              <a:t>) {</a:t>
            </a:r>
          </a:p>
          <a:p>
            <a:pPr>
              <a:buNone/>
            </a:pPr>
            <a:r>
              <a:rPr lang="en-US" sz="2000" b="0" dirty="0">
                <a:solidFill>
                  <a:srgbClr val="DAE3E3"/>
                </a:solidFill>
                <a:effectLst/>
                <a:latin typeface="Consolas" panose="020B0609020204030204" pitchFamily="49" charset="0"/>
              </a:rPr>
              <a:t>    </a:t>
            </a:r>
            <a:r>
              <a:rPr lang="en-US" sz="2000" b="0" dirty="0">
                <a:solidFill>
                  <a:srgbClr val="0CA1A6"/>
                </a:solidFill>
                <a:effectLst/>
                <a:latin typeface="Consolas" panose="020B0609020204030204" pitchFamily="49" charset="0"/>
              </a:rPr>
              <a:t>float</a:t>
            </a:r>
            <a:r>
              <a:rPr lang="en-US" sz="2000" b="0" dirty="0">
                <a:solidFill>
                  <a:srgbClr val="DAE3E3"/>
                </a:solidFill>
                <a:effectLst/>
                <a:latin typeface="Consolas" panose="020B0609020204030204" pitchFamily="49" charset="0"/>
              </a:rPr>
              <a:t> correction = </a:t>
            </a:r>
            <a:r>
              <a:rPr lang="en-US" sz="2000" b="0" dirty="0" err="1">
                <a:solidFill>
                  <a:srgbClr val="DAE3E3"/>
                </a:solidFill>
                <a:effectLst/>
                <a:latin typeface="Consolas" panose="020B0609020204030204" pitchFamily="49" charset="0"/>
              </a:rPr>
              <a:t>robot_angle</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if</a:t>
            </a:r>
            <a:r>
              <a:rPr lang="en-US" sz="2000" b="0" dirty="0">
                <a:solidFill>
                  <a:srgbClr val="DAE3E3"/>
                </a:solidFill>
                <a:effectLst/>
                <a:latin typeface="Consolas" panose="020B0609020204030204" pitchFamily="49" charset="0"/>
              </a:rPr>
              <a:t> (</a:t>
            </a:r>
            <a:r>
              <a:rPr lang="en-US" sz="2000" b="0" dirty="0" err="1">
                <a:solidFill>
                  <a:srgbClr val="DAE3E3"/>
                </a:solidFill>
                <a:effectLst/>
                <a:latin typeface="Consolas" panose="020B0609020204030204" pitchFamily="49" charset="0"/>
              </a:rPr>
              <a:t>gyro_reverse</a:t>
            </a:r>
            <a:r>
              <a:rPr lang="en-US" sz="2000" b="0" dirty="0">
                <a:solidFill>
                  <a:srgbClr val="DAE3E3"/>
                </a:solidFill>
                <a:effectLst/>
                <a:latin typeface="Consolas" panose="020B0609020204030204" pitchFamily="49" charset="0"/>
              </a:rPr>
              <a:t>) {</a:t>
            </a:r>
          </a:p>
          <a:p>
            <a:pPr>
              <a:buNone/>
            </a:pP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if</a:t>
            </a:r>
            <a:r>
              <a:rPr lang="en-US" sz="2000" b="0" dirty="0">
                <a:solidFill>
                  <a:srgbClr val="DAE3E3"/>
                </a:solidFill>
                <a:effectLst/>
                <a:latin typeface="Consolas" panose="020B0609020204030204" pitchFamily="49" charset="0"/>
              </a:rPr>
              <a:t> (correction &gt;= </a:t>
            </a:r>
            <a:r>
              <a:rPr lang="en-US" sz="2000" b="0" dirty="0">
                <a:solidFill>
                  <a:srgbClr val="7FCBCD"/>
                </a:solidFill>
                <a:effectLst/>
                <a:latin typeface="Consolas" panose="020B0609020204030204" pitchFamily="49" charset="0"/>
              </a:rPr>
              <a:t>0</a:t>
            </a:r>
            <a:r>
              <a:rPr lang="en-US" sz="2000" b="0" dirty="0">
                <a:solidFill>
                  <a:srgbClr val="DAE3E3"/>
                </a:solidFill>
                <a:effectLst/>
                <a:latin typeface="Consolas" panose="020B0609020204030204" pitchFamily="49" charset="0"/>
              </a:rPr>
              <a:t>) correction -= </a:t>
            </a:r>
            <a:r>
              <a:rPr lang="en-US" sz="2000" b="0" dirty="0">
                <a:solidFill>
                  <a:srgbClr val="7FCBCD"/>
                </a:solidFill>
                <a:effectLst/>
                <a:latin typeface="Consolas" panose="020B0609020204030204" pitchFamily="49" charset="0"/>
              </a:rPr>
              <a:t>180</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else</a:t>
            </a:r>
            <a:r>
              <a:rPr lang="en-US" sz="2000" b="0" dirty="0">
                <a:solidFill>
                  <a:srgbClr val="DAE3E3"/>
                </a:solidFill>
                <a:effectLst/>
                <a:latin typeface="Consolas" panose="020B0609020204030204" pitchFamily="49" charset="0"/>
              </a:rPr>
              <a:t> correction += </a:t>
            </a:r>
            <a:r>
              <a:rPr lang="en-US" sz="2000" b="0" dirty="0">
                <a:solidFill>
                  <a:srgbClr val="7FCBCD"/>
                </a:solidFill>
                <a:effectLst/>
                <a:latin typeface="Consolas" panose="020B0609020204030204" pitchFamily="49" charset="0"/>
              </a:rPr>
              <a:t>180</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p>
          <a:p>
            <a:pPr>
              <a:buNone/>
            </a:pPr>
            <a:r>
              <a:rPr lang="en-US" sz="2000" b="0" dirty="0">
                <a:solidFill>
                  <a:srgbClr val="DAE3E3"/>
                </a:solidFill>
                <a:effectLst/>
                <a:latin typeface="Consolas" panose="020B0609020204030204" pitchFamily="49" charset="0"/>
              </a:rPr>
              <a:t>    correction = </a:t>
            </a:r>
            <a:r>
              <a:rPr lang="en-US" sz="2000" b="0" dirty="0">
                <a:solidFill>
                  <a:srgbClr val="F39C12"/>
                </a:solidFill>
                <a:effectLst/>
                <a:latin typeface="Consolas" panose="020B0609020204030204" pitchFamily="49" charset="0"/>
              </a:rPr>
              <a:t>clamp</a:t>
            </a:r>
            <a:r>
              <a:rPr lang="en-US" sz="2000" b="0" dirty="0">
                <a:solidFill>
                  <a:srgbClr val="DAE3E3"/>
                </a:solidFill>
                <a:effectLst/>
                <a:latin typeface="Consolas" panose="020B0609020204030204" pitchFamily="49" charset="0"/>
              </a:rPr>
              <a:t>(correction, -</a:t>
            </a:r>
            <a:r>
              <a:rPr lang="en-US" sz="2000" b="0" dirty="0">
                <a:solidFill>
                  <a:srgbClr val="7FCBCD"/>
                </a:solidFill>
                <a:effectLst/>
                <a:latin typeface="Consolas" panose="020B0609020204030204" pitchFamily="49" charset="0"/>
              </a:rPr>
              <a:t>90</a:t>
            </a:r>
            <a:r>
              <a:rPr lang="en-US" sz="2000" b="0" dirty="0">
                <a:solidFill>
                  <a:srgbClr val="DAE3E3"/>
                </a:solidFill>
                <a:effectLst/>
                <a:latin typeface="Consolas" panose="020B0609020204030204" pitchFamily="49" charset="0"/>
              </a:rPr>
              <a:t>, </a:t>
            </a:r>
            <a:r>
              <a:rPr lang="en-US" sz="2000" b="0" dirty="0">
                <a:solidFill>
                  <a:srgbClr val="7FCBCD"/>
                </a:solidFill>
                <a:effectLst/>
                <a:latin typeface="Consolas" panose="020B0609020204030204" pitchFamily="49" charset="0"/>
              </a:rPr>
              <a:t>90</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ML1 += correction * </a:t>
            </a:r>
            <a:r>
              <a:rPr lang="en-US" sz="2000" b="0" dirty="0">
                <a:solidFill>
                  <a:srgbClr val="7FCBCD"/>
                </a:solidFill>
                <a:effectLst/>
                <a:latin typeface="Consolas" panose="020B0609020204030204" pitchFamily="49" charset="0"/>
              </a:rPr>
              <a:t>400</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ML2 += correction * </a:t>
            </a:r>
            <a:r>
              <a:rPr lang="en-US" sz="2000" b="0" dirty="0">
                <a:solidFill>
                  <a:srgbClr val="7FCBCD"/>
                </a:solidFill>
                <a:effectLst/>
                <a:latin typeface="Consolas" panose="020B0609020204030204" pitchFamily="49" charset="0"/>
              </a:rPr>
              <a:t>400</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MR2 += correction * </a:t>
            </a:r>
            <a:r>
              <a:rPr lang="en-US" sz="2000" b="0" dirty="0">
                <a:solidFill>
                  <a:srgbClr val="7FCBCD"/>
                </a:solidFill>
                <a:effectLst/>
                <a:latin typeface="Consolas" panose="020B0609020204030204" pitchFamily="49" charset="0"/>
              </a:rPr>
              <a:t>400</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MR1 += correction * </a:t>
            </a:r>
            <a:r>
              <a:rPr lang="en-US" sz="2000" b="0" dirty="0">
                <a:solidFill>
                  <a:srgbClr val="7FCBCD"/>
                </a:solidFill>
                <a:effectLst/>
                <a:latin typeface="Consolas" panose="020B0609020204030204" pitchFamily="49" charset="0"/>
              </a:rPr>
              <a:t>400</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endParaRPr lang="fa-IR" sz="2000" b="0" dirty="0">
              <a:solidFill>
                <a:srgbClr val="DAE3E3"/>
              </a:solidFill>
              <a:effectLst/>
              <a:latin typeface="Consolas" panose="020B0609020204030204" pitchFamily="49" charset="0"/>
            </a:endParaRPr>
          </a:p>
          <a:p>
            <a:pPr>
              <a:buNone/>
            </a:pPr>
            <a:r>
              <a:rPr lang="fa-IR" sz="2000" dirty="0">
                <a:solidFill>
                  <a:srgbClr val="DAE3E3"/>
                </a:solidFill>
                <a:latin typeface="Consolas" panose="020B0609020204030204" pitchFamily="49" charset="0"/>
              </a:rPr>
              <a:t>   </a:t>
            </a:r>
            <a:r>
              <a:rPr lang="en-US" sz="2000" dirty="0">
                <a:solidFill>
                  <a:srgbClr val="DAE3E3"/>
                </a:solidFill>
                <a:latin typeface="Consolas" panose="020B0609020204030204" pitchFamily="49" charset="0"/>
              </a:rPr>
              <a:t> </a:t>
            </a:r>
            <a:r>
              <a:rPr lang="fa-IR" sz="2000" dirty="0">
                <a:solidFill>
                  <a:srgbClr val="DAE3E3"/>
                </a:solidFill>
                <a:latin typeface="Consolas" panose="020B0609020204030204" pitchFamily="49" charset="0"/>
              </a:rPr>
              <a:t>برنامه های قبلی</a:t>
            </a:r>
            <a:endParaRPr lang="en-US" sz="2000" b="0" dirty="0">
              <a:solidFill>
                <a:srgbClr val="DAE3E3"/>
              </a:solidFill>
              <a:effectLst/>
              <a:latin typeface="Consolas" panose="020B0609020204030204" pitchFamily="49" charset="0"/>
            </a:endParaRPr>
          </a:p>
          <a:p>
            <a:pPr>
              <a:buNone/>
            </a:pPr>
            <a:r>
              <a:rPr lang="en-US" sz="2000" b="0" dirty="0">
                <a:solidFill>
                  <a:srgbClr val="DAE3E3"/>
                </a:solidFill>
                <a:effectLst/>
                <a:latin typeface="Consolas" panose="020B0609020204030204" pitchFamily="49" charset="0"/>
              </a:rPr>
              <a:t> }</a:t>
            </a:r>
          </a:p>
        </p:txBody>
      </p:sp>
    </p:spTree>
    <p:extLst>
      <p:ext uri="{BB962C8B-B14F-4D97-AF65-F5344CB8AC3E}">
        <p14:creationId xmlns:p14="http://schemas.microsoft.com/office/powerpoint/2010/main" val="40418700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0F2955-A033-2AE2-AD05-8D0FCF044B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CBB98B-C87F-E8C2-9CE5-AA333249C412}"/>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راه اندازی شوت و اسپین</a:t>
            </a:r>
            <a:endParaRPr lang="en-US" sz="3600" dirty="0">
              <a:latin typeface="IRANSans" panose="02040503050201020203" pitchFamily="18" charset="-78"/>
              <a:cs typeface="B Titr" panose="00000700000000000000" pitchFamily="2" charset="-78"/>
            </a:endParaRPr>
          </a:p>
        </p:txBody>
      </p:sp>
      <p:sp>
        <p:nvSpPr>
          <p:cNvPr id="6" name="TextBox 5">
            <a:extLst>
              <a:ext uri="{FF2B5EF4-FFF2-40B4-BE49-F238E27FC236}">
                <a16:creationId xmlns:a16="http://schemas.microsoft.com/office/drawing/2014/main" id="{BBD3FEAE-2047-C536-9994-5B3EDDF93A5D}"/>
              </a:ext>
            </a:extLst>
          </p:cNvPr>
          <p:cNvSpPr txBox="1"/>
          <p:nvPr/>
        </p:nvSpPr>
        <p:spPr>
          <a:xfrm>
            <a:off x="6589669" y="1559166"/>
            <a:ext cx="4668881" cy="1719702"/>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یک فایل جدید باز کرده و در آن دو تابع روبه رو را بنویسید. تابع </a:t>
            </a:r>
            <a:r>
              <a:rPr lang="en-US" dirty="0" err="1">
                <a:latin typeface="IRANSans" panose="02040503050201020203" pitchFamily="18" charset="-78"/>
                <a:cs typeface="IRANSans" panose="02040503050201020203" pitchFamily="18" charset="-78"/>
              </a:rPr>
              <a:t>shoot_init</a:t>
            </a:r>
            <a:r>
              <a:rPr lang="fa-IR" dirty="0">
                <a:latin typeface="IRANSans" panose="02040503050201020203" pitchFamily="18" charset="-78"/>
                <a:cs typeface="IRANSans" panose="02040503050201020203" pitchFamily="18" charset="-78"/>
              </a:rPr>
              <a:t> را در </a:t>
            </a:r>
            <a:r>
              <a:rPr lang="en-US" dirty="0">
                <a:latin typeface="IRANSans" panose="02040503050201020203" pitchFamily="18" charset="-78"/>
                <a:cs typeface="IRANSans" panose="02040503050201020203" pitchFamily="18" charset="-78"/>
              </a:rPr>
              <a:t>setup</a:t>
            </a:r>
            <a:r>
              <a:rPr lang="fa-IR" dirty="0">
                <a:latin typeface="IRANSans" panose="02040503050201020203" pitchFamily="18" charset="-78"/>
                <a:cs typeface="IRANSans" panose="02040503050201020203" pitchFamily="18" charset="-78"/>
              </a:rPr>
              <a:t> فراخوانی کنید تا تنظیمات اولیه مربوط به شوت و اسپین انجام گردد.</a:t>
            </a:r>
            <a:endParaRPr lang="en-US" dirty="0">
              <a:latin typeface="IRANSans" panose="02040503050201020203" pitchFamily="18" charset="-78"/>
              <a:cs typeface="IRANSans" panose="02040503050201020203" pitchFamily="18" charset="-78"/>
            </a:endParaRPr>
          </a:p>
        </p:txBody>
      </p:sp>
      <p:sp>
        <p:nvSpPr>
          <p:cNvPr id="4" name="TextBox 3">
            <a:extLst>
              <a:ext uri="{FF2B5EF4-FFF2-40B4-BE49-F238E27FC236}">
                <a16:creationId xmlns:a16="http://schemas.microsoft.com/office/drawing/2014/main" id="{751BCB32-A915-3868-4D8C-C90D5E656564}"/>
              </a:ext>
            </a:extLst>
          </p:cNvPr>
          <p:cNvSpPr txBox="1"/>
          <p:nvPr/>
        </p:nvSpPr>
        <p:spPr>
          <a:xfrm>
            <a:off x="919119" y="1559166"/>
            <a:ext cx="6096000" cy="4893647"/>
          </a:xfrm>
          <a:prstGeom prst="rect">
            <a:avLst/>
          </a:prstGeom>
          <a:noFill/>
        </p:spPr>
        <p:txBody>
          <a:bodyPr wrap="square">
            <a:spAutoFit/>
          </a:bodyPr>
          <a:lstStyle/>
          <a:p>
            <a:pPr>
              <a:buNone/>
            </a:pPr>
            <a:r>
              <a:rPr lang="en-US" sz="2400" b="0" dirty="0">
                <a:solidFill>
                  <a:srgbClr val="0CA1A6"/>
                </a:solidFill>
                <a:effectLst/>
                <a:latin typeface="Consolas" panose="020B0609020204030204" pitchFamily="49" charset="0"/>
              </a:rPr>
              <a:t>void</a:t>
            </a:r>
            <a:r>
              <a:rPr lang="en-US" sz="2400" b="0" dirty="0">
                <a:solidFill>
                  <a:srgbClr val="DAE3E3"/>
                </a:solidFill>
                <a:effectLst/>
                <a:latin typeface="Consolas" panose="020B0609020204030204" pitchFamily="49" charset="0"/>
              </a:rPr>
              <a:t> </a:t>
            </a:r>
            <a:r>
              <a:rPr lang="en-US" sz="2400" b="0" dirty="0" err="1">
                <a:solidFill>
                  <a:srgbClr val="F39C12"/>
                </a:solidFill>
                <a:effectLst/>
                <a:latin typeface="Consolas" panose="020B0609020204030204" pitchFamily="49" charset="0"/>
              </a:rPr>
              <a:t>shoot_init</a:t>
            </a:r>
            <a:r>
              <a:rPr lang="en-US" sz="2400" b="0" dirty="0">
                <a:solidFill>
                  <a:srgbClr val="DAE3E3"/>
                </a:solidFill>
                <a:effectLst/>
                <a:latin typeface="Consolas" panose="020B0609020204030204" pitchFamily="49" charset="0"/>
              </a:rPr>
              <a:t>() {</a:t>
            </a:r>
          </a:p>
          <a:p>
            <a:pPr>
              <a:buNone/>
            </a:pPr>
            <a:r>
              <a:rPr lang="en-US" sz="2400" b="0" dirty="0">
                <a:solidFill>
                  <a:srgbClr val="DAE3E3"/>
                </a:solidFill>
                <a:effectLst/>
                <a:latin typeface="Consolas" panose="020B0609020204030204" pitchFamily="49" charset="0"/>
              </a:rPr>
              <a:t>  </a:t>
            </a:r>
            <a:r>
              <a:rPr lang="en-US" sz="2400" b="0" dirty="0" err="1">
                <a:solidFill>
                  <a:srgbClr val="F39C12"/>
                </a:solidFill>
                <a:effectLst/>
                <a:latin typeface="Consolas" panose="020B0609020204030204" pitchFamily="49" charset="0"/>
              </a:rPr>
              <a:t>pinMode</a:t>
            </a:r>
            <a:r>
              <a:rPr lang="en-US" sz="2400" b="0" dirty="0">
                <a:solidFill>
                  <a:srgbClr val="DAE3E3"/>
                </a:solidFill>
                <a:effectLst/>
                <a:latin typeface="Consolas" panose="020B0609020204030204" pitchFamily="49" charset="0"/>
              </a:rPr>
              <a:t>(PA4, INPUT_PULLUP);</a:t>
            </a:r>
          </a:p>
          <a:p>
            <a:pPr>
              <a:buNone/>
            </a:pPr>
            <a:r>
              <a:rPr lang="en-US" sz="2400" b="0" dirty="0">
                <a:solidFill>
                  <a:srgbClr val="DAE3E3"/>
                </a:solidFill>
                <a:effectLst/>
                <a:latin typeface="Consolas" panose="020B0609020204030204" pitchFamily="49" charset="0"/>
              </a:rPr>
              <a:t>  </a:t>
            </a:r>
            <a:r>
              <a:rPr lang="en-US" sz="2400" b="0" dirty="0" err="1">
                <a:solidFill>
                  <a:srgbClr val="F39C12"/>
                </a:solidFill>
                <a:effectLst/>
                <a:latin typeface="Consolas" panose="020B0609020204030204" pitchFamily="49" charset="0"/>
              </a:rPr>
              <a:t>pinMode</a:t>
            </a:r>
            <a:r>
              <a:rPr lang="en-US" sz="2400" b="0" dirty="0">
                <a:solidFill>
                  <a:srgbClr val="DAE3E3"/>
                </a:solidFill>
                <a:effectLst/>
                <a:latin typeface="Consolas" panose="020B0609020204030204" pitchFamily="49" charset="0"/>
              </a:rPr>
              <a:t>(PC14, OUTPUT);</a:t>
            </a:r>
          </a:p>
          <a:p>
            <a:pPr>
              <a:buNone/>
            </a:pPr>
            <a:r>
              <a:rPr lang="en-US" sz="2400" b="0" dirty="0">
                <a:solidFill>
                  <a:srgbClr val="DAE3E3"/>
                </a:solidFill>
                <a:effectLst/>
                <a:latin typeface="Consolas" panose="020B0609020204030204" pitchFamily="49" charset="0"/>
              </a:rPr>
              <a:t>  </a:t>
            </a:r>
            <a:r>
              <a:rPr lang="en-US" sz="2400" b="0" dirty="0" err="1">
                <a:solidFill>
                  <a:srgbClr val="F39C12"/>
                </a:solidFill>
                <a:effectLst/>
                <a:latin typeface="Consolas" panose="020B0609020204030204" pitchFamily="49" charset="0"/>
              </a:rPr>
              <a:t>pinMode</a:t>
            </a:r>
            <a:r>
              <a:rPr lang="en-US" sz="2400" b="0" dirty="0">
                <a:solidFill>
                  <a:srgbClr val="DAE3E3"/>
                </a:solidFill>
                <a:effectLst/>
                <a:latin typeface="Consolas" panose="020B0609020204030204" pitchFamily="49" charset="0"/>
              </a:rPr>
              <a:t>(PC15, OUTPUT);</a:t>
            </a:r>
          </a:p>
          <a:p>
            <a:pPr>
              <a:buNone/>
            </a:pPr>
            <a:r>
              <a:rPr lang="en-US" sz="2400" b="0" dirty="0">
                <a:solidFill>
                  <a:srgbClr val="DAE3E3"/>
                </a:solidFill>
                <a:effectLst/>
                <a:latin typeface="Consolas" panose="020B0609020204030204" pitchFamily="49" charset="0"/>
              </a:rPr>
              <a:t>}</a:t>
            </a:r>
          </a:p>
          <a:p>
            <a:pPr>
              <a:buNone/>
            </a:pPr>
            <a:r>
              <a:rPr lang="en-US" sz="2400" b="0" dirty="0">
                <a:solidFill>
                  <a:srgbClr val="0CA1A6"/>
                </a:solidFill>
                <a:effectLst/>
                <a:latin typeface="Consolas" panose="020B0609020204030204" pitchFamily="49" charset="0"/>
              </a:rPr>
              <a:t>void</a:t>
            </a:r>
            <a:r>
              <a:rPr lang="en-US" sz="2400" b="0" dirty="0">
                <a:solidFill>
                  <a:srgbClr val="DAE3E3"/>
                </a:solidFill>
                <a:effectLst/>
                <a:latin typeface="Consolas" panose="020B0609020204030204" pitchFamily="49" charset="0"/>
              </a:rPr>
              <a:t> </a:t>
            </a:r>
            <a:r>
              <a:rPr lang="en-US" sz="2400" b="0" dirty="0">
                <a:solidFill>
                  <a:srgbClr val="F39C12"/>
                </a:solidFill>
                <a:effectLst/>
                <a:latin typeface="Consolas" panose="020B0609020204030204" pitchFamily="49" charset="0"/>
              </a:rPr>
              <a:t>shoot</a:t>
            </a:r>
            <a:r>
              <a:rPr lang="en-US" sz="2400" b="0" dirty="0">
                <a:solidFill>
                  <a:srgbClr val="DAE3E3"/>
                </a:solidFill>
                <a:effectLst/>
                <a:latin typeface="Consolas" panose="020B0609020204030204" pitchFamily="49" charset="0"/>
              </a:rPr>
              <a:t>() {</a:t>
            </a:r>
          </a:p>
          <a:p>
            <a:pPr>
              <a:buNone/>
            </a:pPr>
            <a:r>
              <a:rPr lang="en-US" sz="2400" b="0" dirty="0">
                <a:solidFill>
                  <a:srgbClr val="DAE3E3"/>
                </a:solidFill>
                <a:effectLst/>
                <a:latin typeface="Consolas" panose="020B0609020204030204" pitchFamily="49" charset="0"/>
              </a:rPr>
              <a:t>  </a:t>
            </a:r>
            <a:r>
              <a:rPr lang="en-US" sz="2400" b="0" dirty="0">
                <a:solidFill>
                  <a:srgbClr val="C586C0"/>
                </a:solidFill>
                <a:effectLst/>
                <a:latin typeface="Consolas" panose="020B0609020204030204" pitchFamily="49" charset="0"/>
              </a:rPr>
              <a:t>for</a:t>
            </a:r>
            <a:r>
              <a:rPr lang="en-US" sz="2400" b="0" dirty="0">
                <a:solidFill>
                  <a:srgbClr val="DAE3E3"/>
                </a:solidFill>
                <a:effectLst/>
                <a:latin typeface="Consolas" panose="020B0609020204030204" pitchFamily="49" charset="0"/>
              </a:rPr>
              <a:t>(</a:t>
            </a:r>
            <a:r>
              <a:rPr lang="en-US" sz="2400" b="0" dirty="0">
                <a:solidFill>
                  <a:srgbClr val="0CA1A6"/>
                </a:solidFill>
                <a:effectLst/>
                <a:latin typeface="Consolas" panose="020B0609020204030204" pitchFamily="49" charset="0"/>
              </a:rPr>
              <a:t>int</a:t>
            </a:r>
            <a:r>
              <a:rPr lang="en-US" sz="2400" b="0" dirty="0">
                <a:solidFill>
                  <a:srgbClr val="DAE3E3"/>
                </a:solidFill>
                <a:effectLst/>
                <a:latin typeface="Consolas" panose="020B0609020204030204" pitchFamily="49" charset="0"/>
              </a:rPr>
              <a:t> </a:t>
            </a:r>
            <a:r>
              <a:rPr lang="en-US" sz="2400" b="0" dirty="0" err="1">
                <a:solidFill>
                  <a:srgbClr val="DAE3E3"/>
                </a:solidFill>
                <a:effectLst/>
                <a:latin typeface="Consolas" panose="020B0609020204030204" pitchFamily="49" charset="0"/>
              </a:rPr>
              <a:t>i</a:t>
            </a:r>
            <a:r>
              <a:rPr lang="en-US" sz="2400" b="0" dirty="0">
                <a:solidFill>
                  <a:srgbClr val="DAE3E3"/>
                </a:solidFill>
                <a:effectLst/>
                <a:latin typeface="Consolas" panose="020B0609020204030204" pitchFamily="49" charset="0"/>
              </a:rPr>
              <a:t>=</a:t>
            </a:r>
            <a:r>
              <a:rPr lang="en-US" sz="2400" b="0" dirty="0">
                <a:solidFill>
                  <a:srgbClr val="7FCBCD"/>
                </a:solidFill>
                <a:effectLst/>
                <a:latin typeface="Consolas" panose="020B0609020204030204" pitchFamily="49" charset="0"/>
              </a:rPr>
              <a:t>0</a:t>
            </a:r>
            <a:r>
              <a:rPr lang="en-US" sz="2400" b="0" dirty="0">
                <a:solidFill>
                  <a:srgbClr val="DAE3E3"/>
                </a:solidFill>
                <a:effectLst/>
                <a:latin typeface="Consolas" panose="020B0609020204030204" pitchFamily="49" charset="0"/>
              </a:rPr>
              <a:t>; </a:t>
            </a:r>
            <a:r>
              <a:rPr lang="en-US" sz="2400" b="0" dirty="0" err="1">
                <a:solidFill>
                  <a:srgbClr val="DAE3E3"/>
                </a:solidFill>
                <a:effectLst/>
                <a:latin typeface="Consolas" panose="020B0609020204030204" pitchFamily="49" charset="0"/>
              </a:rPr>
              <a:t>i</a:t>
            </a:r>
            <a:r>
              <a:rPr lang="en-US" sz="2400" b="0" dirty="0">
                <a:solidFill>
                  <a:srgbClr val="DAE3E3"/>
                </a:solidFill>
                <a:effectLst/>
                <a:latin typeface="Consolas" panose="020B0609020204030204" pitchFamily="49" charset="0"/>
              </a:rPr>
              <a:t>&lt;</a:t>
            </a:r>
            <a:r>
              <a:rPr lang="en-US" sz="2400" b="0" dirty="0">
                <a:solidFill>
                  <a:srgbClr val="7FCBCD"/>
                </a:solidFill>
                <a:effectLst/>
                <a:latin typeface="Consolas" panose="020B0609020204030204" pitchFamily="49" charset="0"/>
              </a:rPr>
              <a:t>2</a:t>
            </a:r>
            <a:r>
              <a:rPr lang="en-US" sz="2400" b="0" dirty="0">
                <a:solidFill>
                  <a:srgbClr val="DAE3E3"/>
                </a:solidFill>
                <a:effectLst/>
                <a:latin typeface="Consolas" panose="020B0609020204030204" pitchFamily="49" charset="0"/>
              </a:rPr>
              <a:t>; </a:t>
            </a:r>
            <a:r>
              <a:rPr lang="en-US" sz="2400" b="0" dirty="0" err="1">
                <a:solidFill>
                  <a:srgbClr val="DAE3E3"/>
                </a:solidFill>
                <a:effectLst/>
                <a:latin typeface="Consolas" panose="020B0609020204030204" pitchFamily="49" charset="0"/>
              </a:rPr>
              <a:t>i</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    </a:t>
            </a:r>
            <a:r>
              <a:rPr lang="en-US" sz="2400" b="0" dirty="0" err="1">
                <a:solidFill>
                  <a:srgbClr val="F39C12"/>
                </a:solidFill>
                <a:effectLst/>
                <a:latin typeface="Consolas" panose="020B0609020204030204" pitchFamily="49" charset="0"/>
              </a:rPr>
              <a:t>update_all</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    </a:t>
            </a:r>
            <a:r>
              <a:rPr lang="en-US" sz="2400" b="0" dirty="0" err="1">
                <a:solidFill>
                  <a:srgbClr val="F39C12"/>
                </a:solidFill>
                <a:effectLst/>
                <a:latin typeface="Consolas" panose="020B0609020204030204" pitchFamily="49" charset="0"/>
              </a:rPr>
              <a:t>move_inside</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    </a:t>
            </a:r>
            <a:r>
              <a:rPr lang="en-US" sz="2400" b="0" dirty="0" err="1">
                <a:solidFill>
                  <a:srgbClr val="F39C12"/>
                </a:solidFill>
                <a:effectLst/>
                <a:latin typeface="Consolas" panose="020B0609020204030204" pitchFamily="49" charset="0"/>
              </a:rPr>
              <a:t>digitalWrite</a:t>
            </a:r>
            <a:r>
              <a:rPr lang="en-US" sz="2400" b="0" dirty="0">
                <a:solidFill>
                  <a:srgbClr val="DAE3E3"/>
                </a:solidFill>
                <a:effectLst/>
                <a:latin typeface="Consolas" panose="020B0609020204030204" pitchFamily="49" charset="0"/>
              </a:rPr>
              <a:t>(PC15, </a:t>
            </a:r>
            <a:r>
              <a:rPr lang="en-US" sz="2400" b="0" dirty="0">
                <a:solidFill>
                  <a:srgbClr val="7FCBCD"/>
                </a:solidFill>
                <a:effectLst/>
                <a:latin typeface="Consolas" panose="020B0609020204030204" pitchFamily="49" charset="0"/>
              </a:rPr>
              <a:t>1</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  }</a:t>
            </a:r>
          </a:p>
          <a:p>
            <a:pPr>
              <a:buNone/>
            </a:pPr>
            <a:r>
              <a:rPr lang="en-US" sz="2400" b="0" dirty="0">
                <a:solidFill>
                  <a:srgbClr val="DAE3E3"/>
                </a:solidFill>
                <a:effectLst/>
                <a:latin typeface="Consolas" panose="020B0609020204030204" pitchFamily="49" charset="0"/>
              </a:rPr>
              <a:t>  </a:t>
            </a:r>
            <a:r>
              <a:rPr lang="en-US" sz="2400" b="0" dirty="0" err="1">
                <a:solidFill>
                  <a:srgbClr val="F39C12"/>
                </a:solidFill>
                <a:effectLst/>
                <a:latin typeface="Consolas" panose="020B0609020204030204" pitchFamily="49" charset="0"/>
              </a:rPr>
              <a:t>digitalWrite</a:t>
            </a:r>
            <a:r>
              <a:rPr lang="en-US" sz="2400" b="0" dirty="0">
                <a:solidFill>
                  <a:srgbClr val="DAE3E3"/>
                </a:solidFill>
                <a:effectLst/>
                <a:latin typeface="Consolas" panose="020B0609020204030204" pitchFamily="49" charset="0"/>
              </a:rPr>
              <a:t>(PC15, </a:t>
            </a:r>
            <a:r>
              <a:rPr lang="en-US" sz="2400" b="0" dirty="0">
                <a:solidFill>
                  <a:srgbClr val="7FCBCD"/>
                </a:solidFill>
                <a:effectLst/>
                <a:latin typeface="Consolas" panose="020B0609020204030204" pitchFamily="49" charset="0"/>
              </a:rPr>
              <a:t>0</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a:t>
            </a:r>
          </a:p>
        </p:txBody>
      </p:sp>
      <p:sp>
        <p:nvSpPr>
          <p:cNvPr id="8" name="TextBox 7">
            <a:extLst>
              <a:ext uri="{FF2B5EF4-FFF2-40B4-BE49-F238E27FC236}">
                <a16:creationId xmlns:a16="http://schemas.microsoft.com/office/drawing/2014/main" id="{9E46350C-821E-FD28-B6C8-ED58D6069467}"/>
              </a:ext>
            </a:extLst>
          </p:cNvPr>
          <p:cNvSpPr txBox="1"/>
          <p:nvPr/>
        </p:nvSpPr>
        <p:spPr>
          <a:xfrm>
            <a:off x="6589669" y="3429000"/>
            <a:ext cx="6096000" cy="2031325"/>
          </a:xfrm>
          <a:prstGeom prst="rect">
            <a:avLst/>
          </a:prstGeom>
          <a:noFill/>
        </p:spPr>
        <p:txBody>
          <a:bodyPr wrap="square">
            <a:spAutoFit/>
          </a:bodyPr>
          <a:lstStyle/>
          <a:p>
            <a:pPr>
              <a:buNone/>
            </a:pPr>
            <a:r>
              <a:rPr lang="en-US" b="0" dirty="0">
                <a:solidFill>
                  <a:srgbClr val="0CA1A6"/>
                </a:solidFill>
                <a:effectLst/>
                <a:latin typeface="Consolas" panose="020B0609020204030204" pitchFamily="49" charset="0"/>
              </a:rPr>
              <a:t>void</a:t>
            </a:r>
            <a:r>
              <a:rPr lang="en-US" b="0" dirty="0">
                <a:solidFill>
                  <a:srgbClr val="DAE3E3"/>
                </a:solidFill>
                <a:effectLst/>
                <a:latin typeface="Consolas" panose="020B0609020204030204" pitchFamily="49" charset="0"/>
              </a:rPr>
              <a:t> </a:t>
            </a:r>
            <a:r>
              <a:rPr lang="en-US" b="0" dirty="0">
                <a:solidFill>
                  <a:srgbClr val="F39C12"/>
                </a:solidFill>
                <a:effectLst/>
                <a:latin typeface="Consolas" panose="020B0609020204030204" pitchFamily="49" charset="0"/>
              </a:rPr>
              <a:t>setup</a:t>
            </a:r>
            <a:r>
              <a:rPr lang="en-US" b="0" dirty="0">
                <a:solidFill>
                  <a:srgbClr val="DAE3E3"/>
                </a:solidFill>
                <a:effectLst/>
                <a:latin typeface="Consolas" panose="020B0609020204030204" pitchFamily="49" charset="0"/>
              </a:rPr>
              <a:t>() {</a:t>
            </a:r>
            <a:endParaRPr lang="fa-IR" b="0" dirty="0">
              <a:solidFill>
                <a:srgbClr val="DAE3E3"/>
              </a:solidFill>
              <a:effectLst/>
              <a:latin typeface="Consolas" panose="020B0609020204030204" pitchFamily="49" charset="0"/>
            </a:endParaRPr>
          </a:p>
          <a:p>
            <a:pPr>
              <a:buNone/>
            </a:pPr>
            <a:r>
              <a:rPr lang="en-US" b="0" dirty="0">
                <a:solidFill>
                  <a:srgbClr val="FF0000"/>
                </a:solidFill>
                <a:effectLst/>
                <a:latin typeface="Consolas" panose="020B0609020204030204" pitchFamily="49" charset="0"/>
              </a:rPr>
              <a:t>  </a:t>
            </a:r>
            <a:r>
              <a:rPr lang="fa-IR" b="0" dirty="0">
                <a:solidFill>
                  <a:srgbClr val="FF0000"/>
                </a:solidFill>
                <a:effectLst/>
                <a:latin typeface="Consolas" panose="020B0609020204030204" pitchFamily="49" charset="0"/>
              </a:rPr>
              <a:t>برنامه های قبلی</a:t>
            </a:r>
            <a:endParaRPr lang="en-US" b="0" dirty="0">
              <a:solidFill>
                <a:srgbClr val="FF0000"/>
              </a:solidFill>
              <a:effectLst/>
              <a:latin typeface="Consolas" panose="020B0609020204030204" pitchFamily="49" charset="0"/>
            </a:endParaRP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shoot_init</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init_motors</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a:solidFill>
                  <a:srgbClr val="F39C12"/>
                </a:solidFill>
                <a:effectLst/>
                <a:latin typeface="Consolas" panose="020B0609020204030204" pitchFamily="49" charset="0"/>
              </a:rPr>
              <a:t>i2c</a:t>
            </a:r>
            <a:r>
              <a:rPr lang="en-US" b="0" dirty="0">
                <a:solidFill>
                  <a:srgbClr val="DAE3E3"/>
                </a:solidFill>
                <a:effectLst/>
                <a:latin typeface="Consolas" panose="020B0609020204030204" pitchFamily="49" charset="0"/>
              </a:rPr>
              <a:t>.</a:t>
            </a:r>
            <a:r>
              <a:rPr lang="en-US" b="0" dirty="0">
                <a:solidFill>
                  <a:srgbClr val="F39C12"/>
                </a:solidFill>
                <a:effectLst/>
                <a:latin typeface="Consolas" panose="020B0609020204030204" pitchFamily="49" charset="0"/>
              </a:rPr>
              <a:t>begin</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oled_init</a:t>
            </a:r>
            <a:r>
              <a:rPr lang="en-US" b="0" dirty="0">
                <a:solidFill>
                  <a:srgbClr val="DAE3E3"/>
                </a:solidFill>
                <a:effectLst/>
                <a:latin typeface="Consolas" panose="020B0609020204030204" pitchFamily="49" charset="0"/>
              </a:rPr>
              <a:t>()</a:t>
            </a:r>
            <a:r>
              <a:rPr lang="en-US" dirty="0">
                <a:solidFill>
                  <a:srgbClr val="DAE3E3"/>
                </a:solidFill>
                <a:latin typeface="Consolas" panose="020B0609020204030204" pitchFamily="49" charset="0"/>
              </a:rPr>
              <a:t>;</a:t>
            </a:r>
            <a:endParaRPr lang="en-US" b="0" dirty="0">
              <a:solidFill>
                <a:srgbClr val="DAE3E3"/>
              </a:solidFill>
              <a:effectLst/>
              <a:latin typeface="Consolas" panose="020B0609020204030204" pitchFamily="49" charset="0"/>
            </a:endParaRPr>
          </a:p>
          <a:p>
            <a:pPr>
              <a:buNone/>
            </a:pPr>
            <a:r>
              <a:rPr lang="en-US" b="0" dirty="0">
                <a:solidFill>
                  <a:srgbClr val="DAE3E3"/>
                </a:solidFill>
                <a:effectLst/>
                <a:latin typeface="Consolas" panose="020B0609020204030204" pitchFamily="49" charset="0"/>
              </a:rPr>
              <a:t>}</a:t>
            </a:r>
          </a:p>
        </p:txBody>
      </p:sp>
    </p:spTree>
    <p:extLst>
      <p:ext uri="{BB962C8B-B14F-4D97-AF65-F5344CB8AC3E}">
        <p14:creationId xmlns:p14="http://schemas.microsoft.com/office/powerpoint/2010/main" val="24211790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F24634-2DAE-09BE-5F62-D1C52D0D5B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A85A7B-6888-278D-A5A1-6F5D2753D4B0}"/>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استفاده از شوت</a:t>
            </a:r>
            <a:endParaRPr lang="en-US" sz="3600" dirty="0">
              <a:latin typeface="IRANSans" panose="02040503050201020203" pitchFamily="18" charset="-78"/>
              <a:cs typeface="B Titr" panose="00000700000000000000" pitchFamily="2" charset="-78"/>
            </a:endParaRPr>
          </a:p>
        </p:txBody>
      </p:sp>
      <p:sp>
        <p:nvSpPr>
          <p:cNvPr id="6" name="TextBox 5">
            <a:extLst>
              <a:ext uri="{FF2B5EF4-FFF2-40B4-BE49-F238E27FC236}">
                <a16:creationId xmlns:a16="http://schemas.microsoft.com/office/drawing/2014/main" id="{331D97F3-CAE6-5E63-B44F-89024ED43144}"/>
              </a:ext>
            </a:extLst>
          </p:cNvPr>
          <p:cNvSpPr txBox="1"/>
          <p:nvPr/>
        </p:nvSpPr>
        <p:spPr>
          <a:xfrm>
            <a:off x="6589669" y="1559166"/>
            <a:ext cx="4668881" cy="888705"/>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با استفاده از یک شرط می‎گوییم اگر توپ در دهانه ربات قرار گرفت شوت بزند.</a:t>
            </a:r>
            <a:endParaRPr lang="en-US" dirty="0">
              <a:latin typeface="IRANSans" panose="02040503050201020203" pitchFamily="18" charset="-78"/>
              <a:cs typeface="IRANSans" panose="02040503050201020203" pitchFamily="18" charset="-78"/>
            </a:endParaRPr>
          </a:p>
        </p:txBody>
      </p:sp>
      <p:sp>
        <p:nvSpPr>
          <p:cNvPr id="5" name="TextBox 4">
            <a:extLst>
              <a:ext uri="{FF2B5EF4-FFF2-40B4-BE49-F238E27FC236}">
                <a16:creationId xmlns:a16="http://schemas.microsoft.com/office/drawing/2014/main" id="{024FAC70-FD5F-851E-A6FF-90E00C194C96}"/>
              </a:ext>
            </a:extLst>
          </p:cNvPr>
          <p:cNvSpPr txBox="1"/>
          <p:nvPr/>
        </p:nvSpPr>
        <p:spPr>
          <a:xfrm>
            <a:off x="933450" y="1469053"/>
            <a:ext cx="9848850" cy="4893647"/>
          </a:xfrm>
          <a:prstGeom prst="rect">
            <a:avLst/>
          </a:prstGeom>
          <a:noFill/>
        </p:spPr>
        <p:txBody>
          <a:bodyPr wrap="square">
            <a:spAutoFit/>
          </a:bodyPr>
          <a:lstStyle/>
          <a:p>
            <a:pPr>
              <a:buNone/>
            </a:pPr>
            <a:r>
              <a:rPr lang="en-US" sz="2400" b="0" dirty="0">
                <a:solidFill>
                  <a:srgbClr val="0CA1A6"/>
                </a:solidFill>
                <a:effectLst/>
                <a:latin typeface="Consolas" panose="020B0609020204030204" pitchFamily="49" charset="0"/>
              </a:rPr>
              <a:t>void</a:t>
            </a:r>
            <a:r>
              <a:rPr lang="en-US" sz="2400" b="0" dirty="0">
                <a:solidFill>
                  <a:srgbClr val="DAE3E3"/>
                </a:solidFill>
                <a:effectLst/>
                <a:latin typeface="Consolas" panose="020B0609020204030204" pitchFamily="49" charset="0"/>
              </a:rPr>
              <a:t> </a:t>
            </a:r>
            <a:r>
              <a:rPr lang="en-US" sz="2400" b="0" dirty="0">
                <a:solidFill>
                  <a:srgbClr val="F39C12"/>
                </a:solidFill>
                <a:effectLst/>
                <a:latin typeface="Consolas" panose="020B0609020204030204" pitchFamily="49" charset="0"/>
              </a:rPr>
              <a:t>loop</a:t>
            </a:r>
            <a:r>
              <a:rPr lang="en-US" sz="2400" b="0" dirty="0">
                <a:solidFill>
                  <a:srgbClr val="DAE3E3"/>
                </a:solidFill>
                <a:effectLst/>
                <a:latin typeface="Consolas" panose="020B0609020204030204" pitchFamily="49" charset="0"/>
              </a:rPr>
              <a:t>() {</a:t>
            </a:r>
          </a:p>
          <a:p>
            <a:pPr>
              <a:buNone/>
            </a:pPr>
            <a:r>
              <a:rPr lang="en-US" sz="2400" b="0" dirty="0">
                <a:solidFill>
                  <a:srgbClr val="DAE3E3"/>
                </a:solidFill>
                <a:effectLst/>
                <a:latin typeface="Consolas" panose="020B0609020204030204" pitchFamily="49" charset="0"/>
              </a:rPr>
              <a:t>  </a:t>
            </a:r>
            <a:r>
              <a:rPr lang="en-US" sz="2400" b="0" dirty="0" err="1">
                <a:solidFill>
                  <a:srgbClr val="DAE3E3"/>
                </a:solidFill>
                <a:effectLst/>
                <a:latin typeface="Consolas" panose="020B0609020204030204" pitchFamily="49" charset="0"/>
              </a:rPr>
              <a:t>robot_angle</a:t>
            </a:r>
            <a:r>
              <a:rPr lang="en-US" sz="2400" b="0" dirty="0">
                <a:solidFill>
                  <a:srgbClr val="DAE3E3"/>
                </a:solidFill>
                <a:effectLst/>
                <a:latin typeface="Consolas" panose="020B0609020204030204" pitchFamily="49" charset="0"/>
              </a:rPr>
              <a:t> = </a:t>
            </a:r>
            <a:r>
              <a:rPr lang="en-US" sz="2400" b="0" dirty="0" err="1">
                <a:solidFill>
                  <a:srgbClr val="F39C12"/>
                </a:solidFill>
                <a:effectLst/>
                <a:latin typeface="Consolas" panose="020B0609020204030204" pitchFamily="49" charset="0"/>
              </a:rPr>
              <a:t>gyro</a:t>
            </a:r>
            <a:r>
              <a:rPr lang="en-US" sz="2400" b="0" dirty="0" err="1">
                <a:solidFill>
                  <a:srgbClr val="DAE3E3"/>
                </a:solidFill>
                <a:effectLst/>
                <a:latin typeface="Consolas" panose="020B0609020204030204" pitchFamily="49" charset="0"/>
              </a:rPr>
              <a:t>.</a:t>
            </a:r>
            <a:r>
              <a:rPr lang="en-US" sz="2400" b="0" dirty="0" err="1">
                <a:solidFill>
                  <a:srgbClr val="F39C12"/>
                </a:solidFill>
                <a:effectLst/>
                <a:latin typeface="Consolas" panose="020B0609020204030204" pitchFamily="49" charset="0"/>
              </a:rPr>
              <a:t>read</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  </a:t>
            </a:r>
            <a:r>
              <a:rPr lang="en-US" sz="2400" b="0" dirty="0" err="1">
                <a:solidFill>
                  <a:srgbClr val="F39C12"/>
                </a:solidFill>
                <a:effectLst/>
                <a:latin typeface="Consolas" panose="020B0609020204030204" pitchFamily="49" charset="0"/>
              </a:rPr>
              <a:t>read_MV</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  </a:t>
            </a:r>
            <a:r>
              <a:rPr lang="en-US" sz="2400" b="0" dirty="0" err="1">
                <a:solidFill>
                  <a:srgbClr val="F39C12"/>
                </a:solidFill>
                <a:effectLst/>
                <a:latin typeface="Consolas" panose="020B0609020204030204" pitchFamily="49" charset="0"/>
              </a:rPr>
              <a:t>print_all</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  </a:t>
            </a:r>
            <a:r>
              <a:rPr lang="en-US" sz="2400" b="0" dirty="0">
                <a:solidFill>
                  <a:srgbClr val="C586C0"/>
                </a:solidFill>
                <a:effectLst/>
                <a:latin typeface="Consolas" panose="020B0609020204030204" pitchFamily="49" charset="0"/>
              </a:rPr>
              <a:t>if</a:t>
            </a:r>
            <a:r>
              <a:rPr lang="en-US" sz="2400" b="0" dirty="0">
                <a:solidFill>
                  <a:srgbClr val="DAE3E3"/>
                </a:solidFill>
                <a:effectLst/>
                <a:latin typeface="Consolas" panose="020B0609020204030204" pitchFamily="49" charset="0"/>
              </a:rPr>
              <a:t> (BALL_IN_KICKER) {</a:t>
            </a:r>
          </a:p>
          <a:p>
            <a:pPr>
              <a:buNone/>
            </a:pPr>
            <a:r>
              <a:rPr lang="en-US" sz="2400" b="0" dirty="0">
                <a:solidFill>
                  <a:srgbClr val="DAE3E3"/>
                </a:solidFill>
                <a:effectLst/>
                <a:latin typeface="Consolas" panose="020B0609020204030204" pitchFamily="49" charset="0"/>
              </a:rPr>
              <a:t>    </a:t>
            </a:r>
            <a:r>
              <a:rPr lang="en-US" sz="2400" b="0" dirty="0">
                <a:solidFill>
                  <a:srgbClr val="F39C12"/>
                </a:solidFill>
                <a:effectLst/>
                <a:latin typeface="Consolas" panose="020B0609020204030204" pitchFamily="49" charset="0"/>
              </a:rPr>
              <a:t>shoot</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  } </a:t>
            </a:r>
            <a:r>
              <a:rPr lang="en-US" sz="2400" b="0" dirty="0">
                <a:solidFill>
                  <a:srgbClr val="C586C0"/>
                </a:solidFill>
                <a:effectLst/>
                <a:latin typeface="Consolas" panose="020B0609020204030204" pitchFamily="49" charset="0"/>
              </a:rPr>
              <a:t>else</a:t>
            </a:r>
            <a:r>
              <a:rPr lang="en-US" sz="2400" b="0" dirty="0">
                <a:solidFill>
                  <a:srgbClr val="DAE3E3"/>
                </a:solidFill>
                <a:effectLst/>
                <a:latin typeface="Consolas" panose="020B0609020204030204" pitchFamily="49" charset="0"/>
              </a:rPr>
              <a:t> </a:t>
            </a:r>
            <a:r>
              <a:rPr lang="en-US" sz="2400" b="0" dirty="0">
                <a:solidFill>
                  <a:srgbClr val="C586C0"/>
                </a:solidFill>
                <a:effectLst/>
                <a:latin typeface="Consolas" panose="020B0609020204030204" pitchFamily="49" charset="0"/>
              </a:rPr>
              <a:t>if</a:t>
            </a:r>
            <a:r>
              <a:rPr lang="en-US" sz="2400" b="0" dirty="0">
                <a:solidFill>
                  <a:srgbClr val="DAE3E3"/>
                </a:solidFill>
                <a:effectLst/>
                <a:latin typeface="Consolas" panose="020B0609020204030204" pitchFamily="49" charset="0"/>
              </a:rPr>
              <a:t> (</a:t>
            </a:r>
            <a:r>
              <a:rPr lang="en-US" sz="2400" b="0" dirty="0" err="1">
                <a:solidFill>
                  <a:srgbClr val="DAE3E3"/>
                </a:solidFill>
                <a:effectLst/>
                <a:latin typeface="Consolas" panose="020B0609020204030204" pitchFamily="49" charset="0"/>
              </a:rPr>
              <a:t>is_ball</a:t>
            </a:r>
            <a:r>
              <a:rPr lang="en-US" sz="2400" b="0" dirty="0">
                <a:solidFill>
                  <a:srgbClr val="DAE3E3"/>
                </a:solidFill>
                <a:effectLst/>
                <a:latin typeface="Consolas" panose="020B0609020204030204" pitchFamily="49" charset="0"/>
              </a:rPr>
              <a:t>) {</a:t>
            </a:r>
          </a:p>
          <a:p>
            <a:pPr>
              <a:buNone/>
            </a:pPr>
            <a:r>
              <a:rPr lang="en-US" sz="2400" b="0" dirty="0">
                <a:solidFill>
                  <a:srgbClr val="DAE3E3"/>
                </a:solidFill>
                <a:effectLst/>
                <a:latin typeface="Consolas" panose="020B0609020204030204" pitchFamily="49" charset="0"/>
              </a:rPr>
              <a:t>    </a:t>
            </a:r>
            <a:r>
              <a:rPr lang="en-US" sz="2400" b="0" dirty="0">
                <a:solidFill>
                  <a:srgbClr val="0CA1A6"/>
                </a:solidFill>
                <a:effectLst/>
                <a:latin typeface="Consolas" panose="020B0609020204030204" pitchFamily="49" charset="0"/>
              </a:rPr>
              <a:t>float</a:t>
            </a:r>
            <a:r>
              <a:rPr lang="en-US" sz="2400" b="0" dirty="0">
                <a:solidFill>
                  <a:srgbClr val="DAE3E3"/>
                </a:solidFill>
                <a:effectLst/>
                <a:latin typeface="Consolas" panose="020B0609020204030204" pitchFamily="49" charset="0"/>
              </a:rPr>
              <a:t> shift = </a:t>
            </a:r>
            <a:r>
              <a:rPr lang="en-US" sz="2400" b="0" dirty="0">
                <a:solidFill>
                  <a:srgbClr val="F39C12"/>
                </a:solidFill>
                <a:effectLst/>
                <a:latin typeface="Consolas" panose="020B0609020204030204" pitchFamily="49" charset="0"/>
              </a:rPr>
              <a:t>clamp</a:t>
            </a:r>
            <a:r>
              <a:rPr lang="en-US" sz="2400" b="0" dirty="0">
                <a:solidFill>
                  <a:srgbClr val="DAE3E3"/>
                </a:solidFill>
                <a:effectLst/>
                <a:latin typeface="Consolas" panose="020B0609020204030204" pitchFamily="49" charset="0"/>
              </a:rPr>
              <a:t>(</a:t>
            </a:r>
            <a:r>
              <a:rPr lang="en-US" sz="2400" b="0" dirty="0" err="1">
                <a:solidFill>
                  <a:srgbClr val="DAE3E3"/>
                </a:solidFill>
                <a:effectLst/>
                <a:latin typeface="Consolas" panose="020B0609020204030204" pitchFamily="49" charset="0"/>
              </a:rPr>
              <a:t>ball_angle</a:t>
            </a:r>
            <a:r>
              <a:rPr lang="en-US" sz="2400" b="0" dirty="0">
                <a:solidFill>
                  <a:srgbClr val="DAE3E3"/>
                </a:solidFill>
                <a:effectLst/>
                <a:latin typeface="Consolas" panose="020B0609020204030204" pitchFamily="49" charset="0"/>
              </a:rPr>
              <a:t> * </a:t>
            </a:r>
            <a:r>
              <a:rPr lang="en-US" sz="2400" b="0" dirty="0">
                <a:solidFill>
                  <a:srgbClr val="7FCBCD"/>
                </a:solidFill>
                <a:effectLst/>
                <a:latin typeface="Consolas" panose="020B0609020204030204" pitchFamily="49" charset="0"/>
              </a:rPr>
              <a:t>1.5</a:t>
            </a:r>
            <a:r>
              <a:rPr lang="en-US" sz="2400" b="0" dirty="0">
                <a:solidFill>
                  <a:srgbClr val="DAE3E3"/>
                </a:solidFill>
                <a:effectLst/>
                <a:latin typeface="Consolas" panose="020B0609020204030204" pitchFamily="49" charset="0"/>
              </a:rPr>
              <a:t>, -</a:t>
            </a:r>
            <a:r>
              <a:rPr lang="en-US" sz="2400" b="0" dirty="0">
                <a:solidFill>
                  <a:srgbClr val="7FCBCD"/>
                </a:solidFill>
                <a:effectLst/>
                <a:latin typeface="Consolas" panose="020B0609020204030204" pitchFamily="49" charset="0"/>
              </a:rPr>
              <a:t>60</a:t>
            </a:r>
            <a:r>
              <a:rPr lang="en-US" sz="2400" b="0" dirty="0">
                <a:solidFill>
                  <a:srgbClr val="DAE3E3"/>
                </a:solidFill>
                <a:effectLst/>
                <a:latin typeface="Consolas" panose="020B0609020204030204" pitchFamily="49" charset="0"/>
              </a:rPr>
              <a:t>, </a:t>
            </a:r>
            <a:r>
              <a:rPr lang="en-US" sz="2400" b="0" dirty="0">
                <a:solidFill>
                  <a:srgbClr val="7FCBCD"/>
                </a:solidFill>
                <a:effectLst/>
                <a:latin typeface="Consolas" panose="020B0609020204030204" pitchFamily="49" charset="0"/>
              </a:rPr>
              <a:t>60</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    </a:t>
            </a:r>
            <a:r>
              <a:rPr lang="en-US" sz="2400" b="0" dirty="0">
                <a:solidFill>
                  <a:srgbClr val="F39C12"/>
                </a:solidFill>
                <a:effectLst/>
                <a:latin typeface="Consolas" panose="020B0609020204030204" pitchFamily="49" charset="0"/>
              </a:rPr>
              <a:t>move</a:t>
            </a:r>
            <a:r>
              <a:rPr lang="en-US" sz="2400" b="0" dirty="0">
                <a:solidFill>
                  <a:srgbClr val="DAE3E3"/>
                </a:solidFill>
                <a:effectLst/>
                <a:latin typeface="Consolas" panose="020B0609020204030204" pitchFamily="49" charset="0"/>
              </a:rPr>
              <a:t>(</a:t>
            </a:r>
            <a:r>
              <a:rPr lang="en-US" sz="2400" b="0" dirty="0" err="1">
                <a:solidFill>
                  <a:srgbClr val="DAE3E3"/>
                </a:solidFill>
                <a:effectLst/>
                <a:latin typeface="Consolas" panose="020B0609020204030204" pitchFamily="49" charset="0"/>
              </a:rPr>
              <a:t>ball_angle</a:t>
            </a:r>
            <a:r>
              <a:rPr lang="en-US" sz="2400" b="0" dirty="0">
                <a:solidFill>
                  <a:srgbClr val="DAE3E3"/>
                </a:solidFill>
                <a:effectLst/>
                <a:latin typeface="Consolas" panose="020B0609020204030204" pitchFamily="49" charset="0"/>
              </a:rPr>
              <a:t> + shift, MID_SPEED);</a:t>
            </a:r>
          </a:p>
          <a:p>
            <a:pPr>
              <a:buNone/>
            </a:pPr>
            <a:r>
              <a:rPr lang="en-US" sz="2400" b="0" dirty="0">
                <a:solidFill>
                  <a:srgbClr val="DAE3E3"/>
                </a:solidFill>
                <a:effectLst/>
                <a:latin typeface="Consolas" panose="020B0609020204030204" pitchFamily="49" charset="0"/>
              </a:rPr>
              <a:t>  } </a:t>
            </a:r>
            <a:r>
              <a:rPr lang="en-US" sz="2400" b="0" dirty="0">
                <a:solidFill>
                  <a:srgbClr val="C586C0"/>
                </a:solidFill>
                <a:effectLst/>
                <a:latin typeface="Consolas" panose="020B0609020204030204" pitchFamily="49" charset="0"/>
              </a:rPr>
              <a:t>else</a:t>
            </a:r>
            <a:r>
              <a:rPr lang="en-US" sz="2400" b="0" dirty="0">
                <a:solidFill>
                  <a:srgbClr val="DAE3E3"/>
                </a:solidFill>
                <a:effectLst/>
                <a:latin typeface="Consolas" panose="020B0609020204030204" pitchFamily="49" charset="0"/>
              </a:rPr>
              <a:t> {</a:t>
            </a:r>
          </a:p>
          <a:p>
            <a:pPr>
              <a:buNone/>
            </a:pPr>
            <a:r>
              <a:rPr lang="en-US" sz="2400" b="0" dirty="0">
                <a:solidFill>
                  <a:srgbClr val="DAE3E3"/>
                </a:solidFill>
                <a:effectLst/>
                <a:latin typeface="Consolas" panose="020B0609020204030204" pitchFamily="49" charset="0"/>
              </a:rPr>
              <a:t>    </a:t>
            </a:r>
            <a:r>
              <a:rPr lang="en-US" sz="2400" b="0" dirty="0">
                <a:solidFill>
                  <a:srgbClr val="F39C12"/>
                </a:solidFill>
                <a:effectLst/>
                <a:latin typeface="Consolas" panose="020B0609020204030204" pitchFamily="49" charset="0"/>
              </a:rPr>
              <a:t>stop</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  }</a:t>
            </a:r>
          </a:p>
          <a:p>
            <a:pPr>
              <a:buNone/>
            </a:pPr>
            <a:r>
              <a:rPr lang="en-US" sz="2400" b="0" dirty="0">
                <a:solidFill>
                  <a:srgbClr val="DAE3E3"/>
                </a:solidFill>
                <a:effectLst/>
                <a:latin typeface="Consolas" panose="020B0609020204030204" pitchFamily="49" charset="0"/>
              </a:rPr>
              <a:t>}</a:t>
            </a:r>
          </a:p>
        </p:txBody>
      </p:sp>
    </p:spTree>
    <p:extLst>
      <p:ext uri="{BB962C8B-B14F-4D97-AF65-F5344CB8AC3E}">
        <p14:creationId xmlns:p14="http://schemas.microsoft.com/office/powerpoint/2010/main" val="16704526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E350DE-7C29-83FD-8074-8127A0C191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073266-3149-7523-BD3E-3C21F4AF3650}"/>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استفاده از اسپین</a:t>
            </a:r>
            <a:endParaRPr lang="en-US" sz="3600" dirty="0">
              <a:latin typeface="IRANSans" panose="02040503050201020203" pitchFamily="18" charset="-78"/>
              <a:cs typeface="B Titr" panose="00000700000000000000" pitchFamily="2" charset="-78"/>
            </a:endParaRPr>
          </a:p>
        </p:txBody>
      </p:sp>
      <p:sp>
        <p:nvSpPr>
          <p:cNvPr id="6" name="TextBox 5">
            <a:extLst>
              <a:ext uri="{FF2B5EF4-FFF2-40B4-BE49-F238E27FC236}">
                <a16:creationId xmlns:a16="http://schemas.microsoft.com/office/drawing/2014/main" id="{E7E486C3-0FCE-9CCF-19FB-55BC9DA6A030}"/>
              </a:ext>
            </a:extLst>
          </p:cNvPr>
          <p:cNvSpPr txBox="1"/>
          <p:nvPr/>
        </p:nvSpPr>
        <p:spPr>
          <a:xfrm>
            <a:off x="984249" y="1559166"/>
            <a:ext cx="10274301" cy="888705"/>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اسپین زمانی باید روشن شود که توپ در دهانه ربات قرار گرفته یا زاویه توپ جلوی ربات باشد و توپ توسط دوربین دیده شود. در غیر این صورت باید خاموش شود.</a:t>
            </a:r>
            <a:endParaRPr lang="en-US" dirty="0">
              <a:latin typeface="IRANSans" panose="02040503050201020203" pitchFamily="18" charset="-78"/>
              <a:cs typeface="IRANSans" panose="02040503050201020203" pitchFamily="18" charset="-78"/>
            </a:endParaRPr>
          </a:p>
        </p:txBody>
      </p:sp>
      <p:sp>
        <p:nvSpPr>
          <p:cNvPr id="5" name="TextBox 4">
            <a:extLst>
              <a:ext uri="{FF2B5EF4-FFF2-40B4-BE49-F238E27FC236}">
                <a16:creationId xmlns:a16="http://schemas.microsoft.com/office/drawing/2014/main" id="{D4A50DAC-F4E2-BE2E-1B65-B46170EEA953}"/>
              </a:ext>
            </a:extLst>
          </p:cNvPr>
          <p:cNvSpPr txBox="1"/>
          <p:nvPr/>
        </p:nvSpPr>
        <p:spPr>
          <a:xfrm>
            <a:off x="919118" y="3465357"/>
            <a:ext cx="10669632" cy="2125325"/>
          </a:xfrm>
          <a:prstGeom prst="rect">
            <a:avLst/>
          </a:prstGeom>
          <a:noFill/>
        </p:spPr>
        <p:txBody>
          <a:bodyPr wrap="square">
            <a:spAutoFit/>
          </a:bodyPr>
          <a:lstStyle/>
          <a:p>
            <a:pPr>
              <a:lnSpc>
                <a:spcPct val="150000"/>
              </a:lnSpc>
              <a:buNone/>
            </a:pPr>
            <a:r>
              <a:rPr lang="en-US" b="0" dirty="0">
                <a:solidFill>
                  <a:srgbClr val="0CA1A6"/>
                </a:solidFill>
                <a:effectLst/>
                <a:latin typeface="Consolas" panose="020B0609020204030204" pitchFamily="49" charset="0"/>
              </a:rPr>
              <a:t>void</a:t>
            </a:r>
            <a:r>
              <a:rPr lang="en-US" b="0" dirty="0">
                <a:solidFill>
                  <a:srgbClr val="DAE3E3"/>
                </a:solidFill>
                <a:effectLst/>
                <a:latin typeface="Consolas" panose="020B0609020204030204" pitchFamily="49" charset="0"/>
              </a:rPr>
              <a:t> </a:t>
            </a:r>
            <a:r>
              <a:rPr lang="en-US" b="0" dirty="0">
                <a:solidFill>
                  <a:srgbClr val="F39C12"/>
                </a:solidFill>
                <a:effectLst/>
                <a:latin typeface="Consolas" panose="020B0609020204030204" pitchFamily="49" charset="0"/>
              </a:rPr>
              <a:t>loop</a:t>
            </a:r>
            <a:r>
              <a:rPr lang="en-US" b="0" dirty="0">
                <a:solidFill>
                  <a:srgbClr val="DAE3E3"/>
                </a:solidFill>
                <a:effectLst/>
                <a:latin typeface="Consolas" panose="020B0609020204030204" pitchFamily="49" charset="0"/>
              </a:rPr>
              <a:t>() {</a:t>
            </a:r>
          </a:p>
          <a:p>
            <a:pPr>
              <a:lnSpc>
                <a:spcPct val="150000"/>
              </a:lnSpc>
              <a:buNone/>
            </a:pPr>
            <a:r>
              <a:rPr lang="en-US" b="0" dirty="0">
                <a:solidFill>
                  <a:srgbClr val="DAE3E3"/>
                </a:solidFill>
                <a:effectLst/>
                <a:latin typeface="Consolas" panose="020B0609020204030204" pitchFamily="49" charset="0"/>
              </a:rPr>
              <a:t>  </a:t>
            </a:r>
            <a:r>
              <a:rPr lang="en-US" dirty="0">
                <a:solidFill>
                  <a:srgbClr val="C586C0"/>
                </a:solidFill>
                <a:latin typeface="Consolas" panose="020B0609020204030204" pitchFamily="49" charset="0"/>
              </a:rPr>
              <a:t>if</a:t>
            </a:r>
            <a:r>
              <a:rPr lang="en-US" dirty="0">
                <a:solidFill>
                  <a:srgbClr val="DAE3E3"/>
                </a:solidFill>
                <a:latin typeface="Consolas" panose="020B0609020204030204" pitchFamily="49" charset="0"/>
              </a:rPr>
              <a:t> ((</a:t>
            </a:r>
            <a:r>
              <a:rPr lang="en-US" dirty="0" err="1">
                <a:solidFill>
                  <a:srgbClr val="DAE3E3"/>
                </a:solidFill>
                <a:latin typeface="Consolas" panose="020B0609020204030204" pitchFamily="49" charset="0"/>
              </a:rPr>
              <a:t>is_ball</a:t>
            </a:r>
            <a:r>
              <a:rPr lang="en-US" dirty="0">
                <a:solidFill>
                  <a:srgbClr val="DAE3E3"/>
                </a:solidFill>
                <a:latin typeface="Consolas" panose="020B0609020204030204" pitchFamily="49" charset="0"/>
              </a:rPr>
              <a:t> &amp;&amp; </a:t>
            </a:r>
            <a:r>
              <a:rPr lang="en-US" dirty="0" err="1">
                <a:solidFill>
                  <a:srgbClr val="DAE3E3"/>
                </a:solidFill>
                <a:latin typeface="Consolas" panose="020B0609020204030204" pitchFamily="49" charset="0"/>
              </a:rPr>
              <a:t>ball_angle</a:t>
            </a:r>
            <a:r>
              <a:rPr lang="en-US" dirty="0">
                <a:solidFill>
                  <a:srgbClr val="DAE3E3"/>
                </a:solidFill>
                <a:latin typeface="Consolas" panose="020B0609020204030204" pitchFamily="49" charset="0"/>
              </a:rPr>
              <a:t> &lt; </a:t>
            </a:r>
            <a:r>
              <a:rPr lang="en-US" dirty="0">
                <a:solidFill>
                  <a:srgbClr val="7FCBCD"/>
                </a:solidFill>
                <a:latin typeface="Consolas" panose="020B0609020204030204" pitchFamily="49" charset="0"/>
              </a:rPr>
              <a:t>20</a:t>
            </a:r>
            <a:r>
              <a:rPr lang="en-US" dirty="0">
                <a:solidFill>
                  <a:srgbClr val="DAE3E3"/>
                </a:solidFill>
                <a:latin typeface="Consolas" panose="020B0609020204030204" pitchFamily="49" charset="0"/>
              </a:rPr>
              <a:t> &amp;&amp; </a:t>
            </a:r>
            <a:r>
              <a:rPr lang="en-US" dirty="0" err="1">
                <a:solidFill>
                  <a:srgbClr val="DAE3E3"/>
                </a:solidFill>
                <a:latin typeface="Consolas" panose="020B0609020204030204" pitchFamily="49" charset="0"/>
              </a:rPr>
              <a:t>ball_angle</a:t>
            </a:r>
            <a:r>
              <a:rPr lang="en-US" dirty="0">
                <a:solidFill>
                  <a:srgbClr val="DAE3E3"/>
                </a:solidFill>
                <a:latin typeface="Consolas" panose="020B0609020204030204" pitchFamily="49" charset="0"/>
              </a:rPr>
              <a:t> &gt; -</a:t>
            </a:r>
            <a:r>
              <a:rPr lang="en-US" dirty="0">
                <a:solidFill>
                  <a:srgbClr val="7FCBCD"/>
                </a:solidFill>
                <a:latin typeface="Consolas" panose="020B0609020204030204" pitchFamily="49" charset="0"/>
              </a:rPr>
              <a:t>20</a:t>
            </a:r>
            <a:r>
              <a:rPr lang="en-US" dirty="0">
                <a:solidFill>
                  <a:srgbClr val="DAE3E3"/>
                </a:solidFill>
                <a:latin typeface="Consolas" panose="020B0609020204030204" pitchFamily="49" charset="0"/>
              </a:rPr>
              <a:t>) || BALL_IN_KICKER) SPIN_ON;</a:t>
            </a:r>
          </a:p>
          <a:p>
            <a:pPr>
              <a:lnSpc>
                <a:spcPct val="150000"/>
              </a:lnSpc>
              <a:buNone/>
            </a:pPr>
            <a:r>
              <a:rPr lang="en-US" dirty="0">
                <a:solidFill>
                  <a:srgbClr val="DAE3E3"/>
                </a:solidFill>
                <a:latin typeface="Consolas" panose="020B0609020204030204" pitchFamily="49" charset="0"/>
              </a:rPr>
              <a:t>  </a:t>
            </a:r>
            <a:r>
              <a:rPr lang="en-US" dirty="0">
                <a:solidFill>
                  <a:srgbClr val="C586C0"/>
                </a:solidFill>
                <a:latin typeface="Consolas" panose="020B0609020204030204" pitchFamily="49" charset="0"/>
              </a:rPr>
              <a:t>else</a:t>
            </a:r>
            <a:r>
              <a:rPr lang="en-US" dirty="0">
                <a:solidFill>
                  <a:srgbClr val="DAE3E3"/>
                </a:solidFill>
                <a:latin typeface="Consolas" panose="020B0609020204030204" pitchFamily="49" charset="0"/>
              </a:rPr>
              <a:t> SPIN_OFF;</a:t>
            </a:r>
          </a:p>
          <a:p>
            <a:pPr>
              <a:lnSpc>
                <a:spcPct val="150000"/>
              </a:lnSpc>
              <a:buNone/>
            </a:pPr>
            <a:r>
              <a:rPr lang="en-US" dirty="0">
                <a:solidFill>
                  <a:srgbClr val="FF0000"/>
                </a:solidFill>
                <a:latin typeface="Consolas" panose="020B0609020204030204" pitchFamily="49" charset="0"/>
              </a:rPr>
              <a:t>  </a:t>
            </a:r>
            <a:r>
              <a:rPr lang="fa-IR" dirty="0">
                <a:solidFill>
                  <a:srgbClr val="FF0000"/>
                </a:solidFill>
                <a:latin typeface="Consolas" panose="020B0609020204030204" pitchFamily="49" charset="0"/>
              </a:rPr>
              <a:t>برنامه های قبلی</a:t>
            </a:r>
            <a:endParaRPr lang="en-US" dirty="0">
              <a:solidFill>
                <a:srgbClr val="FF0000"/>
              </a:solidFill>
              <a:latin typeface="Consolas" panose="020B0609020204030204" pitchFamily="49" charset="0"/>
            </a:endParaRPr>
          </a:p>
          <a:p>
            <a:pPr>
              <a:lnSpc>
                <a:spcPct val="150000"/>
              </a:lnSpc>
              <a:buNone/>
            </a:pPr>
            <a:r>
              <a:rPr lang="en-US" b="0" dirty="0">
                <a:solidFill>
                  <a:srgbClr val="DAE3E3"/>
                </a:solidFill>
                <a:effectLst/>
                <a:latin typeface="Consolas" panose="020B0609020204030204" pitchFamily="49" charset="0"/>
              </a:rPr>
              <a:t>}</a:t>
            </a:r>
          </a:p>
        </p:txBody>
      </p:sp>
    </p:spTree>
    <p:extLst>
      <p:ext uri="{BB962C8B-B14F-4D97-AF65-F5344CB8AC3E}">
        <p14:creationId xmlns:p14="http://schemas.microsoft.com/office/powerpoint/2010/main" val="204913209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CBEEE-C52D-7BDA-C8AB-6F82470410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BFD719-AFCD-E40C-D3B4-9C4CAAB57A99}"/>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خواندن سنسورهای کف</a:t>
            </a:r>
            <a:endParaRPr lang="en-US" sz="3600" dirty="0">
              <a:latin typeface="IRANSans" panose="02040503050201020203" pitchFamily="18" charset="-78"/>
              <a:cs typeface="B Titr" panose="00000700000000000000" pitchFamily="2" charset="-78"/>
            </a:endParaRPr>
          </a:p>
        </p:txBody>
      </p:sp>
      <p:sp>
        <p:nvSpPr>
          <p:cNvPr id="6" name="TextBox 5">
            <a:extLst>
              <a:ext uri="{FF2B5EF4-FFF2-40B4-BE49-F238E27FC236}">
                <a16:creationId xmlns:a16="http://schemas.microsoft.com/office/drawing/2014/main" id="{F97C5428-B914-CE51-3426-A62AE686B1B5}"/>
              </a:ext>
            </a:extLst>
          </p:cNvPr>
          <p:cNvSpPr txBox="1"/>
          <p:nvPr/>
        </p:nvSpPr>
        <p:spPr>
          <a:xfrm>
            <a:off x="984249" y="1559166"/>
            <a:ext cx="10274301" cy="473206"/>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خواندن سنسورهای کف در تابع </a:t>
            </a:r>
            <a:r>
              <a:rPr lang="en-US" dirty="0">
                <a:latin typeface="IRANSans" panose="02040503050201020203" pitchFamily="18" charset="-78"/>
                <a:cs typeface="IRANSans" panose="02040503050201020203" pitchFamily="18" charset="-78"/>
              </a:rPr>
              <a:t>loop</a:t>
            </a:r>
            <a:r>
              <a:rPr lang="fa-IR" dirty="0">
                <a:latin typeface="IRANSans" panose="02040503050201020203" pitchFamily="18" charset="-78"/>
                <a:cs typeface="IRANSans" panose="02040503050201020203" pitchFamily="18" charset="-78"/>
              </a:rPr>
              <a:t> انجام می‎شود.</a:t>
            </a:r>
            <a:endParaRPr lang="en-US" dirty="0">
              <a:latin typeface="IRANSans" panose="02040503050201020203" pitchFamily="18" charset="-78"/>
              <a:cs typeface="IRANSans" panose="02040503050201020203" pitchFamily="18" charset="-78"/>
            </a:endParaRPr>
          </a:p>
        </p:txBody>
      </p:sp>
      <p:sp>
        <p:nvSpPr>
          <p:cNvPr id="4" name="TextBox 3">
            <a:extLst>
              <a:ext uri="{FF2B5EF4-FFF2-40B4-BE49-F238E27FC236}">
                <a16:creationId xmlns:a16="http://schemas.microsoft.com/office/drawing/2014/main" id="{667C52D9-8868-6A08-7B4C-C2CEC8889C4B}"/>
              </a:ext>
            </a:extLst>
          </p:cNvPr>
          <p:cNvSpPr txBox="1"/>
          <p:nvPr/>
        </p:nvSpPr>
        <p:spPr>
          <a:xfrm>
            <a:off x="919119" y="1559166"/>
            <a:ext cx="6096000" cy="2246769"/>
          </a:xfrm>
          <a:prstGeom prst="rect">
            <a:avLst/>
          </a:prstGeom>
          <a:noFill/>
        </p:spPr>
        <p:txBody>
          <a:bodyPr wrap="square">
            <a:spAutoFit/>
          </a:bodyPr>
          <a:lstStyle/>
          <a:p>
            <a:pPr>
              <a:buNone/>
            </a:pPr>
            <a:r>
              <a:rPr lang="en-US" sz="2800" b="0" dirty="0">
                <a:solidFill>
                  <a:srgbClr val="0CA1A6"/>
                </a:solidFill>
                <a:effectLst/>
                <a:latin typeface="Consolas" panose="020B0609020204030204" pitchFamily="49" charset="0"/>
              </a:rPr>
              <a:t>void</a:t>
            </a:r>
            <a:r>
              <a:rPr lang="en-US" sz="2800" b="0" dirty="0">
                <a:solidFill>
                  <a:srgbClr val="DAE3E3"/>
                </a:solidFill>
                <a:effectLst/>
                <a:latin typeface="Consolas" panose="020B0609020204030204" pitchFamily="49" charset="0"/>
              </a:rPr>
              <a:t> </a:t>
            </a:r>
            <a:r>
              <a:rPr lang="en-US" sz="2800" b="0" dirty="0">
                <a:solidFill>
                  <a:srgbClr val="F39C12"/>
                </a:solidFill>
                <a:effectLst/>
                <a:latin typeface="Consolas" panose="020B0609020204030204" pitchFamily="49" charset="0"/>
              </a:rPr>
              <a:t>loop</a:t>
            </a:r>
            <a:r>
              <a:rPr lang="en-US" sz="2800" b="0" dirty="0">
                <a:solidFill>
                  <a:srgbClr val="DAE3E3"/>
                </a:solidFill>
                <a:effectLst/>
                <a:latin typeface="Consolas" panose="020B0609020204030204" pitchFamily="49" charset="0"/>
              </a:rPr>
              <a:t>() {</a:t>
            </a:r>
          </a:p>
          <a:p>
            <a:pPr>
              <a:buNone/>
            </a:pPr>
            <a:r>
              <a:rPr lang="en-US" sz="2800" b="0" dirty="0">
                <a:solidFill>
                  <a:srgbClr val="DAE3E3"/>
                </a:solidFill>
                <a:effectLst/>
                <a:latin typeface="Consolas" panose="020B0609020204030204" pitchFamily="49" charset="0"/>
              </a:rPr>
              <a:t>  </a:t>
            </a:r>
            <a:r>
              <a:rPr lang="en-US" sz="2800" b="0" dirty="0" err="1">
                <a:solidFill>
                  <a:srgbClr val="F39C12"/>
                </a:solidFill>
                <a:effectLst/>
                <a:latin typeface="Consolas" panose="020B0609020204030204" pitchFamily="49" charset="0"/>
              </a:rPr>
              <a:t>ldr</a:t>
            </a:r>
            <a:r>
              <a:rPr lang="en-US" sz="2800" b="0" dirty="0" err="1">
                <a:solidFill>
                  <a:srgbClr val="DAE3E3"/>
                </a:solidFill>
                <a:effectLst/>
                <a:latin typeface="Consolas" panose="020B0609020204030204" pitchFamily="49" charset="0"/>
              </a:rPr>
              <a:t>.</a:t>
            </a:r>
            <a:r>
              <a:rPr lang="en-US" sz="2800" b="0" dirty="0" err="1">
                <a:solidFill>
                  <a:srgbClr val="F39C12"/>
                </a:solidFill>
                <a:effectLst/>
                <a:latin typeface="Consolas" panose="020B0609020204030204" pitchFamily="49" charset="0"/>
              </a:rPr>
              <a:t>read</a:t>
            </a:r>
            <a:r>
              <a:rPr lang="en-US" sz="2800" b="0" dirty="0">
                <a:solidFill>
                  <a:srgbClr val="DAE3E3"/>
                </a:solidFill>
                <a:effectLst/>
                <a:latin typeface="Consolas" panose="020B0609020204030204" pitchFamily="49" charset="0"/>
              </a:rPr>
              <a:t>();</a:t>
            </a:r>
            <a:endParaRPr lang="fa-IR" sz="2800" b="0" dirty="0">
              <a:solidFill>
                <a:srgbClr val="DAE3E3"/>
              </a:solidFill>
              <a:effectLst/>
              <a:latin typeface="Consolas" panose="020B0609020204030204" pitchFamily="49" charset="0"/>
            </a:endParaRPr>
          </a:p>
          <a:p>
            <a:pPr>
              <a:buNone/>
            </a:pPr>
            <a:r>
              <a:rPr lang="en-US" sz="2800" dirty="0">
                <a:solidFill>
                  <a:srgbClr val="FF0000"/>
                </a:solidFill>
                <a:latin typeface="Consolas" panose="020B0609020204030204" pitchFamily="49" charset="0"/>
              </a:rPr>
              <a:t>  </a:t>
            </a:r>
            <a:r>
              <a:rPr lang="fa-IR" sz="2800" dirty="0">
                <a:solidFill>
                  <a:srgbClr val="FF0000"/>
                </a:solidFill>
                <a:latin typeface="Consolas" panose="020B0609020204030204" pitchFamily="49" charset="0"/>
              </a:rPr>
              <a:t>برنامه های قبلی</a:t>
            </a:r>
            <a:endParaRPr lang="en-US" sz="2800" b="0" dirty="0">
              <a:solidFill>
                <a:srgbClr val="FF0000"/>
              </a:solidFill>
              <a:effectLst/>
              <a:latin typeface="Consolas" panose="020B0609020204030204" pitchFamily="49" charset="0"/>
            </a:endParaRPr>
          </a:p>
          <a:p>
            <a:pPr>
              <a:buNone/>
            </a:pPr>
            <a:r>
              <a:rPr lang="fa-IR" sz="2800" b="0" dirty="0">
                <a:solidFill>
                  <a:srgbClr val="DAE3E3"/>
                </a:solidFill>
                <a:effectLst/>
                <a:latin typeface="Consolas" panose="020B0609020204030204" pitchFamily="49" charset="0"/>
              </a:rPr>
              <a:t>{</a:t>
            </a:r>
            <a:br>
              <a:rPr lang="en-US" sz="2800" b="0" dirty="0">
                <a:solidFill>
                  <a:srgbClr val="DAE3E3"/>
                </a:solidFill>
                <a:effectLst/>
                <a:latin typeface="Consolas" panose="020B0609020204030204" pitchFamily="49" charset="0"/>
              </a:rPr>
            </a:br>
            <a:endParaRPr lang="en-US" sz="2800" b="0" dirty="0">
              <a:solidFill>
                <a:srgbClr val="DAE3E3"/>
              </a:solidFill>
              <a:effectLst/>
              <a:latin typeface="Consolas" panose="020B0609020204030204" pitchFamily="49" charset="0"/>
            </a:endParaRPr>
          </a:p>
        </p:txBody>
      </p:sp>
      <p:sp>
        <p:nvSpPr>
          <p:cNvPr id="7" name="TextBox 6">
            <a:extLst>
              <a:ext uri="{FF2B5EF4-FFF2-40B4-BE49-F238E27FC236}">
                <a16:creationId xmlns:a16="http://schemas.microsoft.com/office/drawing/2014/main" id="{473E925A-3C2C-A8B4-6675-19F82022110C}"/>
              </a:ext>
            </a:extLst>
          </p:cNvPr>
          <p:cNvSpPr txBox="1"/>
          <p:nvPr/>
        </p:nvSpPr>
        <p:spPr>
          <a:xfrm>
            <a:off x="984248" y="3583795"/>
            <a:ext cx="10274301" cy="473206"/>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تعریف تابع </a:t>
            </a:r>
            <a:r>
              <a:rPr lang="en-US" dirty="0" err="1">
                <a:latin typeface="IRANSans" panose="02040503050201020203" pitchFamily="18" charset="-78"/>
                <a:cs typeface="IRANSans" panose="02040503050201020203" pitchFamily="18" charset="-78"/>
              </a:rPr>
              <a:t>moveSec</a:t>
            </a:r>
            <a:r>
              <a:rPr lang="fa-IR" dirty="0">
                <a:latin typeface="IRANSans" panose="02040503050201020203" pitchFamily="18" charset="-78"/>
                <a:cs typeface="IRANSans" panose="02040503050201020203" pitchFamily="18" charset="-78"/>
              </a:rPr>
              <a:t> در فایل موتور:</a:t>
            </a:r>
            <a:endParaRPr lang="en-US" dirty="0">
              <a:latin typeface="IRANSans" panose="02040503050201020203" pitchFamily="18" charset="-78"/>
              <a:cs typeface="IRANSans" panose="02040503050201020203" pitchFamily="18" charset="-78"/>
            </a:endParaRPr>
          </a:p>
        </p:txBody>
      </p:sp>
      <p:sp>
        <p:nvSpPr>
          <p:cNvPr id="9" name="TextBox 8">
            <a:extLst>
              <a:ext uri="{FF2B5EF4-FFF2-40B4-BE49-F238E27FC236}">
                <a16:creationId xmlns:a16="http://schemas.microsoft.com/office/drawing/2014/main" id="{05DE58B2-F207-5911-300A-3B197FFF33AB}"/>
              </a:ext>
            </a:extLst>
          </p:cNvPr>
          <p:cNvSpPr txBox="1"/>
          <p:nvPr/>
        </p:nvSpPr>
        <p:spPr>
          <a:xfrm>
            <a:off x="919119" y="4195879"/>
            <a:ext cx="7588250" cy="1938992"/>
          </a:xfrm>
          <a:prstGeom prst="rect">
            <a:avLst/>
          </a:prstGeom>
          <a:noFill/>
        </p:spPr>
        <p:txBody>
          <a:bodyPr wrap="square">
            <a:spAutoFit/>
          </a:bodyPr>
          <a:lstStyle/>
          <a:p>
            <a:pPr>
              <a:buNone/>
            </a:pPr>
            <a:r>
              <a:rPr lang="en-US" sz="2000" b="0" dirty="0">
                <a:solidFill>
                  <a:srgbClr val="0CA1A6"/>
                </a:solidFill>
                <a:effectLst/>
                <a:latin typeface="Consolas" panose="020B0609020204030204" pitchFamily="49" charset="0"/>
              </a:rPr>
              <a:t>void</a:t>
            </a:r>
            <a:r>
              <a:rPr lang="en-US" sz="2000" b="0" dirty="0">
                <a:solidFill>
                  <a:srgbClr val="DAE3E3"/>
                </a:solidFill>
                <a:effectLst/>
                <a:latin typeface="Consolas" panose="020B0609020204030204" pitchFamily="49" charset="0"/>
              </a:rPr>
              <a:t> </a:t>
            </a:r>
            <a:r>
              <a:rPr lang="en-US" sz="2000" b="0" dirty="0" err="1">
                <a:solidFill>
                  <a:srgbClr val="F39C12"/>
                </a:solidFill>
                <a:effectLst/>
                <a:latin typeface="Consolas" panose="020B0609020204030204" pitchFamily="49" charset="0"/>
              </a:rPr>
              <a:t>moveSec</a:t>
            </a:r>
            <a:r>
              <a:rPr lang="en-US" sz="2000" b="0" dirty="0">
                <a:solidFill>
                  <a:srgbClr val="DAE3E3"/>
                </a:solidFill>
                <a:effectLst/>
                <a:latin typeface="Consolas" panose="020B0609020204030204" pitchFamily="49" charset="0"/>
              </a:rPr>
              <a:t>(</a:t>
            </a:r>
            <a:r>
              <a:rPr lang="en-US" sz="2000" b="0" dirty="0">
                <a:solidFill>
                  <a:srgbClr val="0CA1A6"/>
                </a:solidFill>
                <a:effectLst/>
                <a:latin typeface="Consolas" panose="020B0609020204030204" pitchFamily="49" charset="0"/>
              </a:rPr>
              <a:t>float</a:t>
            </a:r>
            <a:r>
              <a:rPr lang="en-US" sz="2000" b="0" dirty="0">
                <a:solidFill>
                  <a:srgbClr val="DAE3E3"/>
                </a:solidFill>
                <a:effectLst/>
                <a:latin typeface="Consolas" panose="020B0609020204030204" pitchFamily="49" charset="0"/>
              </a:rPr>
              <a:t> a, </a:t>
            </a:r>
            <a:r>
              <a:rPr lang="en-US" sz="2000" b="0" dirty="0">
                <a:solidFill>
                  <a:srgbClr val="0CA1A6"/>
                </a:solidFill>
                <a:effectLst/>
                <a:latin typeface="Consolas" panose="020B0609020204030204" pitchFamily="49" charset="0"/>
              </a:rPr>
              <a:t>int</a:t>
            </a:r>
            <a:r>
              <a:rPr lang="en-US" sz="2000" b="0" dirty="0">
                <a:solidFill>
                  <a:srgbClr val="DAE3E3"/>
                </a:solidFill>
                <a:effectLst/>
                <a:latin typeface="Consolas" panose="020B0609020204030204" pitchFamily="49" charset="0"/>
              </a:rPr>
              <a:t> v, </a:t>
            </a:r>
            <a:r>
              <a:rPr lang="en-US" sz="2000" b="0" dirty="0">
                <a:solidFill>
                  <a:srgbClr val="0CA1A6"/>
                </a:solidFill>
                <a:effectLst/>
                <a:latin typeface="Consolas" panose="020B0609020204030204" pitchFamily="49" charset="0"/>
              </a:rPr>
              <a:t>float</a:t>
            </a:r>
            <a:r>
              <a:rPr lang="en-US" sz="2000" b="0" dirty="0">
                <a:solidFill>
                  <a:srgbClr val="DAE3E3"/>
                </a:solidFill>
                <a:effectLst/>
                <a:latin typeface="Consolas" panose="020B0609020204030204" pitchFamily="49" charset="0"/>
              </a:rPr>
              <a:t> sec) {</a:t>
            </a:r>
          </a:p>
          <a:p>
            <a:pPr>
              <a:buNone/>
            </a:pP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for</a:t>
            </a:r>
            <a:r>
              <a:rPr lang="en-US" sz="2000" b="0" dirty="0">
                <a:solidFill>
                  <a:srgbClr val="DAE3E3"/>
                </a:solidFill>
                <a:effectLst/>
                <a:latin typeface="Consolas" panose="020B0609020204030204" pitchFamily="49" charset="0"/>
              </a:rPr>
              <a:t> (</a:t>
            </a:r>
            <a:r>
              <a:rPr lang="en-US" sz="2000" b="0" dirty="0">
                <a:solidFill>
                  <a:srgbClr val="0CA1A6"/>
                </a:solidFill>
                <a:effectLst/>
                <a:latin typeface="Consolas" panose="020B0609020204030204" pitchFamily="49" charset="0"/>
              </a:rPr>
              <a:t>int</a:t>
            </a:r>
            <a:r>
              <a:rPr lang="en-US" sz="2000" b="0" dirty="0">
                <a:solidFill>
                  <a:srgbClr val="DAE3E3"/>
                </a:solidFill>
                <a:effectLst/>
                <a:latin typeface="Consolas" panose="020B0609020204030204" pitchFamily="49" charset="0"/>
              </a:rPr>
              <a:t> </a:t>
            </a:r>
            <a:r>
              <a:rPr lang="en-US" sz="2000" b="0" dirty="0" err="1">
                <a:solidFill>
                  <a:srgbClr val="DAE3E3"/>
                </a:solidFill>
                <a:effectLst/>
                <a:latin typeface="Consolas" panose="020B0609020204030204" pitchFamily="49" charset="0"/>
              </a:rPr>
              <a:t>i</a:t>
            </a:r>
            <a:r>
              <a:rPr lang="en-US" sz="2000" b="0" dirty="0">
                <a:solidFill>
                  <a:srgbClr val="DAE3E3"/>
                </a:solidFill>
                <a:effectLst/>
                <a:latin typeface="Consolas" panose="020B0609020204030204" pitchFamily="49" charset="0"/>
              </a:rPr>
              <a:t> = </a:t>
            </a:r>
            <a:r>
              <a:rPr lang="en-US" sz="2000" b="0" dirty="0">
                <a:solidFill>
                  <a:srgbClr val="7FCBCD"/>
                </a:solidFill>
                <a:effectLst/>
                <a:latin typeface="Consolas" panose="020B0609020204030204" pitchFamily="49" charset="0"/>
              </a:rPr>
              <a:t>0</a:t>
            </a:r>
            <a:r>
              <a:rPr lang="en-US" sz="2000" b="0" dirty="0">
                <a:solidFill>
                  <a:srgbClr val="DAE3E3"/>
                </a:solidFill>
                <a:effectLst/>
                <a:latin typeface="Consolas" panose="020B0609020204030204" pitchFamily="49" charset="0"/>
              </a:rPr>
              <a:t>; </a:t>
            </a:r>
            <a:r>
              <a:rPr lang="en-US" sz="2000" b="0" dirty="0" err="1">
                <a:solidFill>
                  <a:srgbClr val="DAE3E3"/>
                </a:solidFill>
                <a:effectLst/>
                <a:latin typeface="Consolas" panose="020B0609020204030204" pitchFamily="49" charset="0"/>
              </a:rPr>
              <a:t>i</a:t>
            </a:r>
            <a:r>
              <a:rPr lang="en-US" sz="2000" b="0" dirty="0">
                <a:solidFill>
                  <a:srgbClr val="DAE3E3"/>
                </a:solidFill>
                <a:effectLst/>
                <a:latin typeface="Consolas" panose="020B0609020204030204" pitchFamily="49" charset="0"/>
              </a:rPr>
              <a:t> &lt; sec; </a:t>
            </a:r>
            <a:r>
              <a:rPr lang="en-US" sz="2000" b="0" dirty="0" err="1">
                <a:solidFill>
                  <a:srgbClr val="DAE3E3"/>
                </a:solidFill>
                <a:effectLst/>
                <a:latin typeface="Consolas" panose="020B0609020204030204" pitchFamily="49" charset="0"/>
              </a:rPr>
              <a:t>i</a:t>
            </a:r>
            <a:r>
              <a:rPr lang="en-US" sz="2000" b="0" dirty="0">
                <a:solidFill>
                  <a:srgbClr val="DAE3E3"/>
                </a:solidFill>
                <a:effectLst/>
                <a:latin typeface="Consolas" panose="020B0609020204030204" pitchFamily="49" charset="0"/>
              </a:rPr>
              <a:t>++) {</a:t>
            </a:r>
          </a:p>
          <a:p>
            <a:pPr>
              <a:buNone/>
            </a:pP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if</a:t>
            </a:r>
            <a:r>
              <a:rPr lang="en-US" sz="2000" b="0" dirty="0">
                <a:solidFill>
                  <a:srgbClr val="DAE3E3"/>
                </a:solidFill>
                <a:effectLst/>
                <a:latin typeface="Consolas" panose="020B0609020204030204" pitchFamily="49" charset="0"/>
              </a:rPr>
              <a:t>(</a:t>
            </a:r>
            <a:r>
              <a:rPr lang="en-US" sz="2000" b="0" dirty="0" err="1">
                <a:solidFill>
                  <a:srgbClr val="F39C12"/>
                </a:solidFill>
                <a:effectLst/>
                <a:latin typeface="Consolas" panose="020B0609020204030204" pitchFamily="49" charset="0"/>
              </a:rPr>
              <a:t>move_inside</a:t>
            </a:r>
            <a:r>
              <a:rPr lang="en-US" sz="2000" b="0" dirty="0">
                <a:solidFill>
                  <a:srgbClr val="DAE3E3"/>
                </a:solidFill>
                <a:effectLst/>
                <a:latin typeface="Consolas" panose="020B0609020204030204" pitchFamily="49" charset="0"/>
              </a:rPr>
              <a:t>()) </a:t>
            </a:r>
            <a:r>
              <a:rPr lang="en-US" sz="2000" b="0" dirty="0">
                <a:solidFill>
                  <a:srgbClr val="F39C12"/>
                </a:solidFill>
                <a:effectLst/>
                <a:latin typeface="Consolas" panose="020B0609020204030204" pitchFamily="49" charset="0"/>
              </a:rPr>
              <a:t>move</a:t>
            </a:r>
            <a:r>
              <a:rPr lang="en-US" sz="2000" b="0" dirty="0">
                <a:solidFill>
                  <a:srgbClr val="DAE3E3"/>
                </a:solidFill>
                <a:effectLst/>
                <a:latin typeface="Consolas" panose="020B0609020204030204" pitchFamily="49" charset="0"/>
              </a:rPr>
              <a:t>(a, v);</a:t>
            </a:r>
          </a:p>
          <a:p>
            <a:pPr>
              <a:buNone/>
            </a:pPr>
            <a:r>
              <a:rPr lang="en-US" sz="2000" b="0" dirty="0">
                <a:solidFill>
                  <a:srgbClr val="DAE3E3"/>
                </a:solidFill>
                <a:effectLst/>
                <a:latin typeface="Consolas" panose="020B0609020204030204" pitchFamily="49" charset="0"/>
              </a:rPr>
              <a:t>    </a:t>
            </a:r>
            <a:r>
              <a:rPr lang="en-US" sz="2000" b="0" dirty="0" err="1">
                <a:solidFill>
                  <a:srgbClr val="F39C12"/>
                </a:solidFill>
                <a:effectLst/>
                <a:latin typeface="Consolas" panose="020B0609020204030204" pitchFamily="49" charset="0"/>
              </a:rPr>
              <a:t>update_all</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p>
          <a:p>
            <a:pPr>
              <a:buNone/>
            </a:pPr>
            <a:r>
              <a:rPr lang="en-US" sz="2000" b="0" dirty="0">
                <a:solidFill>
                  <a:srgbClr val="DAE3E3"/>
                </a:solidFill>
                <a:effectLst/>
                <a:latin typeface="Consolas" panose="020B0609020204030204" pitchFamily="49" charset="0"/>
              </a:rPr>
              <a:t>}</a:t>
            </a:r>
          </a:p>
        </p:txBody>
      </p:sp>
    </p:spTree>
    <p:extLst>
      <p:ext uri="{BB962C8B-B14F-4D97-AF65-F5344CB8AC3E}">
        <p14:creationId xmlns:p14="http://schemas.microsoft.com/office/powerpoint/2010/main" val="143439814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6FEBE5-C260-1266-659D-CF2E0DA691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AB0B28-6729-1E81-7C11-E20C7FA2AFA4}"/>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الگوریتم اوت</a:t>
            </a:r>
            <a:endParaRPr lang="en-US" sz="3600" dirty="0">
              <a:latin typeface="IRANSans" panose="02040503050201020203" pitchFamily="18" charset="-78"/>
              <a:cs typeface="B Titr" panose="00000700000000000000" pitchFamily="2" charset="-78"/>
            </a:endParaRPr>
          </a:p>
        </p:txBody>
      </p:sp>
      <p:sp>
        <p:nvSpPr>
          <p:cNvPr id="6" name="TextBox 5">
            <a:extLst>
              <a:ext uri="{FF2B5EF4-FFF2-40B4-BE49-F238E27FC236}">
                <a16:creationId xmlns:a16="http://schemas.microsoft.com/office/drawing/2014/main" id="{52D46F47-1D82-3273-1FC3-F0C8B9D28DA2}"/>
              </a:ext>
            </a:extLst>
          </p:cNvPr>
          <p:cNvSpPr txBox="1"/>
          <p:nvPr/>
        </p:nvSpPr>
        <p:spPr>
          <a:xfrm>
            <a:off x="998580" y="1432116"/>
            <a:ext cx="10274301" cy="473206"/>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یک فایل جدید ساخته و تابع اوت را به صورت زیر تعریف کنید.</a:t>
            </a:r>
            <a:endParaRPr lang="en-US" dirty="0">
              <a:latin typeface="IRANSans" panose="02040503050201020203" pitchFamily="18" charset="-78"/>
              <a:cs typeface="IRANSans" panose="02040503050201020203" pitchFamily="18" charset="-78"/>
            </a:endParaRPr>
          </a:p>
        </p:txBody>
      </p:sp>
      <p:sp>
        <p:nvSpPr>
          <p:cNvPr id="5" name="TextBox 4">
            <a:extLst>
              <a:ext uri="{FF2B5EF4-FFF2-40B4-BE49-F238E27FC236}">
                <a16:creationId xmlns:a16="http://schemas.microsoft.com/office/drawing/2014/main" id="{E2FC5FBE-3010-8B30-F661-4B437106B1FD}"/>
              </a:ext>
            </a:extLst>
          </p:cNvPr>
          <p:cNvSpPr txBox="1"/>
          <p:nvPr/>
        </p:nvSpPr>
        <p:spPr>
          <a:xfrm>
            <a:off x="431800" y="1432116"/>
            <a:ext cx="10274300" cy="5262979"/>
          </a:xfrm>
          <a:prstGeom prst="rect">
            <a:avLst/>
          </a:prstGeom>
          <a:noFill/>
        </p:spPr>
        <p:txBody>
          <a:bodyPr wrap="square">
            <a:spAutoFit/>
          </a:bodyPr>
          <a:lstStyle/>
          <a:p>
            <a:pPr>
              <a:buNone/>
            </a:pPr>
            <a:r>
              <a:rPr lang="en-US" sz="1400" b="0" dirty="0">
                <a:solidFill>
                  <a:srgbClr val="C586C0"/>
                </a:solidFill>
                <a:effectLst/>
                <a:latin typeface="Consolas" panose="020B0609020204030204" pitchFamily="49" charset="0"/>
              </a:rPr>
              <a:t>#define</a:t>
            </a:r>
            <a:r>
              <a:rPr lang="en-US" sz="1400" b="0" dirty="0">
                <a:solidFill>
                  <a:srgbClr val="DAE3E3"/>
                </a:solidFill>
                <a:effectLst/>
                <a:latin typeface="Consolas" panose="020B0609020204030204" pitchFamily="49" charset="0"/>
              </a:rPr>
              <a:t> </a:t>
            </a:r>
            <a:r>
              <a:rPr lang="en-US" sz="1400" b="0" dirty="0">
                <a:solidFill>
                  <a:srgbClr val="F39C12"/>
                </a:solidFill>
                <a:effectLst/>
                <a:latin typeface="Consolas" panose="020B0609020204030204" pitchFamily="49" charset="0"/>
              </a:rPr>
              <a:t>LDR_SENS</a:t>
            </a:r>
            <a:r>
              <a:rPr lang="en-US" sz="1400" b="0" dirty="0">
                <a:solidFill>
                  <a:srgbClr val="DAE3E3"/>
                </a:solidFill>
                <a:effectLst/>
                <a:latin typeface="Consolas" panose="020B0609020204030204" pitchFamily="49" charset="0"/>
              </a:rPr>
              <a:t> </a:t>
            </a:r>
            <a:r>
              <a:rPr lang="en-US" sz="1400" b="0" dirty="0">
                <a:solidFill>
                  <a:srgbClr val="7FCBCD"/>
                </a:solidFill>
                <a:effectLst/>
                <a:latin typeface="Consolas" panose="020B0609020204030204" pitchFamily="49" charset="0"/>
              </a:rPr>
              <a:t>0</a:t>
            </a:r>
            <a:endParaRPr lang="en-US" sz="1400" b="0" dirty="0">
              <a:solidFill>
                <a:srgbClr val="DAE3E3"/>
              </a:solidFill>
              <a:effectLst/>
              <a:latin typeface="Consolas" panose="020B0609020204030204" pitchFamily="49" charset="0"/>
            </a:endParaRPr>
          </a:p>
          <a:p>
            <a:pPr>
              <a:buNone/>
            </a:pPr>
            <a:r>
              <a:rPr lang="en-US" sz="1400" b="0" dirty="0">
                <a:solidFill>
                  <a:srgbClr val="C586C0"/>
                </a:solidFill>
                <a:effectLst/>
                <a:latin typeface="Consolas" panose="020B0609020204030204" pitchFamily="49" charset="0"/>
              </a:rPr>
              <a:t>#define</a:t>
            </a:r>
            <a:r>
              <a:rPr lang="en-US" sz="1400" b="0" dirty="0">
                <a:solidFill>
                  <a:srgbClr val="DAE3E3"/>
                </a:solidFill>
                <a:effectLst/>
                <a:latin typeface="Consolas" panose="020B0609020204030204" pitchFamily="49" charset="0"/>
              </a:rPr>
              <a:t> </a:t>
            </a:r>
            <a:r>
              <a:rPr lang="en-US" sz="1400" b="0" dirty="0">
                <a:solidFill>
                  <a:srgbClr val="F39C12"/>
                </a:solidFill>
                <a:effectLst/>
                <a:latin typeface="Consolas" panose="020B0609020204030204" pitchFamily="49" charset="0"/>
              </a:rPr>
              <a:t>MOVE_INSIDE_SEC</a:t>
            </a:r>
            <a:r>
              <a:rPr lang="en-US" sz="1400" b="0" dirty="0">
                <a:solidFill>
                  <a:srgbClr val="DAE3E3"/>
                </a:solidFill>
                <a:effectLst/>
                <a:latin typeface="Consolas" panose="020B0609020204030204" pitchFamily="49" charset="0"/>
              </a:rPr>
              <a:t> </a:t>
            </a:r>
            <a:r>
              <a:rPr lang="en-US" sz="1400" b="0" dirty="0">
                <a:solidFill>
                  <a:srgbClr val="7FCBCD"/>
                </a:solidFill>
                <a:effectLst/>
                <a:latin typeface="Consolas" panose="020B0609020204030204" pitchFamily="49" charset="0"/>
              </a:rPr>
              <a:t>6</a:t>
            </a:r>
            <a:endParaRPr lang="en-US" sz="1400" b="0" dirty="0">
              <a:solidFill>
                <a:srgbClr val="DAE3E3"/>
              </a:solidFill>
              <a:effectLst/>
              <a:latin typeface="Consolas" panose="020B0609020204030204" pitchFamily="49" charset="0"/>
            </a:endParaRPr>
          </a:p>
          <a:p>
            <a:pPr>
              <a:buNone/>
            </a:pPr>
            <a:r>
              <a:rPr lang="en-US" sz="1400" b="0" dirty="0">
                <a:solidFill>
                  <a:srgbClr val="0CA1A6"/>
                </a:solidFill>
                <a:effectLst/>
                <a:latin typeface="Consolas" panose="020B0609020204030204" pitchFamily="49" charset="0"/>
              </a:rPr>
              <a:t>bool</a:t>
            </a: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checking_out</a:t>
            </a:r>
            <a:r>
              <a:rPr lang="en-US" sz="1400" b="0" dirty="0">
                <a:solidFill>
                  <a:srgbClr val="DAE3E3"/>
                </a:solidFill>
                <a:effectLst/>
                <a:latin typeface="Consolas" panose="020B0609020204030204" pitchFamily="49" charset="0"/>
              </a:rPr>
              <a:t> = </a:t>
            </a:r>
            <a:r>
              <a:rPr lang="en-US" sz="1400" b="0" dirty="0">
                <a:solidFill>
                  <a:srgbClr val="7FCBCD"/>
                </a:solidFill>
                <a:effectLst/>
                <a:latin typeface="Consolas" panose="020B0609020204030204" pitchFamily="49" charset="0"/>
              </a:rPr>
              <a:t>false</a:t>
            </a:r>
            <a:r>
              <a:rPr lang="en-US" sz="1400" b="0" dirty="0">
                <a:solidFill>
                  <a:srgbClr val="DAE3E3"/>
                </a:solidFill>
                <a:effectLst/>
                <a:latin typeface="Consolas" panose="020B0609020204030204" pitchFamily="49" charset="0"/>
              </a:rPr>
              <a:t>;</a:t>
            </a:r>
          </a:p>
          <a:p>
            <a:pPr>
              <a:buNone/>
            </a:pPr>
            <a:r>
              <a:rPr lang="en-US" sz="1400" b="0" dirty="0">
                <a:solidFill>
                  <a:srgbClr val="0CA1A6"/>
                </a:solidFill>
                <a:effectLst/>
                <a:latin typeface="Consolas" panose="020B0609020204030204" pitchFamily="49" charset="0"/>
              </a:rPr>
              <a:t>void</a:t>
            </a:r>
            <a:r>
              <a:rPr lang="en-US" sz="1400" b="0" dirty="0">
                <a:solidFill>
                  <a:srgbClr val="DAE3E3"/>
                </a:solidFill>
                <a:effectLst/>
                <a:latin typeface="Consolas" panose="020B0609020204030204" pitchFamily="49" charset="0"/>
              </a:rPr>
              <a:t> </a:t>
            </a:r>
            <a:r>
              <a:rPr lang="en-US" sz="1400" b="0" dirty="0">
                <a:solidFill>
                  <a:srgbClr val="F39C12"/>
                </a:solidFill>
                <a:effectLst/>
                <a:latin typeface="Consolas" panose="020B0609020204030204" pitchFamily="49" charset="0"/>
              </a:rPr>
              <a:t>out</a:t>
            </a:r>
            <a:r>
              <a:rPr lang="en-US" sz="1400" b="0" dirty="0">
                <a:solidFill>
                  <a:srgbClr val="DAE3E3"/>
                </a:solidFill>
                <a:effectLst/>
                <a:latin typeface="Consolas" panose="020B0609020204030204" pitchFamily="49" charset="0"/>
              </a:rPr>
              <a:t>() {</a:t>
            </a:r>
          </a:p>
          <a:p>
            <a:pPr>
              <a:buNone/>
            </a:pP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checking_out</a:t>
            </a:r>
            <a:r>
              <a:rPr lang="en-US" sz="1400" b="0" dirty="0">
                <a:solidFill>
                  <a:srgbClr val="DAE3E3"/>
                </a:solidFill>
                <a:effectLst/>
                <a:latin typeface="Consolas" panose="020B0609020204030204" pitchFamily="49" charset="0"/>
              </a:rPr>
              <a:t> = </a:t>
            </a:r>
            <a:r>
              <a:rPr lang="en-US" sz="1400" b="0" dirty="0">
                <a:solidFill>
                  <a:srgbClr val="7FCBCD"/>
                </a:solidFill>
                <a:effectLst/>
                <a:latin typeface="Consolas" panose="020B0609020204030204" pitchFamily="49" charset="0"/>
              </a:rPr>
              <a:t>true</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if</a:t>
            </a:r>
            <a:r>
              <a:rPr lang="en-US" sz="1400" b="0" dirty="0">
                <a:solidFill>
                  <a:srgbClr val="DAE3E3"/>
                </a:solidFill>
                <a:effectLst/>
                <a:latin typeface="Consolas" panose="020B0609020204030204" pitchFamily="49" charset="0"/>
              </a:rPr>
              <a:t> (</a:t>
            </a:r>
            <a:r>
              <a:rPr lang="en-US" sz="1400" b="0" dirty="0" err="1">
                <a:solidFill>
                  <a:srgbClr val="F39C12"/>
                </a:solidFill>
                <a:effectLst/>
                <a:latin typeface="Consolas" panose="020B0609020204030204" pitchFamily="49" charset="0"/>
              </a:rPr>
              <a:t>ldr</a:t>
            </a:r>
            <a:r>
              <a:rPr lang="en-US" sz="1400" b="0" dirty="0" err="1">
                <a:solidFill>
                  <a:srgbClr val="DAE3E3"/>
                </a:solidFill>
                <a:effectLst/>
                <a:latin typeface="Consolas" panose="020B0609020204030204" pitchFamily="49" charset="0"/>
              </a:rPr>
              <a:t>.</a:t>
            </a:r>
            <a:r>
              <a:rPr lang="en-US" sz="1400" b="0" dirty="0" err="1">
                <a:solidFill>
                  <a:srgbClr val="F39C12"/>
                </a:solidFill>
                <a:effectLst/>
                <a:latin typeface="Consolas" panose="020B0609020204030204" pitchFamily="49" charset="0"/>
              </a:rPr>
              <a:t>front</a:t>
            </a:r>
            <a:r>
              <a:rPr lang="en-US" sz="1400" b="0" dirty="0">
                <a:solidFill>
                  <a:srgbClr val="DAE3E3"/>
                </a:solidFill>
                <a:effectLst/>
                <a:latin typeface="Consolas" panose="020B0609020204030204" pitchFamily="49" charset="0"/>
              </a:rPr>
              <a:t> &gt; LDR_SENS &amp;&amp; </a:t>
            </a:r>
            <a:r>
              <a:rPr lang="en-US" sz="1400" b="0" dirty="0" err="1">
                <a:solidFill>
                  <a:srgbClr val="F39C12"/>
                </a:solidFill>
                <a:effectLst/>
                <a:latin typeface="Consolas" panose="020B0609020204030204" pitchFamily="49" charset="0"/>
              </a:rPr>
              <a:t>ldr</a:t>
            </a:r>
            <a:r>
              <a:rPr lang="en-US" sz="1400" b="0" dirty="0" err="1">
                <a:solidFill>
                  <a:srgbClr val="DAE3E3"/>
                </a:solidFill>
                <a:effectLst/>
                <a:latin typeface="Consolas" panose="020B0609020204030204" pitchFamily="49" charset="0"/>
              </a:rPr>
              <a:t>.</a:t>
            </a:r>
            <a:r>
              <a:rPr lang="en-US" sz="1400" b="0" dirty="0" err="1">
                <a:solidFill>
                  <a:srgbClr val="F39C12"/>
                </a:solidFill>
                <a:effectLst/>
                <a:latin typeface="Consolas" panose="020B0609020204030204" pitchFamily="49" charset="0"/>
              </a:rPr>
              <a:t>right</a:t>
            </a:r>
            <a:r>
              <a:rPr lang="en-US" sz="1400" b="0" dirty="0">
                <a:solidFill>
                  <a:srgbClr val="DAE3E3"/>
                </a:solidFill>
                <a:effectLst/>
                <a:latin typeface="Consolas" panose="020B0609020204030204" pitchFamily="49" charset="0"/>
              </a:rPr>
              <a:t> &gt; LDR_SENS) </a:t>
            </a:r>
            <a:r>
              <a:rPr lang="en-US" sz="1400" b="0" dirty="0" err="1">
                <a:solidFill>
                  <a:srgbClr val="F39C12"/>
                </a:solidFill>
                <a:effectLst/>
                <a:latin typeface="Consolas" panose="020B0609020204030204" pitchFamily="49" charset="0"/>
              </a:rPr>
              <a:t>moveSec</a:t>
            </a:r>
            <a:r>
              <a:rPr lang="en-US" sz="1400" b="0" dirty="0">
                <a:solidFill>
                  <a:srgbClr val="DAE3E3"/>
                </a:solidFill>
                <a:effectLst/>
                <a:latin typeface="Consolas" panose="020B0609020204030204" pitchFamily="49" charset="0"/>
              </a:rPr>
              <a:t>(</a:t>
            </a:r>
            <a:r>
              <a:rPr lang="en-US" sz="1400" b="0" dirty="0">
                <a:solidFill>
                  <a:srgbClr val="7FCBCD"/>
                </a:solidFill>
                <a:effectLst/>
                <a:latin typeface="Consolas" panose="020B0609020204030204" pitchFamily="49" charset="0"/>
              </a:rPr>
              <a:t>225</a:t>
            </a:r>
            <a:r>
              <a:rPr lang="en-US" sz="1400" b="0" dirty="0">
                <a:solidFill>
                  <a:srgbClr val="DAE3E3"/>
                </a:solidFill>
                <a:effectLst/>
                <a:latin typeface="Consolas" panose="020B0609020204030204" pitchFamily="49" charset="0"/>
              </a:rPr>
              <a:t>, HIGH_SPEED, MOVE_INSIDE_SEC);</a:t>
            </a:r>
          </a:p>
          <a:p>
            <a:pPr>
              <a:buNone/>
            </a:pP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else</a:t>
            </a: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if</a:t>
            </a:r>
            <a:r>
              <a:rPr lang="en-US" sz="1400" b="0" dirty="0">
                <a:solidFill>
                  <a:srgbClr val="DAE3E3"/>
                </a:solidFill>
                <a:effectLst/>
                <a:latin typeface="Consolas" panose="020B0609020204030204" pitchFamily="49" charset="0"/>
              </a:rPr>
              <a:t> (</a:t>
            </a:r>
            <a:r>
              <a:rPr lang="en-US" sz="1400" b="0" dirty="0" err="1">
                <a:solidFill>
                  <a:srgbClr val="F39C12"/>
                </a:solidFill>
                <a:effectLst/>
                <a:latin typeface="Consolas" panose="020B0609020204030204" pitchFamily="49" charset="0"/>
              </a:rPr>
              <a:t>ldr</a:t>
            </a:r>
            <a:r>
              <a:rPr lang="en-US" sz="1400" b="0" dirty="0" err="1">
                <a:solidFill>
                  <a:srgbClr val="DAE3E3"/>
                </a:solidFill>
                <a:effectLst/>
                <a:latin typeface="Consolas" panose="020B0609020204030204" pitchFamily="49" charset="0"/>
              </a:rPr>
              <a:t>.</a:t>
            </a:r>
            <a:r>
              <a:rPr lang="en-US" sz="1400" b="0" dirty="0" err="1">
                <a:solidFill>
                  <a:srgbClr val="F39C12"/>
                </a:solidFill>
                <a:effectLst/>
                <a:latin typeface="Consolas" panose="020B0609020204030204" pitchFamily="49" charset="0"/>
              </a:rPr>
              <a:t>front</a:t>
            </a:r>
            <a:r>
              <a:rPr lang="en-US" sz="1400" b="0" dirty="0">
                <a:solidFill>
                  <a:srgbClr val="DAE3E3"/>
                </a:solidFill>
                <a:effectLst/>
                <a:latin typeface="Consolas" panose="020B0609020204030204" pitchFamily="49" charset="0"/>
              </a:rPr>
              <a:t> &gt; LDR_SENS &amp;&amp; </a:t>
            </a:r>
            <a:r>
              <a:rPr lang="en-US" sz="1400" b="0" dirty="0" err="1">
                <a:solidFill>
                  <a:srgbClr val="F39C12"/>
                </a:solidFill>
                <a:effectLst/>
                <a:latin typeface="Consolas" panose="020B0609020204030204" pitchFamily="49" charset="0"/>
              </a:rPr>
              <a:t>ldr</a:t>
            </a:r>
            <a:r>
              <a:rPr lang="en-US" sz="1400" b="0" dirty="0" err="1">
                <a:solidFill>
                  <a:srgbClr val="DAE3E3"/>
                </a:solidFill>
                <a:effectLst/>
                <a:latin typeface="Consolas" panose="020B0609020204030204" pitchFamily="49" charset="0"/>
              </a:rPr>
              <a:t>.</a:t>
            </a:r>
            <a:r>
              <a:rPr lang="en-US" sz="1400" b="0" dirty="0" err="1">
                <a:solidFill>
                  <a:srgbClr val="F39C12"/>
                </a:solidFill>
                <a:effectLst/>
                <a:latin typeface="Consolas" panose="020B0609020204030204" pitchFamily="49" charset="0"/>
              </a:rPr>
              <a:t>left</a:t>
            </a:r>
            <a:r>
              <a:rPr lang="en-US" sz="1400" b="0" dirty="0">
                <a:solidFill>
                  <a:srgbClr val="DAE3E3"/>
                </a:solidFill>
                <a:effectLst/>
                <a:latin typeface="Consolas" panose="020B0609020204030204" pitchFamily="49" charset="0"/>
              </a:rPr>
              <a:t> &gt; LDR_SENS) </a:t>
            </a:r>
            <a:r>
              <a:rPr lang="en-US" sz="1400" b="0" dirty="0" err="1">
                <a:solidFill>
                  <a:srgbClr val="F39C12"/>
                </a:solidFill>
                <a:effectLst/>
                <a:latin typeface="Consolas" panose="020B0609020204030204" pitchFamily="49" charset="0"/>
              </a:rPr>
              <a:t>moveSec</a:t>
            </a:r>
            <a:r>
              <a:rPr lang="en-US" sz="1400" b="0" dirty="0">
                <a:solidFill>
                  <a:srgbClr val="DAE3E3"/>
                </a:solidFill>
                <a:effectLst/>
                <a:latin typeface="Consolas" panose="020B0609020204030204" pitchFamily="49" charset="0"/>
              </a:rPr>
              <a:t>(</a:t>
            </a:r>
            <a:r>
              <a:rPr lang="en-US" sz="1400" b="0" dirty="0">
                <a:solidFill>
                  <a:srgbClr val="7FCBCD"/>
                </a:solidFill>
                <a:effectLst/>
                <a:latin typeface="Consolas" panose="020B0609020204030204" pitchFamily="49" charset="0"/>
              </a:rPr>
              <a:t>135</a:t>
            </a:r>
            <a:r>
              <a:rPr lang="en-US" sz="1400" b="0" dirty="0">
                <a:solidFill>
                  <a:srgbClr val="DAE3E3"/>
                </a:solidFill>
                <a:effectLst/>
                <a:latin typeface="Consolas" panose="020B0609020204030204" pitchFamily="49" charset="0"/>
              </a:rPr>
              <a:t>, HIGH_SPEED, MOVE_INSIDE_SEC);</a:t>
            </a:r>
          </a:p>
          <a:p>
            <a:pPr>
              <a:buNone/>
            </a:pP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else</a:t>
            </a: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if</a:t>
            </a:r>
            <a:r>
              <a:rPr lang="en-US" sz="1400" b="0" dirty="0">
                <a:solidFill>
                  <a:srgbClr val="DAE3E3"/>
                </a:solidFill>
                <a:effectLst/>
                <a:latin typeface="Consolas" panose="020B0609020204030204" pitchFamily="49" charset="0"/>
              </a:rPr>
              <a:t> (</a:t>
            </a:r>
            <a:r>
              <a:rPr lang="en-US" sz="1400" b="0" dirty="0" err="1">
                <a:solidFill>
                  <a:srgbClr val="F39C12"/>
                </a:solidFill>
                <a:effectLst/>
                <a:latin typeface="Consolas" panose="020B0609020204030204" pitchFamily="49" charset="0"/>
              </a:rPr>
              <a:t>ldr</a:t>
            </a:r>
            <a:r>
              <a:rPr lang="en-US" sz="1400" b="0" dirty="0" err="1">
                <a:solidFill>
                  <a:srgbClr val="DAE3E3"/>
                </a:solidFill>
                <a:effectLst/>
                <a:latin typeface="Consolas" panose="020B0609020204030204" pitchFamily="49" charset="0"/>
              </a:rPr>
              <a:t>.</a:t>
            </a:r>
            <a:r>
              <a:rPr lang="en-US" sz="1400" b="0" dirty="0" err="1">
                <a:solidFill>
                  <a:srgbClr val="F39C12"/>
                </a:solidFill>
                <a:effectLst/>
                <a:latin typeface="Consolas" panose="020B0609020204030204" pitchFamily="49" charset="0"/>
              </a:rPr>
              <a:t>back</a:t>
            </a:r>
            <a:r>
              <a:rPr lang="en-US" sz="1400" b="0" dirty="0">
                <a:solidFill>
                  <a:srgbClr val="DAE3E3"/>
                </a:solidFill>
                <a:effectLst/>
                <a:latin typeface="Consolas" panose="020B0609020204030204" pitchFamily="49" charset="0"/>
              </a:rPr>
              <a:t> &gt; LDR_SENS &amp;&amp; </a:t>
            </a:r>
            <a:r>
              <a:rPr lang="en-US" sz="1400" b="0" dirty="0" err="1">
                <a:solidFill>
                  <a:srgbClr val="F39C12"/>
                </a:solidFill>
                <a:effectLst/>
                <a:latin typeface="Consolas" panose="020B0609020204030204" pitchFamily="49" charset="0"/>
              </a:rPr>
              <a:t>ldr</a:t>
            </a:r>
            <a:r>
              <a:rPr lang="en-US" sz="1400" b="0" dirty="0" err="1">
                <a:solidFill>
                  <a:srgbClr val="DAE3E3"/>
                </a:solidFill>
                <a:effectLst/>
                <a:latin typeface="Consolas" panose="020B0609020204030204" pitchFamily="49" charset="0"/>
              </a:rPr>
              <a:t>.</a:t>
            </a:r>
            <a:r>
              <a:rPr lang="en-US" sz="1400" b="0" dirty="0" err="1">
                <a:solidFill>
                  <a:srgbClr val="F39C12"/>
                </a:solidFill>
                <a:effectLst/>
                <a:latin typeface="Consolas" panose="020B0609020204030204" pitchFamily="49" charset="0"/>
              </a:rPr>
              <a:t>right</a:t>
            </a:r>
            <a:r>
              <a:rPr lang="en-US" sz="1400" b="0" dirty="0">
                <a:solidFill>
                  <a:srgbClr val="DAE3E3"/>
                </a:solidFill>
                <a:effectLst/>
                <a:latin typeface="Consolas" panose="020B0609020204030204" pitchFamily="49" charset="0"/>
              </a:rPr>
              <a:t> &gt; LDR_SENS) </a:t>
            </a:r>
            <a:r>
              <a:rPr lang="en-US" sz="1400" b="0" dirty="0" err="1">
                <a:solidFill>
                  <a:srgbClr val="F39C12"/>
                </a:solidFill>
                <a:effectLst/>
                <a:latin typeface="Consolas" panose="020B0609020204030204" pitchFamily="49" charset="0"/>
              </a:rPr>
              <a:t>moveSec</a:t>
            </a:r>
            <a:r>
              <a:rPr lang="en-US" sz="1400" b="0" dirty="0">
                <a:solidFill>
                  <a:srgbClr val="DAE3E3"/>
                </a:solidFill>
                <a:effectLst/>
                <a:latin typeface="Consolas" panose="020B0609020204030204" pitchFamily="49" charset="0"/>
              </a:rPr>
              <a:t>(</a:t>
            </a:r>
            <a:r>
              <a:rPr lang="en-US" sz="1400" b="0" dirty="0">
                <a:solidFill>
                  <a:srgbClr val="7FCBCD"/>
                </a:solidFill>
                <a:effectLst/>
                <a:latin typeface="Consolas" panose="020B0609020204030204" pitchFamily="49" charset="0"/>
              </a:rPr>
              <a:t>315</a:t>
            </a:r>
            <a:r>
              <a:rPr lang="en-US" sz="1400" b="0" dirty="0">
                <a:solidFill>
                  <a:srgbClr val="DAE3E3"/>
                </a:solidFill>
                <a:effectLst/>
                <a:latin typeface="Consolas" panose="020B0609020204030204" pitchFamily="49" charset="0"/>
              </a:rPr>
              <a:t>, HIGH_SPEED, MOVE_INSIDE_SEC);</a:t>
            </a:r>
          </a:p>
          <a:p>
            <a:pPr>
              <a:buNone/>
            </a:pP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else</a:t>
            </a: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if</a:t>
            </a:r>
            <a:r>
              <a:rPr lang="en-US" sz="1400" b="0" dirty="0">
                <a:solidFill>
                  <a:srgbClr val="DAE3E3"/>
                </a:solidFill>
                <a:effectLst/>
                <a:latin typeface="Consolas" panose="020B0609020204030204" pitchFamily="49" charset="0"/>
              </a:rPr>
              <a:t> (</a:t>
            </a:r>
            <a:r>
              <a:rPr lang="en-US" sz="1400" b="0" dirty="0" err="1">
                <a:solidFill>
                  <a:srgbClr val="F39C12"/>
                </a:solidFill>
                <a:effectLst/>
                <a:latin typeface="Consolas" panose="020B0609020204030204" pitchFamily="49" charset="0"/>
              </a:rPr>
              <a:t>ldr</a:t>
            </a:r>
            <a:r>
              <a:rPr lang="en-US" sz="1400" b="0" dirty="0" err="1">
                <a:solidFill>
                  <a:srgbClr val="DAE3E3"/>
                </a:solidFill>
                <a:effectLst/>
                <a:latin typeface="Consolas" panose="020B0609020204030204" pitchFamily="49" charset="0"/>
              </a:rPr>
              <a:t>.</a:t>
            </a:r>
            <a:r>
              <a:rPr lang="en-US" sz="1400" b="0" dirty="0" err="1">
                <a:solidFill>
                  <a:srgbClr val="F39C12"/>
                </a:solidFill>
                <a:effectLst/>
                <a:latin typeface="Consolas" panose="020B0609020204030204" pitchFamily="49" charset="0"/>
              </a:rPr>
              <a:t>back</a:t>
            </a:r>
            <a:r>
              <a:rPr lang="en-US" sz="1400" b="0" dirty="0">
                <a:solidFill>
                  <a:srgbClr val="DAE3E3"/>
                </a:solidFill>
                <a:effectLst/>
                <a:latin typeface="Consolas" panose="020B0609020204030204" pitchFamily="49" charset="0"/>
              </a:rPr>
              <a:t> &gt; LDR_SENS &amp;&amp; </a:t>
            </a:r>
            <a:r>
              <a:rPr lang="en-US" sz="1400" b="0" dirty="0" err="1">
                <a:solidFill>
                  <a:srgbClr val="F39C12"/>
                </a:solidFill>
                <a:effectLst/>
                <a:latin typeface="Consolas" panose="020B0609020204030204" pitchFamily="49" charset="0"/>
              </a:rPr>
              <a:t>ldr</a:t>
            </a:r>
            <a:r>
              <a:rPr lang="en-US" sz="1400" b="0" dirty="0" err="1">
                <a:solidFill>
                  <a:srgbClr val="DAE3E3"/>
                </a:solidFill>
                <a:effectLst/>
                <a:latin typeface="Consolas" panose="020B0609020204030204" pitchFamily="49" charset="0"/>
              </a:rPr>
              <a:t>.</a:t>
            </a:r>
            <a:r>
              <a:rPr lang="en-US" sz="1400" b="0" dirty="0" err="1">
                <a:solidFill>
                  <a:srgbClr val="F39C12"/>
                </a:solidFill>
                <a:effectLst/>
                <a:latin typeface="Consolas" panose="020B0609020204030204" pitchFamily="49" charset="0"/>
              </a:rPr>
              <a:t>left</a:t>
            </a:r>
            <a:r>
              <a:rPr lang="en-US" sz="1400" b="0" dirty="0">
                <a:solidFill>
                  <a:srgbClr val="DAE3E3"/>
                </a:solidFill>
                <a:effectLst/>
                <a:latin typeface="Consolas" panose="020B0609020204030204" pitchFamily="49" charset="0"/>
              </a:rPr>
              <a:t> &gt; LDR_SENS) </a:t>
            </a:r>
            <a:r>
              <a:rPr lang="en-US" sz="1400" b="0" dirty="0" err="1">
                <a:solidFill>
                  <a:srgbClr val="F39C12"/>
                </a:solidFill>
                <a:effectLst/>
                <a:latin typeface="Consolas" panose="020B0609020204030204" pitchFamily="49" charset="0"/>
              </a:rPr>
              <a:t>moveSec</a:t>
            </a:r>
            <a:r>
              <a:rPr lang="en-US" sz="1400" b="0" dirty="0">
                <a:solidFill>
                  <a:srgbClr val="DAE3E3"/>
                </a:solidFill>
                <a:effectLst/>
                <a:latin typeface="Consolas" panose="020B0609020204030204" pitchFamily="49" charset="0"/>
              </a:rPr>
              <a:t>(</a:t>
            </a:r>
            <a:r>
              <a:rPr lang="en-US" sz="1400" b="0" dirty="0">
                <a:solidFill>
                  <a:srgbClr val="7FCBCD"/>
                </a:solidFill>
                <a:effectLst/>
                <a:latin typeface="Consolas" panose="020B0609020204030204" pitchFamily="49" charset="0"/>
              </a:rPr>
              <a:t>45</a:t>
            </a:r>
            <a:r>
              <a:rPr lang="en-US" sz="1400" b="0" dirty="0">
                <a:solidFill>
                  <a:srgbClr val="DAE3E3"/>
                </a:solidFill>
                <a:effectLst/>
                <a:latin typeface="Consolas" panose="020B0609020204030204" pitchFamily="49" charset="0"/>
              </a:rPr>
              <a:t>, HIGH_SPEED, MOVE_INSIDE_SEC);</a:t>
            </a:r>
          </a:p>
          <a:p>
            <a:pPr>
              <a:buNone/>
            </a:pP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else</a:t>
            </a: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if</a:t>
            </a:r>
            <a:r>
              <a:rPr lang="en-US" sz="1400" b="0" dirty="0">
                <a:solidFill>
                  <a:srgbClr val="DAE3E3"/>
                </a:solidFill>
                <a:effectLst/>
                <a:latin typeface="Consolas" panose="020B0609020204030204" pitchFamily="49" charset="0"/>
              </a:rPr>
              <a:t> (</a:t>
            </a:r>
            <a:r>
              <a:rPr lang="en-US" sz="1400" b="0" dirty="0" err="1">
                <a:solidFill>
                  <a:srgbClr val="F39C12"/>
                </a:solidFill>
                <a:effectLst/>
                <a:latin typeface="Consolas" panose="020B0609020204030204" pitchFamily="49" charset="0"/>
              </a:rPr>
              <a:t>ldr</a:t>
            </a:r>
            <a:r>
              <a:rPr lang="en-US" sz="1400" b="0" dirty="0" err="1">
                <a:solidFill>
                  <a:srgbClr val="DAE3E3"/>
                </a:solidFill>
                <a:effectLst/>
                <a:latin typeface="Consolas" panose="020B0609020204030204" pitchFamily="49" charset="0"/>
              </a:rPr>
              <a:t>.</a:t>
            </a:r>
            <a:r>
              <a:rPr lang="en-US" sz="1400" b="0" dirty="0" err="1">
                <a:solidFill>
                  <a:srgbClr val="F39C12"/>
                </a:solidFill>
                <a:effectLst/>
                <a:latin typeface="Consolas" panose="020B0609020204030204" pitchFamily="49" charset="0"/>
              </a:rPr>
              <a:t>front</a:t>
            </a:r>
            <a:r>
              <a:rPr lang="en-US" sz="1400" b="0" dirty="0">
                <a:solidFill>
                  <a:srgbClr val="DAE3E3"/>
                </a:solidFill>
                <a:effectLst/>
                <a:latin typeface="Consolas" panose="020B0609020204030204" pitchFamily="49" charset="0"/>
              </a:rPr>
              <a:t> &gt; LDR_SENS) </a:t>
            </a:r>
            <a:r>
              <a:rPr lang="en-US" sz="1400" b="0" dirty="0" err="1">
                <a:solidFill>
                  <a:srgbClr val="F39C12"/>
                </a:solidFill>
                <a:effectLst/>
                <a:latin typeface="Consolas" panose="020B0609020204030204" pitchFamily="49" charset="0"/>
              </a:rPr>
              <a:t>moveSec</a:t>
            </a:r>
            <a:r>
              <a:rPr lang="en-US" sz="1400" b="0" dirty="0">
                <a:solidFill>
                  <a:srgbClr val="DAE3E3"/>
                </a:solidFill>
                <a:effectLst/>
                <a:latin typeface="Consolas" panose="020B0609020204030204" pitchFamily="49" charset="0"/>
              </a:rPr>
              <a:t>(</a:t>
            </a:r>
            <a:r>
              <a:rPr lang="en-US" sz="1400" b="0" dirty="0">
                <a:solidFill>
                  <a:srgbClr val="7FCBCD"/>
                </a:solidFill>
                <a:effectLst/>
                <a:latin typeface="Consolas" panose="020B0609020204030204" pitchFamily="49" charset="0"/>
              </a:rPr>
              <a:t>180</a:t>
            </a:r>
            <a:r>
              <a:rPr lang="en-US" sz="1400" b="0" dirty="0">
                <a:solidFill>
                  <a:srgbClr val="DAE3E3"/>
                </a:solidFill>
                <a:effectLst/>
                <a:latin typeface="Consolas" panose="020B0609020204030204" pitchFamily="49" charset="0"/>
              </a:rPr>
              <a:t>, HIGH_SPEED, MOVE_INSIDE_SEC);</a:t>
            </a:r>
          </a:p>
          <a:p>
            <a:pPr>
              <a:buNone/>
            </a:pP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else</a:t>
            </a: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if</a:t>
            </a:r>
            <a:r>
              <a:rPr lang="en-US" sz="1400" b="0" dirty="0">
                <a:solidFill>
                  <a:srgbClr val="DAE3E3"/>
                </a:solidFill>
                <a:effectLst/>
                <a:latin typeface="Consolas" panose="020B0609020204030204" pitchFamily="49" charset="0"/>
              </a:rPr>
              <a:t> (</a:t>
            </a:r>
            <a:r>
              <a:rPr lang="en-US" sz="1400" b="0" dirty="0" err="1">
                <a:solidFill>
                  <a:srgbClr val="F39C12"/>
                </a:solidFill>
                <a:effectLst/>
                <a:latin typeface="Consolas" panose="020B0609020204030204" pitchFamily="49" charset="0"/>
              </a:rPr>
              <a:t>ldr</a:t>
            </a:r>
            <a:r>
              <a:rPr lang="en-US" sz="1400" b="0" dirty="0" err="1">
                <a:solidFill>
                  <a:srgbClr val="DAE3E3"/>
                </a:solidFill>
                <a:effectLst/>
                <a:latin typeface="Consolas" panose="020B0609020204030204" pitchFamily="49" charset="0"/>
              </a:rPr>
              <a:t>.</a:t>
            </a:r>
            <a:r>
              <a:rPr lang="en-US" sz="1400" b="0" dirty="0" err="1">
                <a:solidFill>
                  <a:srgbClr val="F39C12"/>
                </a:solidFill>
                <a:effectLst/>
                <a:latin typeface="Consolas" panose="020B0609020204030204" pitchFamily="49" charset="0"/>
              </a:rPr>
              <a:t>right</a:t>
            </a:r>
            <a:r>
              <a:rPr lang="en-US" sz="1400" b="0" dirty="0">
                <a:solidFill>
                  <a:srgbClr val="DAE3E3"/>
                </a:solidFill>
                <a:effectLst/>
                <a:latin typeface="Consolas" panose="020B0609020204030204" pitchFamily="49" charset="0"/>
              </a:rPr>
              <a:t> &gt; LDR_SENS) </a:t>
            </a:r>
            <a:r>
              <a:rPr lang="en-US" sz="1400" b="0" dirty="0" err="1">
                <a:solidFill>
                  <a:srgbClr val="F39C12"/>
                </a:solidFill>
                <a:effectLst/>
                <a:latin typeface="Consolas" panose="020B0609020204030204" pitchFamily="49" charset="0"/>
              </a:rPr>
              <a:t>moveSec</a:t>
            </a:r>
            <a:r>
              <a:rPr lang="en-US" sz="1400" b="0" dirty="0">
                <a:solidFill>
                  <a:srgbClr val="DAE3E3"/>
                </a:solidFill>
                <a:effectLst/>
                <a:latin typeface="Consolas" panose="020B0609020204030204" pitchFamily="49" charset="0"/>
              </a:rPr>
              <a:t>(</a:t>
            </a:r>
            <a:r>
              <a:rPr lang="en-US" sz="1400" b="0" dirty="0">
                <a:solidFill>
                  <a:srgbClr val="7FCBCD"/>
                </a:solidFill>
                <a:effectLst/>
                <a:latin typeface="Consolas" panose="020B0609020204030204" pitchFamily="49" charset="0"/>
              </a:rPr>
              <a:t>270</a:t>
            </a:r>
            <a:r>
              <a:rPr lang="en-US" sz="1400" b="0" dirty="0">
                <a:solidFill>
                  <a:srgbClr val="DAE3E3"/>
                </a:solidFill>
                <a:effectLst/>
                <a:latin typeface="Consolas" panose="020B0609020204030204" pitchFamily="49" charset="0"/>
              </a:rPr>
              <a:t>, HIGH_SPEED, MOVE_INSIDE_SEC);</a:t>
            </a:r>
          </a:p>
          <a:p>
            <a:pPr>
              <a:buNone/>
            </a:pP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else</a:t>
            </a: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if</a:t>
            </a:r>
            <a:r>
              <a:rPr lang="en-US" sz="1400" b="0" dirty="0">
                <a:solidFill>
                  <a:srgbClr val="DAE3E3"/>
                </a:solidFill>
                <a:effectLst/>
                <a:latin typeface="Consolas" panose="020B0609020204030204" pitchFamily="49" charset="0"/>
              </a:rPr>
              <a:t> (</a:t>
            </a:r>
            <a:r>
              <a:rPr lang="en-US" sz="1400" b="0" dirty="0" err="1">
                <a:solidFill>
                  <a:srgbClr val="F39C12"/>
                </a:solidFill>
                <a:effectLst/>
                <a:latin typeface="Consolas" panose="020B0609020204030204" pitchFamily="49" charset="0"/>
              </a:rPr>
              <a:t>ldr</a:t>
            </a:r>
            <a:r>
              <a:rPr lang="en-US" sz="1400" b="0" dirty="0" err="1">
                <a:solidFill>
                  <a:srgbClr val="DAE3E3"/>
                </a:solidFill>
                <a:effectLst/>
                <a:latin typeface="Consolas" panose="020B0609020204030204" pitchFamily="49" charset="0"/>
              </a:rPr>
              <a:t>.</a:t>
            </a:r>
            <a:r>
              <a:rPr lang="en-US" sz="1400" b="0" dirty="0" err="1">
                <a:solidFill>
                  <a:srgbClr val="F39C12"/>
                </a:solidFill>
                <a:effectLst/>
                <a:latin typeface="Consolas" panose="020B0609020204030204" pitchFamily="49" charset="0"/>
              </a:rPr>
              <a:t>back</a:t>
            </a:r>
            <a:r>
              <a:rPr lang="en-US" sz="1400" b="0" dirty="0">
                <a:solidFill>
                  <a:srgbClr val="DAE3E3"/>
                </a:solidFill>
                <a:effectLst/>
                <a:latin typeface="Consolas" panose="020B0609020204030204" pitchFamily="49" charset="0"/>
              </a:rPr>
              <a:t> &gt; LDR_SENS) </a:t>
            </a:r>
            <a:r>
              <a:rPr lang="en-US" sz="1400" b="0" dirty="0" err="1">
                <a:solidFill>
                  <a:srgbClr val="F39C12"/>
                </a:solidFill>
                <a:effectLst/>
                <a:latin typeface="Consolas" panose="020B0609020204030204" pitchFamily="49" charset="0"/>
              </a:rPr>
              <a:t>moveSec</a:t>
            </a:r>
            <a:r>
              <a:rPr lang="en-US" sz="1400" b="0" dirty="0">
                <a:solidFill>
                  <a:srgbClr val="DAE3E3"/>
                </a:solidFill>
                <a:effectLst/>
                <a:latin typeface="Consolas" panose="020B0609020204030204" pitchFamily="49" charset="0"/>
              </a:rPr>
              <a:t>(</a:t>
            </a:r>
            <a:r>
              <a:rPr lang="en-US" sz="1400" b="0" dirty="0">
                <a:solidFill>
                  <a:srgbClr val="7FCBCD"/>
                </a:solidFill>
                <a:effectLst/>
                <a:latin typeface="Consolas" panose="020B0609020204030204" pitchFamily="49" charset="0"/>
              </a:rPr>
              <a:t>0</a:t>
            </a:r>
            <a:r>
              <a:rPr lang="en-US" sz="1400" b="0" dirty="0">
                <a:solidFill>
                  <a:srgbClr val="DAE3E3"/>
                </a:solidFill>
                <a:effectLst/>
                <a:latin typeface="Consolas" panose="020B0609020204030204" pitchFamily="49" charset="0"/>
              </a:rPr>
              <a:t>, HIGH_SPEED, MOVE_INSIDE_SEC);</a:t>
            </a:r>
          </a:p>
          <a:p>
            <a:pPr>
              <a:buNone/>
            </a:pP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else</a:t>
            </a: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if</a:t>
            </a:r>
            <a:r>
              <a:rPr lang="en-US" sz="1400" b="0" dirty="0">
                <a:solidFill>
                  <a:srgbClr val="DAE3E3"/>
                </a:solidFill>
                <a:effectLst/>
                <a:latin typeface="Consolas" panose="020B0609020204030204" pitchFamily="49" charset="0"/>
              </a:rPr>
              <a:t> (</a:t>
            </a:r>
            <a:r>
              <a:rPr lang="en-US" sz="1400" b="0" dirty="0" err="1">
                <a:solidFill>
                  <a:srgbClr val="F39C12"/>
                </a:solidFill>
                <a:effectLst/>
                <a:latin typeface="Consolas" panose="020B0609020204030204" pitchFamily="49" charset="0"/>
              </a:rPr>
              <a:t>ldr</a:t>
            </a:r>
            <a:r>
              <a:rPr lang="en-US" sz="1400" b="0" dirty="0" err="1">
                <a:solidFill>
                  <a:srgbClr val="DAE3E3"/>
                </a:solidFill>
                <a:effectLst/>
                <a:latin typeface="Consolas" panose="020B0609020204030204" pitchFamily="49" charset="0"/>
              </a:rPr>
              <a:t>.</a:t>
            </a:r>
            <a:r>
              <a:rPr lang="en-US" sz="1400" b="0" dirty="0" err="1">
                <a:solidFill>
                  <a:srgbClr val="F39C12"/>
                </a:solidFill>
                <a:effectLst/>
                <a:latin typeface="Consolas" panose="020B0609020204030204" pitchFamily="49" charset="0"/>
              </a:rPr>
              <a:t>left</a:t>
            </a:r>
            <a:r>
              <a:rPr lang="en-US" sz="1400" b="0" dirty="0">
                <a:solidFill>
                  <a:srgbClr val="DAE3E3"/>
                </a:solidFill>
                <a:effectLst/>
                <a:latin typeface="Consolas" panose="020B0609020204030204" pitchFamily="49" charset="0"/>
              </a:rPr>
              <a:t> &gt; LDR_SENS) </a:t>
            </a:r>
            <a:r>
              <a:rPr lang="en-US" sz="1400" b="0" dirty="0" err="1">
                <a:solidFill>
                  <a:srgbClr val="F39C12"/>
                </a:solidFill>
                <a:effectLst/>
                <a:latin typeface="Consolas" panose="020B0609020204030204" pitchFamily="49" charset="0"/>
              </a:rPr>
              <a:t>moveSec</a:t>
            </a:r>
            <a:r>
              <a:rPr lang="en-US" sz="1400" b="0" dirty="0">
                <a:solidFill>
                  <a:srgbClr val="DAE3E3"/>
                </a:solidFill>
                <a:effectLst/>
                <a:latin typeface="Consolas" panose="020B0609020204030204" pitchFamily="49" charset="0"/>
              </a:rPr>
              <a:t>(</a:t>
            </a:r>
            <a:r>
              <a:rPr lang="en-US" sz="1400" b="0" dirty="0">
                <a:solidFill>
                  <a:srgbClr val="7FCBCD"/>
                </a:solidFill>
                <a:effectLst/>
                <a:latin typeface="Consolas" panose="020B0609020204030204" pitchFamily="49" charset="0"/>
              </a:rPr>
              <a:t>90</a:t>
            </a:r>
            <a:r>
              <a:rPr lang="en-US" sz="1400" b="0" dirty="0">
                <a:solidFill>
                  <a:srgbClr val="DAE3E3"/>
                </a:solidFill>
                <a:effectLst/>
                <a:latin typeface="Consolas" panose="020B0609020204030204" pitchFamily="49" charset="0"/>
              </a:rPr>
              <a:t>, HIGH_SPEED, MOVE_INSIDE_SEC);</a:t>
            </a:r>
          </a:p>
          <a:p>
            <a:pPr>
              <a:buNone/>
            </a:pP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else</a:t>
            </a:r>
            <a:r>
              <a:rPr lang="en-US" sz="1400" b="0" dirty="0">
                <a:solidFill>
                  <a:srgbClr val="DAE3E3"/>
                </a:solidFill>
                <a:effectLst/>
                <a:latin typeface="Consolas" panose="020B0609020204030204" pitchFamily="49" charset="0"/>
              </a:rPr>
              <a:t> {</a:t>
            </a:r>
          </a:p>
          <a:p>
            <a:pPr>
              <a:buNone/>
            </a:pP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checking_out</a:t>
            </a:r>
            <a:r>
              <a:rPr lang="en-US" sz="1400" b="0" dirty="0">
                <a:solidFill>
                  <a:srgbClr val="DAE3E3"/>
                </a:solidFill>
                <a:effectLst/>
                <a:latin typeface="Consolas" panose="020B0609020204030204" pitchFamily="49" charset="0"/>
              </a:rPr>
              <a:t> = </a:t>
            </a:r>
            <a:r>
              <a:rPr lang="en-US" sz="1400" b="0" dirty="0">
                <a:solidFill>
                  <a:srgbClr val="7FCBCD"/>
                </a:solidFill>
                <a:effectLst/>
                <a:latin typeface="Consolas" panose="020B0609020204030204" pitchFamily="49" charset="0"/>
              </a:rPr>
              <a:t>false</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return</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p>
          <a:p>
            <a:pPr>
              <a:buNone/>
            </a:pPr>
            <a:r>
              <a:rPr lang="en-US" sz="1400" b="0" dirty="0">
                <a:solidFill>
                  <a:srgbClr val="DAE3E3"/>
                </a:solidFill>
                <a:effectLst/>
                <a:latin typeface="Consolas" panose="020B0609020204030204" pitchFamily="49" charset="0"/>
              </a:rPr>
              <a:t>  </a:t>
            </a:r>
            <a:r>
              <a:rPr lang="en-US" sz="1400" b="0" dirty="0">
                <a:solidFill>
                  <a:srgbClr val="0CA1A6"/>
                </a:solidFill>
                <a:effectLst/>
                <a:latin typeface="Consolas" panose="020B0609020204030204" pitchFamily="49" charset="0"/>
              </a:rPr>
              <a:t>float</a:t>
            </a: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out_ball_angle</a:t>
            </a:r>
            <a:r>
              <a:rPr lang="en-US" sz="1400" b="0" dirty="0">
                <a:solidFill>
                  <a:srgbClr val="DAE3E3"/>
                </a:solidFill>
                <a:effectLst/>
                <a:latin typeface="Consolas" panose="020B0609020204030204" pitchFamily="49" charset="0"/>
              </a:rPr>
              <a:t> = </a:t>
            </a:r>
            <a:r>
              <a:rPr lang="en-US" sz="1400" b="0" dirty="0" err="1">
                <a:solidFill>
                  <a:srgbClr val="DAE3E3"/>
                </a:solidFill>
                <a:effectLst/>
                <a:latin typeface="Consolas" panose="020B0609020204030204" pitchFamily="49" charset="0"/>
              </a:rPr>
              <a:t>ball_angle</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while</a:t>
            </a: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is_ball</a:t>
            </a:r>
            <a:r>
              <a:rPr lang="en-US" sz="1400" b="0" dirty="0">
                <a:solidFill>
                  <a:srgbClr val="DAE3E3"/>
                </a:solidFill>
                <a:effectLst/>
                <a:latin typeface="Consolas" panose="020B0609020204030204" pitchFamily="49" charset="0"/>
              </a:rPr>
              <a:t> &amp;&amp; </a:t>
            </a:r>
            <a:r>
              <a:rPr lang="en-US" sz="1400" b="0" dirty="0">
                <a:solidFill>
                  <a:srgbClr val="F39C12"/>
                </a:solidFill>
                <a:effectLst/>
                <a:latin typeface="Consolas" panose="020B0609020204030204" pitchFamily="49" charset="0"/>
              </a:rPr>
              <a:t>abs</a:t>
            </a:r>
            <a:r>
              <a:rPr lang="en-US" sz="1400" b="0" dirty="0">
                <a:solidFill>
                  <a:srgbClr val="DAE3E3"/>
                </a:solidFill>
                <a:effectLst/>
                <a:latin typeface="Consolas" panose="020B0609020204030204" pitchFamily="49" charset="0"/>
              </a:rPr>
              <a:t>(</a:t>
            </a:r>
            <a:r>
              <a:rPr lang="en-US" sz="1400" b="0" dirty="0" err="1">
                <a:solidFill>
                  <a:srgbClr val="DAE3E3"/>
                </a:solidFill>
                <a:effectLst/>
                <a:latin typeface="Consolas" panose="020B0609020204030204" pitchFamily="49" charset="0"/>
              </a:rPr>
              <a:t>out_ball_angle</a:t>
            </a:r>
            <a:r>
              <a:rPr lang="en-US" sz="1400" b="0" dirty="0">
                <a:solidFill>
                  <a:srgbClr val="DAE3E3"/>
                </a:solidFill>
                <a:effectLst/>
                <a:latin typeface="Consolas" panose="020B0609020204030204" pitchFamily="49" charset="0"/>
              </a:rPr>
              <a:t> - </a:t>
            </a:r>
            <a:r>
              <a:rPr lang="en-US" sz="1400" b="0" dirty="0" err="1">
                <a:solidFill>
                  <a:srgbClr val="DAE3E3"/>
                </a:solidFill>
                <a:effectLst/>
                <a:latin typeface="Consolas" panose="020B0609020204030204" pitchFamily="49" charset="0"/>
              </a:rPr>
              <a:t>ball_angle</a:t>
            </a:r>
            <a:r>
              <a:rPr lang="en-US" sz="1400" b="0" dirty="0">
                <a:solidFill>
                  <a:srgbClr val="DAE3E3"/>
                </a:solidFill>
                <a:effectLst/>
                <a:latin typeface="Consolas" panose="020B0609020204030204" pitchFamily="49" charset="0"/>
              </a:rPr>
              <a:t>) &lt; </a:t>
            </a:r>
            <a:r>
              <a:rPr lang="en-US" sz="1400" b="0" dirty="0">
                <a:solidFill>
                  <a:srgbClr val="7FCBCD"/>
                </a:solidFill>
                <a:effectLst/>
                <a:latin typeface="Consolas" panose="020B0609020204030204" pitchFamily="49" charset="0"/>
              </a:rPr>
              <a:t>30</a:t>
            </a:r>
            <a:r>
              <a:rPr lang="en-US" sz="1400" b="0" dirty="0">
                <a:solidFill>
                  <a:srgbClr val="DAE3E3"/>
                </a:solidFill>
                <a:effectLst/>
                <a:latin typeface="Consolas" panose="020B0609020204030204" pitchFamily="49" charset="0"/>
              </a:rPr>
              <a:t>) {</a:t>
            </a:r>
          </a:p>
          <a:p>
            <a:pPr>
              <a:buNone/>
            </a:pPr>
            <a:r>
              <a:rPr lang="en-US" sz="1400" b="0" dirty="0">
                <a:solidFill>
                  <a:srgbClr val="DAE3E3"/>
                </a:solidFill>
                <a:effectLst/>
                <a:latin typeface="Consolas" panose="020B0609020204030204" pitchFamily="49" charset="0"/>
              </a:rPr>
              <a:t>    </a:t>
            </a:r>
            <a:r>
              <a:rPr lang="en-US" sz="1400" b="0" dirty="0" err="1">
                <a:solidFill>
                  <a:srgbClr val="F39C12"/>
                </a:solidFill>
                <a:effectLst/>
                <a:latin typeface="Consolas" panose="020B0609020204030204" pitchFamily="49" charset="0"/>
              </a:rPr>
              <a:t>update_all</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r>
              <a:rPr lang="en-US" sz="1400" b="0" dirty="0">
                <a:solidFill>
                  <a:srgbClr val="C586C0"/>
                </a:solidFill>
                <a:effectLst/>
                <a:latin typeface="Consolas" panose="020B0609020204030204" pitchFamily="49" charset="0"/>
              </a:rPr>
              <a:t>if</a:t>
            </a:r>
            <a:r>
              <a:rPr lang="en-US" sz="1400" b="0" dirty="0">
                <a:solidFill>
                  <a:srgbClr val="DAE3E3"/>
                </a:solidFill>
                <a:effectLst/>
                <a:latin typeface="Consolas" panose="020B0609020204030204" pitchFamily="49" charset="0"/>
              </a:rPr>
              <a:t> (</a:t>
            </a:r>
            <a:r>
              <a:rPr lang="en-US" sz="1400" b="0" dirty="0" err="1">
                <a:solidFill>
                  <a:srgbClr val="F39C12"/>
                </a:solidFill>
                <a:effectLst/>
                <a:latin typeface="Consolas" panose="020B0609020204030204" pitchFamily="49" charset="0"/>
              </a:rPr>
              <a:t>move_inside</a:t>
            </a:r>
            <a:r>
              <a:rPr lang="en-US" sz="1400" b="0" dirty="0">
                <a:solidFill>
                  <a:srgbClr val="DAE3E3"/>
                </a:solidFill>
                <a:effectLst/>
                <a:latin typeface="Consolas" panose="020B0609020204030204" pitchFamily="49" charset="0"/>
              </a:rPr>
              <a:t>()) </a:t>
            </a:r>
            <a:r>
              <a:rPr lang="en-US" sz="1400" b="0" dirty="0">
                <a:solidFill>
                  <a:srgbClr val="F39C12"/>
                </a:solidFill>
                <a:effectLst/>
                <a:latin typeface="Consolas" panose="020B0609020204030204" pitchFamily="49" charset="0"/>
              </a:rPr>
              <a:t>stop</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  }</a:t>
            </a:r>
          </a:p>
          <a:p>
            <a:pPr>
              <a:buNone/>
            </a:pPr>
            <a:r>
              <a:rPr lang="en-US" sz="1400" b="0" dirty="0">
                <a:solidFill>
                  <a:srgbClr val="DAE3E3"/>
                </a:solidFill>
                <a:effectLst/>
                <a:latin typeface="Consolas" panose="020B0609020204030204" pitchFamily="49" charset="0"/>
              </a:rPr>
              <a:t>  </a:t>
            </a:r>
            <a:r>
              <a:rPr lang="en-US" sz="1400" b="0" dirty="0" err="1">
                <a:solidFill>
                  <a:srgbClr val="DAE3E3"/>
                </a:solidFill>
                <a:effectLst/>
                <a:latin typeface="Consolas" panose="020B0609020204030204" pitchFamily="49" charset="0"/>
              </a:rPr>
              <a:t>checking_out</a:t>
            </a:r>
            <a:r>
              <a:rPr lang="en-US" sz="1400" b="0" dirty="0">
                <a:solidFill>
                  <a:srgbClr val="DAE3E3"/>
                </a:solidFill>
                <a:effectLst/>
                <a:latin typeface="Consolas" panose="020B0609020204030204" pitchFamily="49" charset="0"/>
              </a:rPr>
              <a:t> = </a:t>
            </a:r>
            <a:r>
              <a:rPr lang="en-US" sz="1400" b="0" dirty="0">
                <a:solidFill>
                  <a:srgbClr val="7FCBCD"/>
                </a:solidFill>
                <a:effectLst/>
                <a:latin typeface="Consolas" panose="020B0609020204030204" pitchFamily="49" charset="0"/>
              </a:rPr>
              <a:t>false</a:t>
            </a:r>
            <a:r>
              <a:rPr lang="en-US" sz="1400" b="0" dirty="0">
                <a:solidFill>
                  <a:srgbClr val="DAE3E3"/>
                </a:solidFill>
                <a:effectLst/>
                <a:latin typeface="Consolas" panose="020B0609020204030204" pitchFamily="49" charset="0"/>
              </a:rPr>
              <a:t>;</a:t>
            </a:r>
          </a:p>
          <a:p>
            <a:pPr>
              <a:buNone/>
            </a:pPr>
            <a:r>
              <a:rPr lang="en-US" sz="1400" b="0" dirty="0">
                <a:solidFill>
                  <a:srgbClr val="DAE3E3"/>
                </a:solidFill>
                <a:effectLst/>
                <a:latin typeface="Consolas" panose="020B0609020204030204" pitchFamily="49" charset="0"/>
              </a:rPr>
              <a:t>}</a:t>
            </a:r>
          </a:p>
        </p:txBody>
      </p:sp>
    </p:spTree>
    <p:extLst>
      <p:ext uri="{BB962C8B-B14F-4D97-AF65-F5344CB8AC3E}">
        <p14:creationId xmlns:p14="http://schemas.microsoft.com/office/powerpoint/2010/main" val="27868480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CDEEC-66CA-67F4-B315-B3CCE14A6F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FAFEA0A-F847-2F45-AE56-7B6BF4D71A92}"/>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الگوریتم اوت</a:t>
            </a:r>
            <a:endParaRPr lang="en-US" sz="3600" dirty="0">
              <a:latin typeface="IRANSans" panose="02040503050201020203" pitchFamily="18" charset="-78"/>
              <a:cs typeface="B Titr" panose="00000700000000000000" pitchFamily="2" charset="-78"/>
            </a:endParaRPr>
          </a:p>
        </p:txBody>
      </p:sp>
      <p:sp>
        <p:nvSpPr>
          <p:cNvPr id="6" name="TextBox 5">
            <a:extLst>
              <a:ext uri="{FF2B5EF4-FFF2-40B4-BE49-F238E27FC236}">
                <a16:creationId xmlns:a16="http://schemas.microsoft.com/office/drawing/2014/main" id="{6AB61FB2-CBBB-3911-C96C-0EE2D0F27F68}"/>
              </a:ext>
            </a:extLst>
          </p:cNvPr>
          <p:cNvSpPr txBox="1"/>
          <p:nvPr/>
        </p:nvSpPr>
        <p:spPr>
          <a:xfrm>
            <a:off x="998580" y="1432116"/>
            <a:ext cx="10274301" cy="888705"/>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تعریف تابع </a:t>
            </a:r>
            <a:r>
              <a:rPr lang="en-US" dirty="0" err="1">
                <a:latin typeface="IRANSans" panose="02040503050201020203" pitchFamily="18" charset="-78"/>
                <a:cs typeface="IRANSans" panose="02040503050201020203" pitchFamily="18" charset="-78"/>
              </a:rPr>
              <a:t>move_inside</a:t>
            </a:r>
            <a:r>
              <a:rPr lang="fa-IR" dirty="0">
                <a:latin typeface="IRANSans" panose="02040503050201020203" pitchFamily="18" charset="-78"/>
                <a:cs typeface="IRANSans" panose="02040503050201020203" pitchFamily="18" charset="-78"/>
              </a:rPr>
              <a:t> این تابع با بررسی سنسور های کف حرکت مخالف را انجام میدهد تا از ربات از خط اوت دور شود.</a:t>
            </a:r>
            <a:endParaRPr lang="en-US" dirty="0">
              <a:latin typeface="IRANSans" panose="02040503050201020203" pitchFamily="18" charset="-78"/>
              <a:cs typeface="IRANSans" panose="02040503050201020203" pitchFamily="18" charset="-78"/>
            </a:endParaRPr>
          </a:p>
        </p:txBody>
      </p:sp>
      <p:sp>
        <p:nvSpPr>
          <p:cNvPr id="4" name="TextBox 3">
            <a:extLst>
              <a:ext uri="{FF2B5EF4-FFF2-40B4-BE49-F238E27FC236}">
                <a16:creationId xmlns:a16="http://schemas.microsoft.com/office/drawing/2014/main" id="{AC2E44EE-B99E-C053-4D2D-24BDFB9A0F2B}"/>
              </a:ext>
            </a:extLst>
          </p:cNvPr>
          <p:cNvSpPr txBox="1"/>
          <p:nvPr/>
        </p:nvSpPr>
        <p:spPr>
          <a:xfrm>
            <a:off x="418284" y="2577048"/>
            <a:ext cx="11355431" cy="3785652"/>
          </a:xfrm>
          <a:prstGeom prst="rect">
            <a:avLst/>
          </a:prstGeom>
          <a:noFill/>
        </p:spPr>
        <p:txBody>
          <a:bodyPr wrap="square">
            <a:spAutoFit/>
          </a:bodyPr>
          <a:lstStyle/>
          <a:p>
            <a:pPr>
              <a:buNone/>
            </a:pPr>
            <a:r>
              <a:rPr lang="en-US" sz="2000" b="0" dirty="0">
                <a:solidFill>
                  <a:srgbClr val="0CA1A6"/>
                </a:solidFill>
                <a:effectLst/>
                <a:latin typeface="Consolas" panose="020B0609020204030204" pitchFamily="49" charset="0"/>
              </a:rPr>
              <a:t>bool</a:t>
            </a:r>
            <a:r>
              <a:rPr lang="en-US" sz="2000" b="0" dirty="0">
                <a:solidFill>
                  <a:srgbClr val="DAE3E3"/>
                </a:solidFill>
                <a:effectLst/>
                <a:latin typeface="Consolas" panose="020B0609020204030204" pitchFamily="49" charset="0"/>
              </a:rPr>
              <a:t> </a:t>
            </a:r>
            <a:r>
              <a:rPr lang="en-US" sz="2000" b="0" dirty="0" err="1">
                <a:solidFill>
                  <a:srgbClr val="F39C12"/>
                </a:solidFill>
                <a:effectLst/>
                <a:latin typeface="Consolas" panose="020B0609020204030204" pitchFamily="49" charset="0"/>
              </a:rPr>
              <a:t>move_inside</a:t>
            </a:r>
            <a:r>
              <a:rPr lang="en-US" sz="2000" b="0" dirty="0">
                <a:solidFill>
                  <a:srgbClr val="DAE3E3"/>
                </a:solidFill>
                <a:effectLst/>
                <a:latin typeface="Consolas" panose="020B0609020204030204" pitchFamily="49" charset="0"/>
              </a:rPr>
              <a:t>() {</a:t>
            </a:r>
          </a:p>
          <a:p>
            <a:pPr>
              <a:buNone/>
            </a:pP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if</a:t>
            </a:r>
            <a:r>
              <a:rPr lang="en-US" sz="2000" b="0" dirty="0">
                <a:solidFill>
                  <a:srgbClr val="DAE3E3"/>
                </a:solidFill>
                <a:effectLst/>
                <a:latin typeface="Consolas" panose="020B0609020204030204" pitchFamily="49" charset="0"/>
              </a:rPr>
              <a:t> (</a:t>
            </a:r>
            <a:r>
              <a:rPr lang="en-US" sz="2000" b="0" dirty="0" err="1">
                <a:solidFill>
                  <a:srgbClr val="F39C12"/>
                </a:solidFill>
                <a:effectLst/>
                <a:latin typeface="Consolas" panose="020B0609020204030204" pitchFamily="49" charset="0"/>
              </a:rPr>
              <a:t>ldr</a:t>
            </a:r>
            <a:r>
              <a:rPr lang="en-US" sz="2000" b="0" dirty="0" err="1">
                <a:solidFill>
                  <a:srgbClr val="DAE3E3"/>
                </a:solidFill>
                <a:effectLst/>
                <a:latin typeface="Consolas" panose="020B0609020204030204" pitchFamily="49" charset="0"/>
              </a:rPr>
              <a:t>.</a:t>
            </a:r>
            <a:r>
              <a:rPr lang="en-US" sz="2000" b="0" dirty="0" err="1">
                <a:solidFill>
                  <a:srgbClr val="F39C12"/>
                </a:solidFill>
                <a:effectLst/>
                <a:latin typeface="Consolas" panose="020B0609020204030204" pitchFamily="49" charset="0"/>
              </a:rPr>
              <a:t>front</a:t>
            </a:r>
            <a:r>
              <a:rPr lang="en-US" sz="2000" b="0" dirty="0">
                <a:solidFill>
                  <a:srgbClr val="DAE3E3"/>
                </a:solidFill>
                <a:effectLst/>
                <a:latin typeface="Consolas" panose="020B0609020204030204" pitchFamily="49" charset="0"/>
              </a:rPr>
              <a:t> &gt; LDR_SENS &amp;&amp; </a:t>
            </a:r>
            <a:r>
              <a:rPr lang="en-US" sz="2000" b="0" dirty="0" err="1">
                <a:solidFill>
                  <a:srgbClr val="F39C12"/>
                </a:solidFill>
                <a:effectLst/>
                <a:latin typeface="Consolas" panose="020B0609020204030204" pitchFamily="49" charset="0"/>
              </a:rPr>
              <a:t>ldr</a:t>
            </a:r>
            <a:r>
              <a:rPr lang="en-US" sz="2000" b="0" dirty="0" err="1">
                <a:solidFill>
                  <a:srgbClr val="DAE3E3"/>
                </a:solidFill>
                <a:effectLst/>
                <a:latin typeface="Consolas" panose="020B0609020204030204" pitchFamily="49" charset="0"/>
              </a:rPr>
              <a:t>.</a:t>
            </a:r>
            <a:r>
              <a:rPr lang="en-US" sz="2000" b="0" dirty="0" err="1">
                <a:solidFill>
                  <a:srgbClr val="F39C12"/>
                </a:solidFill>
                <a:effectLst/>
                <a:latin typeface="Consolas" panose="020B0609020204030204" pitchFamily="49" charset="0"/>
              </a:rPr>
              <a:t>right</a:t>
            </a:r>
            <a:r>
              <a:rPr lang="en-US" sz="2000" b="0" dirty="0">
                <a:solidFill>
                  <a:srgbClr val="DAE3E3"/>
                </a:solidFill>
                <a:effectLst/>
                <a:latin typeface="Consolas" panose="020B0609020204030204" pitchFamily="49" charset="0"/>
              </a:rPr>
              <a:t> &gt; LDR_SENS) </a:t>
            </a:r>
            <a:r>
              <a:rPr lang="en-US" sz="2000" b="0" dirty="0">
                <a:solidFill>
                  <a:srgbClr val="F39C12"/>
                </a:solidFill>
                <a:effectLst/>
                <a:latin typeface="Consolas" panose="020B0609020204030204" pitchFamily="49" charset="0"/>
              </a:rPr>
              <a:t>move</a:t>
            </a:r>
            <a:r>
              <a:rPr lang="en-US" sz="2000" b="0" dirty="0">
                <a:solidFill>
                  <a:srgbClr val="DAE3E3"/>
                </a:solidFill>
                <a:effectLst/>
                <a:latin typeface="Consolas" panose="020B0609020204030204" pitchFamily="49" charset="0"/>
              </a:rPr>
              <a:t>(</a:t>
            </a:r>
            <a:r>
              <a:rPr lang="en-US" sz="2000" b="0" dirty="0">
                <a:solidFill>
                  <a:srgbClr val="7FCBCD"/>
                </a:solidFill>
                <a:effectLst/>
                <a:latin typeface="Consolas" panose="020B0609020204030204" pitchFamily="49" charset="0"/>
              </a:rPr>
              <a:t>225</a:t>
            </a:r>
            <a:r>
              <a:rPr lang="en-US" sz="2000" b="0" dirty="0">
                <a:solidFill>
                  <a:srgbClr val="DAE3E3"/>
                </a:solidFill>
                <a:effectLst/>
                <a:latin typeface="Consolas" panose="020B0609020204030204" pitchFamily="49" charset="0"/>
              </a:rPr>
              <a:t>, HIGH_SPEED);</a:t>
            </a:r>
          </a:p>
          <a:p>
            <a:pPr>
              <a:buNone/>
            </a:pP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else</a:t>
            </a: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if</a:t>
            </a:r>
            <a:r>
              <a:rPr lang="en-US" sz="2000" b="0" dirty="0">
                <a:solidFill>
                  <a:srgbClr val="DAE3E3"/>
                </a:solidFill>
                <a:effectLst/>
                <a:latin typeface="Consolas" panose="020B0609020204030204" pitchFamily="49" charset="0"/>
              </a:rPr>
              <a:t> (</a:t>
            </a:r>
            <a:r>
              <a:rPr lang="en-US" sz="2000" b="0" dirty="0" err="1">
                <a:solidFill>
                  <a:srgbClr val="F39C12"/>
                </a:solidFill>
                <a:effectLst/>
                <a:latin typeface="Consolas" panose="020B0609020204030204" pitchFamily="49" charset="0"/>
              </a:rPr>
              <a:t>ldr</a:t>
            </a:r>
            <a:r>
              <a:rPr lang="en-US" sz="2000" b="0" dirty="0" err="1">
                <a:solidFill>
                  <a:srgbClr val="DAE3E3"/>
                </a:solidFill>
                <a:effectLst/>
                <a:latin typeface="Consolas" panose="020B0609020204030204" pitchFamily="49" charset="0"/>
              </a:rPr>
              <a:t>.</a:t>
            </a:r>
            <a:r>
              <a:rPr lang="en-US" sz="2000" b="0" dirty="0" err="1">
                <a:solidFill>
                  <a:srgbClr val="F39C12"/>
                </a:solidFill>
                <a:effectLst/>
                <a:latin typeface="Consolas" panose="020B0609020204030204" pitchFamily="49" charset="0"/>
              </a:rPr>
              <a:t>front</a:t>
            </a:r>
            <a:r>
              <a:rPr lang="en-US" sz="2000" b="0" dirty="0">
                <a:solidFill>
                  <a:srgbClr val="DAE3E3"/>
                </a:solidFill>
                <a:effectLst/>
                <a:latin typeface="Consolas" panose="020B0609020204030204" pitchFamily="49" charset="0"/>
              </a:rPr>
              <a:t> &gt; LDR_SENS &amp;&amp; </a:t>
            </a:r>
            <a:r>
              <a:rPr lang="en-US" sz="2000" b="0" dirty="0" err="1">
                <a:solidFill>
                  <a:srgbClr val="F39C12"/>
                </a:solidFill>
                <a:effectLst/>
                <a:latin typeface="Consolas" panose="020B0609020204030204" pitchFamily="49" charset="0"/>
              </a:rPr>
              <a:t>ldr</a:t>
            </a:r>
            <a:r>
              <a:rPr lang="en-US" sz="2000" b="0" dirty="0" err="1">
                <a:solidFill>
                  <a:srgbClr val="DAE3E3"/>
                </a:solidFill>
                <a:effectLst/>
                <a:latin typeface="Consolas" panose="020B0609020204030204" pitchFamily="49" charset="0"/>
              </a:rPr>
              <a:t>.</a:t>
            </a:r>
            <a:r>
              <a:rPr lang="en-US" sz="2000" b="0" dirty="0" err="1">
                <a:solidFill>
                  <a:srgbClr val="F39C12"/>
                </a:solidFill>
                <a:effectLst/>
                <a:latin typeface="Consolas" panose="020B0609020204030204" pitchFamily="49" charset="0"/>
              </a:rPr>
              <a:t>left</a:t>
            </a:r>
            <a:r>
              <a:rPr lang="en-US" sz="2000" b="0" dirty="0">
                <a:solidFill>
                  <a:srgbClr val="DAE3E3"/>
                </a:solidFill>
                <a:effectLst/>
                <a:latin typeface="Consolas" panose="020B0609020204030204" pitchFamily="49" charset="0"/>
              </a:rPr>
              <a:t> &gt; LDR_SENS) </a:t>
            </a:r>
            <a:r>
              <a:rPr lang="en-US" sz="2000" b="0" dirty="0">
                <a:solidFill>
                  <a:srgbClr val="F39C12"/>
                </a:solidFill>
                <a:effectLst/>
                <a:latin typeface="Consolas" panose="020B0609020204030204" pitchFamily="49" charset="0"/>
              </a:rPr>
              <a:t>move</a:t>
            </a:r>
            <a:r>
              <a:rPr lang="en-US" sz="2000" b="0" dirty="0">
                <a:solidFill>
                  <a:srgbClr val="DAE3E3"/>
                </a:solidFill>
                <a:effectLst/>
                <a:latin typeface="Consolas" panose="020B0609020204030204" pitchFamily="49" charset="0"/>
              </a:rPr>
              <a:t>(</a:t>
            </a:r>
            <a:r>
              <a:rPr lang="en-US" sz="2000" b="0" dirty="0">
                <a:solidFill>
                  <a:srgbClr val="7FCBCD"/>
                </a:solidFill>
                <a:effectLst/>
                <a:latin typeface="Consolas" panose="020B0609020204030204" pitchFamily="49" charset="0"/>
              </a:rPr>
              <a:t>135</a:t>
            </a:r>
            <a:r>
              <a:rPr lang="en-US" sz="2000" b="0" dirty="0">
                <a:solidFill>
                  <a:srgbClr val="DAE3E3"/>
                </a:solidFill>
                <a:effectLst/>
                <a:latin typeface="Consolas" panose="020B0609020204030204" pitchFamily="49" charset="0"/>
              </a:rPr>
              <a:t>, HIGH_SPEED);</a:t>
            </a:r>
          </a:p>
          <a:p>
            <a:pPr>
              <a:buNone/>
            </a:pP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else</a:t>
            </a: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if</a:t>
            </a:r>
            <a:r>
              <a:rPr lang="en-US" sz="2000" b="0" dirty="0">
                <a:solidFill>
                  <a:srgbClr val="DAE3E3"/>
                </a:solidFill>
                <a:effectLst/>
                <a:latin typeface="Consolas" panose="020B0609020204030204" pitchFamily="49" charset="0"/>
              </a:rPr>
              <a:t> (</a:t>
            </a:r>
            <a:r>
              <a:rPr lang="en-US" sz="2000" b="0" dirty="0" err="1">
                <a:solidFill>
                  <a:srgbClr val="F39C12"/>
                </a:solidFill>
                <a:effectLst/>
                <a:latin typeface="Consolas" panose="020B0609020204030204" pitchFamily="49" charset="0"/>
              </a:rPr>
              <a:t>ldr</a:t>
            </a:r>
            <a:r>
              <a:rPr lang="en-US" sz="2000" b="0" dirty="0" err="1">
                <a:solidFill>
                  <a:srgbClr val="DAE3E3"/>
                </a:solidFill>
                <a:effectLst/>
                <a:latin typeface="Consolas" panose="020B0609020204030204" pitchFamily="49" charset="0"/>
              </a:rPr>
              <a:t>.</a:t>
            </a:r>
            <a:r>
              <a:rPr lang="en-US" sz="2000" b="0" dirty="0" err="1">
                <a:solidFill>
                  <a:srgbClr val="F39C12"/>
                </a:solidFill>
                <a:effectLst/>
                <a:latin typeface="Consolas" panose="020B0609020204030204" pitchFamily="49" charset="0"/>
              </a:rPr>
              <a:t>back</a:t>
            </a:r>
            <a:r>
              <a:rPr lang="en-US" sz="2000" b="0" dirty="0">
                <a:solidFill>
                  <a:srgbClr val="DAE3E3"/>
                </a:solidFill>
                <a:effectLst/>
                <a:latin typeface="Consolas" panose="020B0609020204030204" pitchFamily="49" charset="0"/>
              </a:rPr>
              <a:t> &gt; LDR_SENS &amp;&amp; </a:t>
            </a:r>
            <a:r>
              <a:rPr lang="en-US" sz="2000" b="0" dirty="0" err="1">
                <a:solidFill>
                  <a:srgbClr val="F39C12"/>
                </a:solidFill>
                <a:effectLst/>
                <a:latin typeface="Consolas" panose="020B0609020204030204" pitchFamily="49" charset="0"/>
              </a:rPr>
              <a:t>ldr</a:t>
            </a:r>
            <a:r>
              <a:rPr lang="en-US" sz="2000" b="0" dirty="0" err="1">
                <a:solidFill>
                  <a:srgbClr val="DAE3E3"/>
                </a:solidFill>
                <a:effectLst/>
                <a:latin typeface="Consolas" panose="020B0609020204030204" pitchFamily="49" charset="0"/>
              </a:rPr>
              <a:t>.</a:t>
            </a:r>
            <a:r>
              <a:rPr lang="en-US" sz="2000" b="0" dirty="0" err="1">
                <a:solidFill>
                  <a:srgbClr val="F39C12"/>
                </a:solidFill>
                <a:effectLst/>
                <a:latin typeface="Consolas" panose="020B0609020204030204" pitchFamily="49" charset="0"/>
              </a:rPr>
              <a:t>right</a:t>
            </a:r>
            <a:r>
              <a:rPr lang="en-US" sz="2000" b="0" dirty="0">
                <a:solidFill>
                  <a:srgbClr val="DAE3E3"/>
                </a:solidFill>
                <a:effectLst/>
                <a:latin typeface="Consolas" panose="020B0609020204030204" pitchFamily="49" charset="0"/>
              </a:rPr>
              <a:t> &gt; LDR_SENS) </a:t>
            </a:r>
            <a:r>
              <a:rPr lang="en-US" sz="2000" b="0" dirty="0">
                <a:solidFill>
                  <a:srgbClr val="F39C12"/>
                </a:solidFill>
                <a:effectLst/>
                <a:latin typeface="Consolas" panose="020B0609020204030204" pitchFamily="49" charset="0"/>
              </a:rPr>
              <a:t>move</a:t>
            </a:r>
            <a:r>
              <a:rPr lang="en-US" sz="2000" b="0" dirty="0">
                <a:solidFill>
                  <a:srgbClr val="DAE3E3"/>
                </a:solidFill>
                <a:effectLst/>
                <a:latin typeface="Consolas" panose="020B0609020204030204" pitchFamily="49" charset="0"/>
              </a:rPr>
              <a:t>(</a:t>
            </a:r>
            <a:r>
              <a:rPr lang="en-US" sz="2000" b="0" dirty="0">
                <a:solidFill>
                  <a:srgbClr val="7FCBCD"/>
                </a:solidFill>
                <a:effectLst/>
                <a:latin typeface="Consolas" panose="020B0609020204030204" pitchFamily="49" charset="0"/>
              </a:rPr>
              <a:t>315</a:t>
            </a:r>
            <a:r>
              <a:rPr lang="en-US" sz="2000" b="0" dirty="0">
                <a:solidFill>
                  <a:srgbClr val="DAE3E3"/>
                </a:solidFill>
                <a:effectLst/>
                <a:latin typeface="Consolas" panose="020B0609020204030204" pitchFamily="49" charset="0"/>
              </a:rPr>
              <a:t>, HIGH_SPEED);</a:t>
            </a:r>
          </a:p>
          <a:p>
            <a:pPr>
              <a:buNone/>
            </a:pP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else</a:t>
            </a: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if</a:t>
            </a:r>
            <a:r>
              <a:rPr lang="en-US" sz="2000" b="0" dirty="0">
                <a:solidFill>
                  <a:srgbClr val="DAE3E3"/>
                </a:solidFill>
                <a:effectLst/>
                <a:latin typeface="Consolas" panose="020B0609020204030204" pitchFamily="49" charset="0"/>
              </a:rPr>
              <a:t> (</a:t>
            </a:r>
            <a:r>
              <a:rPr lang="en-US" sz="2000" b="0" dirty="0" err="1">
                <a:solidFill>
                  <a:srgbClr val="F39C12"/>
                </a:solidFill>
                <a:effectLst/>
                <a:latin typeface="Consolas" panose="020B0609020204030204" pitchFamily="49" charset="0"/>
              </a:rPr>
              <a:t>ldr</a:t>
            </a:r>
            <a:r>
              <a:rPr lang="en-US" sz="2000" b="0" dirty="0" err="1">
                <a:solidFill>
                  <a:srgbClr val="DAE3E3"/>
                </a:solidFill>
                <a:effectLst/>
                <a:latin typeface="Consolas" panose="020B0609020204030204" pitchFamily="49" charset="0"/>
              </a:rPr>
              <a:t>.</a:t>
            </a:r>
            <a:r>
              <a:rPr lang="en-US" sz="2000" b="0" dirty="0" err="1">
                <a:solidFill>
                  <a:srgbClr val="F39C12"/>
                </a:solidFill>
                <a:effectLst/>
                <a:latin typeface="Consolas" panose="020B0609020204030204" pitchFamily="49" charset="0"/>
              </a:rPr>
              <a:t>back</a:t>
            </a:r>
            <a:r>
              <a:rPr lang="en-US" sz="2000" b="0" dirty="0">
                <a:solidFill>
                  <a:srgbClr val="DAE3E3"/>
                </a:solidFill>
                <a:effectLst/>
                <a:latin typeface="Consolas" panose="020B0609020204030204" pitchFamily="49" charset="0"/>
              </a:rPr>
              <a:t> &gt; LDR_SENS &amp;&amp; </a:t>
            </a:r>
            <a:r>
              <a:rPr lang="en-US" sz="2000" b="0" dirty="0" err="1">
                <a:solidFill>
                  <a:srgbClr val="F39C12"/>
                </a:solidFill>
                <a:effectLst/>
                <a:latin typeface="Consolas" panose="020B0609020204030204" pitchFamily="49" charset="0"/>
              </a:rPr>
              <a:t>ldr</a:t>
            </a:r>
            <a:r>
              <a:rPr lang="en-US" sz="2000" b="0" dirty="0" err="1">
                <a:solidFill>
                  <a:srgbClr val="DAE3E3"/>
                </a:solidFill>
                <a:effectLst/>
                <a:latin typeface="Consolas" panose="020B0609020204030204" pitchFamily="49" charset="0"/>
              </a:rPr>
              <a:t>.</a:t>
            </a:r>
            <a:r>
              <a:rPr lang="en-US" sz="2000" b="0" dirty="0" err="1">
                <a:solidFill>
                  <a:srgbClr val="F39C12"/>
                </a:solidFill>
                <a:effectLst/>
                <a:latin typeface="Consolas" panose="020B0609020204030204" pitchFamily="49" charset="0"/>
              </a:rPr>
              <a:t>left</a:t>
            </a:r>
            <a:r>
              <a:rPr lang="en-US" sz="2000" b="0" dirty="0">
                <a:solidFill>
                  <a:srgbClr val="DAE3E3"/>
                </a:solidFill>
                <a:effectLst/>
                <a:latin typeface="Consolas" panose="020B0609020204030204" pitchFamily="49" charset="0"/>
              </a:rPr>
              <a:t> &gt; LDR_SENS) </a:t>
            </a:r>
            <a:r>
              <a:rPr lang="en-US" sz="2000" b="0" dirty="0">
                <a:solidFill>
                  <a:srgbClr val="F39C12"/>
                </a:solidFill>
                <a:effectLst/>
                <a:latin typeface="Consolas" panose="020B0609020204030204" pitchFamily="49" charset="0"/>
              </a:rPr>
              <a:t>move</a:t>
            </a:r>
            <a:r>
              <a:rPr lang="en-US" sz="2000" b="0" dirty="0">
                <a:solidFill>
                  <a:srgbClr val="DAE3E3"/>
                </a:solidFill>
                <a:effectLst/>
                <a:latin typeface="Consolas" panose="020B0609020204030204" pitchFamily="49" charset="0"/>
              </a:rPr>
              <a:t>(</a:t>
            </a:r>
            <a:r>
              <a:rPr lang="en-US" sz="2000" b="0" dirty="0">
                <a:solidFill>
                  <a:srgbClr val="7FCBCD"/>
                </a:solidFill>
                <a:effectLst/>
                <a:latin typeface="Consolas" panose="020B0609020204030204" pitchFamily="49" charset="0"/>
              </a:rPr>
              <a:t>45</a:t>
            </a:r>
            <a:r>
              <a:rPr lang="en-US" sz="2000" b="0" dirty="0">
                <a:solidFill>
                  <a:srgbClr val="DAE3E3"/>
                </a:solidFill>
                <a:effectLst/>
                <a:latin typeface="Consolas" panose="020B0609020204030204" pitchFamily="49" charset="0"/>
              </a:rPr>
              <a:t>, HIGH_SPEED);</a:t>
            </a:r>
          </a:p>
          <a:p>
            <a:pPr>
              <a:buNone/>
            </a:pP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else</a:t>
            </a: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if</a:t>
            </a:r>
            <a:r>
              <a:rPr lang="en-US" sz="2000" b="0" dirty="0">
                <a:solidFill>
                  <a:srgbClr val="DAE3E3"/>
                </a:solidFill>
                <a:effectLst/>
                <a:latin typeface="Consolas" panose="020B0609020204030204" pitchFamily="49" charset="0"/>
              </a:rPr>
              <a:t> (</a:t>
            </a:r>
            <a:r>
              <a:rPr lang="en-US" sz="2000" b="0" dirty="0" err="1">
                <a:solidFill>
                  <a:srgbClr val="F39C12"/>
                </a:solidFill>
                <a:effectLst/>
                <a:latin typeface="Consolas" panose="020B0609020204030204" pitchFamily="49" charset="0"/>
              </a:rPr>
              <a:t>ldr</a:t>
            </a:r>
            <a:r>
              <a:rPr lang="en-US" sz="2000" b="0" dirty="0" err="1">
                <a:solidFill>
                  <a:srgbClr val="DAE3E3"/>
                </a:solidFill>
                <a:effectLst/>
                <a:latin typeface="Consolas" panose="020B0609020204030204" pitchFamily="49" charset="0"/>
              </a:rPr>
              <a:t>.</a:t>
            </a:r>
            <a:r>
              <a:rPr lang="en-US" sz="2000" b="0" dirty="0" err="1">
                <a:solidFill>
                  <a:srgbClr val="F39C12"/>
                </a:solidFill>
                <a:effectLst/>
                <a:latin typeface="Consolas" panose="020B0609020204030204" pitchFamily="49" charset="0"/>
              </a:rPr>
              <a:t>front</a:t>
            </a:r>
            <a:r>
              <a:rPr lang="en-US" sz="2000" b="0" dirty="0">
                <a:solidFill>
                  <a:srgbClr val="DAE3E3"/>
                </a:solidFill>
                <a:effectLst/>
                <a:latin typeface="Consolas" panose="020B0609020204030204" pitchFamily="49" charset="0"/>
              </a:rPr>
              <a:t> &gt; LDR_SENS) </a:t>
            </a:r>
            <a:r>
              <a:rPr lang="en-US" sz="2000" b="0" dirty="0">
                <a:solidFill>
                  <a:srgbClr val="F39C12"/>
                </a:solidFill>
                <a:effectLst/>
                <a:latin typeface="Consolas" panose="020B0609020204030204" pitchFamily="49" charset="0"/>
              </a:rPr>
              <a:t>move</a:t>
            </a:r>
            <a:r>
              <a:rPr lang="en-US" sz="2000" b="0" dirty="0">
                <a:solidFill>
                  <a:srgbClr val="DAE3E3"/>
                </a:solidFill>
                <a:effectLst/>
                <a:latin typeface="Consolas" panose="020B0609020204030204" pitchFamily="49" charset="0"/>
              </a:rPr>
              <a:t>(</a:t>
            </a:r>
            <a:r>
              <a:rPr lang="en-US" sz="2000" b="0" dirty="0">
                <a:solidFill>
                  <a:srgbClr val="7FCBCD"/>
                </a:solidFill>
                <a:effectLst/>
                <a:latin typeface="Consolas" panose="020B0609020204030204" pitchFamily="49" charset="0"/>
              </a:rPr>
              <a:t>180</a:t>
            </a:r>
            <a:r>
              <a:rPr lang="en-US" sz="2000" b="0" dirty="0">
                <a:solidFill>
                  <a:srgbClr val="DAE3E3"/>
                </a:solidFill>
                <a:effectLst/>
                <a:latin typeface="Consolas" panose="020B0609020204030204" pitchFamily="49" charset="0"/>
              </a:rPr>
              <a:t>, HIGH_SPEED);</a:t>
            </a:r>
          </a:p>
          <a:p>
            <a:pPr>
              <a:buNone/>
            </a:pP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else</a:t>
            </a: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if</a:t>
            </a:r>
            <a:r>
              <a:rPr lang="en-US" sz="2000" b="0" dirty="0">
                <a:solidFill>
                  <a:srgbClr val="DAE3E3"/>
                </a:solidFill>
                <a:effectLst/>
                <a:latin typeface="Consolas" panose="020B0609020204030204" pitchFamily="49" charset="0"/>
              </a:rPr>
              <a:t> (</a:t>
            </a:r>
            <a:r>
              <a:rPr lang="en-US" sz="2000" b="0" dirty="0" err="1">
                <a:solidFill>
                  <a:srgbClr val="F39C12"/>
                </a:solidFill>
                <a:effectLst/>
                <a:latin typeface="Consolas" panose="020B0609020204030204" pitchFamily="49" charset="0"/>
              </a:rPr>
              <a:t>ldr</a:t>
            </a:r>
            <a:r>
              <a:rPr lang="en-US" sz="2000" b="0" dirty="0" err="1">
                <a:solidFill>
                  <a:srgbClr val="DAE3E3"/>
                </a:solidFill>
                <a:effectLst/>
                <a:latin typeface="Consolas" panose="020B0609020204030204" pitchFamily="49" charset="0"/>
              </a:rPr>
              <a:t>.</a:t>
            </a:r>
            <a:r>
              <a:rPr lang="en-US" sz="2000" b="0" dirty="0" err="1">
                <a:solidFill>
                  <a:srgbClr val="F39C12"/>
                </a:solidFill>
                <a:effectLst/>
                <a:latin typeface="Consolas" panose="020B0609020204030204" pitchFamily="49" charset="0"/>
              </a:rPr>
              <a:t>right</a:t>
            </a:r>
            <a:r>
              <a:rPr lang="en-US" sz="2000" b="0" dirty="0">
                <a:solidFill>
                  <a:srgbClr val="DAE3E3"/>
                </a:solidFill>
                <a:effectLst/>
                <a:latin typeface="Consolas" panose="020B0609020204030204" pitchFamily="49" charset="0"/>
              </a:rPr>
              <a:t> &gt; LDR_SENS) </a:t>
            </a:r>
            <a:r>
              <a:rPr lang="en-US" sz="2000" b="0" dirty="0">
                <a:solidFill>
                  <a:srgbClr val="F39C12"/>
                </a:solidFill>
                <a:effectLst/>
                <a:latin typeface="Consolas" panose="020B0609020204030204" pitchFamily="49" charset="0"/>
              </a:rPr>
              <a:t>move</a:t>
            </a:r>
            <a:r>
              <a:rPr lang="en-US" sz="2000" b="0" dirty="0">
                <a:solidFill>
                  <a:srgbClr val="DAE3E3"/>
                </a:solidFill>
                <a:effectLst/>
                <a:latin typeface="Consolas" panose="020B0609020204030204" pitchFamily="49" charset="0"/>
              </a:rPr>
              <a:t>(</a:t>
            </a:r>
            <a:r>
              <a:rPr lang="en-US" sz="2000" b="0" dirty="0">
                <a:solidFill>
                  <a:srgbClr val="7FCBCD"/>
                </a:solidFill>
                <a:effectLst/>
                <a:latin typeface="Consolas" panose="020B0609020204030204" pitchFamily="49" charset="0"/>
              </a:rPr>
              <a:t>270</a:t>
            </a:r>
            <a:r>
              <a:rPr lang="en-US" sz="2000" b="0" dirty="0">
                <a:solidFill>
                  <a:srgbClr val="DAE3E3"/>
                </a:solidFill>
                <a:effectLst/>
                <a:latin typeface="Consolas" panose="020B0609020204030204" pitchFamily="49" charset="0"/>
              </a:rPr>
              <a:t>, HIGH_SPEED);</a:t>
            </a:r>
          </a:p>
          <a:p>
            <a:pPr>
              <a:buNone/>
            </a:pP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else</a:t>
            </a: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if</a:t>
            </a:r>
            <a:r>
              <a:rPr lang="en-US" sz="2000" b="0" dirty="0">
                <a:solidFill>
                  <a:srgbClr val="DAE3E3"/>
                </a:solidFill>
                <a:effectLst/>
                <a:latin typeface="Consolas" panose="020B0609020204030204" pitchFamily="49" charset="0"/>
              </a:rPr>
              <a:t> (</a:t>
            </a:r>
            <a:r>
              <a:rPr lang="en-US" sz="2000" b="0" dirty="0" err="1">
                <a:solidFill>
                  <a:srgbClr val="F39C12"/>
                </a:solidFill>
                <a:effectLst/>
                <a:latin typeface="Consolas" panose="020B0609020204030204" pitchFamily="49" charset="0"/>
              </a:rPr>
              <a:t>ldr</a:t>
            </a:r>
            <a:r>
              <a:rPr lang="en-US" sz="2000" b="0" dirty="0" err="1">
                <a:solidFill>
                  <a:srgbClr val="DAE3E3"/>
                </a:solidFill>
                <a:effectLst/>
                <a:latin typeface="Consolas" panose="020B0609020204030204" pitchFamily="49" charset="0"/>
              </a:rPr>
              <a:t>.</a:t>
            </a:r>
            <a:r>
              <a:rPr lang="en-US" sz="2000" b="0" dirty="0" err="1">
                <a:solidFill>
                  <a:srgbClr val="F39C12"/>
                </a:solidFill>
                <a:effectLst/>
                <a:latin typeface="Consolas" panose="020B0609020204030204" pitchFamily="49" charset="0"/>
              </a:rPr>
              <a:t>back</a:t>
            </a:r>
            <a:r>
              <a:rPr lang="en-US" sz="2000" b="0" dirty="0">
                <a:solidFill>
                  <a:srgbClr val="DAE3E3"/>
                </a:solidFill>
                <a:effectLst/>
                <a:latin typeface="Consolas" panose="020B0609020204030204" pitchFamily="49" charset="0"/>
              </a:rPr>
              <a:t> &gt; LDR_SENS) </a:t>
            </a:r>
            <a:r>
              <a:rPr lang="en-US" sz="2000" b="0" dirty="0">
                <a:solidFill>
                  <a:srgbClr val="F39C12"/>
                </a:solidFill>
                <a:effectLst/>
                <a:latin typeface="Consolas" panose="020B0609020204030204" pitchFamily="49" charset="0"/>
              </a:rPr>
              <a:t>move</a:t>
            </a:r>
            <a:r>
              <a:rPr lang="en-US" sz="2000" b="0" dirty="0">
                <a:solidFill>
                  <a:srgbClr val="DAE3E3"/>
                </a:solidFill>
                <a:effectLst/>
                <a:latin typeface="Consolas" panose="020B0609020204030204" pitchFamily="49" charset="0"/>
              </a:rPr>
              <a:t>(</a:t>
            </a:r>
            <a:r>
              <a:rPr lang="en-US" sz="2000" b="0" dirty="0">
                <a:solidFill>
                  <a:srgbClr val="7FCBCD"/>
                </a:solidFill>
                <a:effectLst/>
                <a:latin typeface="Consolas" panose="020B0609020204030204" pitchFamily="49" charset="0"/>
              </a:rPr>
              <a:t>0</a:t>
            </a:r>
            <a:r>
              <a:rPr lang="en-US" sz="2000" b="0" dirty="0">
                <a:solidFill>
                  <a:srgbClr val="DAE3E3"/>
                </a:solidFill>
                <a:effectLst/>
                <a:latin typeface="Consolas" panose="020B0609020204030204" pitchFamily="49" charset="0"/>
              </a:rPr>
              <a:t>, HIGH_SPEED);</a:t>
            </a:r>
          </a:p>
          <a:p>
            <a:pPr>
              <a:buNone/>
            </a:pP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else</a:t>
            </a: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if</a:t>
            </a:r>
            <a:r>
              <a:rPr lang="en-US" sz="2000" b="0" dirty="0">
                <a:solidFill>
                  <a:srgbClr val="DAE3E3"/>
                </a:solidFill>
                <a:effectLst/>
                <a:latin typeface="Consolas" panose="020B0609020204030204" pitchFamily="49" charset="0"/>
              </a:rPr>
              <a:t> (</a:t>
            </a:r>
            <a:r>
              <a:rPr lang="en-US" sz="2000" b="0" dirty="0" err="1">
                <a:solidFill>
                  <a:srgbClr val="F39C12"/>
                </a:solidFill>
                <a:effectLst/>
                <a:latin typeface="Consolas" panose="020B0609020204030204" pitchFamily="49" charset="0"/>
              </a:rPr>
              <a:t>ldr</a:t>
            </a:r>
            <a:r>
              <a:rPr lang="en-US" sz="2000" b="0" dirty="0" err="1">
                <a:solidFill>
                  <a:srgbClr val="DAE3E3"/>
                </a:solidFill>
                <a:effectLst/>
                <a:latin typeface="Consolas" panose="020B0609020204030204" pitchFamily="49" charset="0"/>
              </a:rPr>
              <a:t>.</a:t>
            </a:r>
            <a:r>
              <a:rPr lang="en-US" sz="2000" b="0" dirty="0" err="1">
                <a:solidFill>
                  <a:srgbClr val="F39C12"/>
                </a:solidFill>
                <a:effectLst/>
                <a:latin typeface="Consolas" panose="020B0609020204030204" pitchFamily="49" charset="0"/>
              </a:rPr>
              <a:t>left</a:t>
            </a:r>
            <a:r>
              <a:rPr lang="en-US" sz="2000" b="0" dirty="0">
                <a:solidFill>
                  <a:srgbClr val="DAE3E3"/>
                </a:solidFill>
                <a:effectLst/>
                <a:latin typeface="Consolas" panose="020B0609020204030204" pitchFamily="49" charset="0"/>
              </a:rPr>
              <a:t> &gt; LDR_SENS) </a:t>
            </a:r>
            <a:r>
              <a:rPr lang="en-US" sz="2000" b="0" dirty="0">
                <a:solidFill>
                  <a:srgbClr val="F39C12"/>
                </a:solidFill>
                <a:effectLst/>
                <a:latin typeface="Consolas" panose="020B0609020204030204" pitchFamily="49" charset="0"/>
              </a:rPr>
              <a:t>move</a:t>
            </a:r>
            <a:r>
              <a:rPr lang="en-US" sz="2000" b="0" dirty="0">
                <a:solidFill>
                  <a:srgbClr val="DAE3E3"/>
                </a:solidFill>
                <a:effectLst/>
                <a:latin typeface="Consolas" panose="020B0609020204030204" pitchFamily="49" charset="0"/>
              </a:rPr>
              <a:t>(</a:t>
            </a:r>
            <a:r>
              <a:rPr lang="en-US" sz="2000" b="0" dirty="0">
                <a:solidFill>
                  <a:srgbClr val="7FCBCD"/>
                </a:solidFill>
                <a:effectLst/>
                <a:latin typeface="Consolas" panose="020B0609020204030204" pitchFamily="49" charset="0"/>
              </a:rPr>
              <a:t>90</a:t>
            </a:r>
            <a:r>
              <a:rPr lang="en-US" sz="2000" b="0" dirty="0">
                <a:solidFill>
                  <a:srgbClr val="DAE3E3"/>
                </a:solidFill>
                <a:effectLst/>
                <a:latin typeface="Consolas" panose="020B0609020204030204" pitchFamily="49" charset="0"/>
              </a:rPr>
              <a:t>, HIGH_SPEED);</a:t>
            </a:r>
          </a:p>
          <a:p>
            <a:pPr>
              <a:buNone/>
            </a:pP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else</a:t>
            </a: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return</a:t>
            </a:r>
            <a:r>
              <a:rPr lang="en-US" sz="2000" b="0" dirty="0">
                <a:solidFill>
                  <a:srgbClr val="DAE3E3"/>
                </a:solidFill>
                <a:effectLst/>
                <a:latin typeface="Consolas" panose="020B0609020204030204" pitchFamily="49" charset="0"/>
              </a:rPr>
              <a:t> </a:t>
            </a:r>
            <a:r>
              <a:rPr lang="en-US" sz="2000" b="0" dirty="0">
                <a:solidFill>
                  <a:srgbClr val="7FCBCD"/>
                </a:solidFill>
                <a:effectLst/>
                <a:latin typeface="Consolas" panose="020B0609020204030204" pitchFamily="49" charset="0"/>
              </a:rPr>
              <a:t>true</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return</a:t>
            </a:r>
            <a:r>
              <a:rPr lang="en-US" sz="2000" b="0" dirty="0">
                <a:solidFill>
                  <a:srgbClr val="DAE3E3"/>
                </a:solidFill>
                <a:effectLst/>
                <a:latin typeface="Consolas" panose="020B0609020204030204" pitchFamily="49" charset="0"/>
              </a:rPr>
              <a:t> </a:t>
            </a:r>
            <a:r>
              <a:rPr lang="en-US" sz="2000" b="0" dirty="0">
                <a:solidFill>
                  <a:srgbClr val="7FCBCD"/>
                </a:solidFill>
                <a:effectLst/>
                <a:latin typeface="Consolas" panose="020B0609020204030204" pitchFamily="49" charset="0"/>
              </a:rPr>
              <a:t>false</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a:t>
            </a:r>
          </a:p>
        </p:txBody>
      </p:sp>
    </p:spTree>
    <p:extLst>
      <p:ext uri="{BB962C8B-B14F-4D97-AF65-F5344CB8AC3E}">
        <p14:creationId xmlns:p14="http://schemas.microsoft.com/office/powerpoint/2010/main" val="42635516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41EFEF-3E33-E8DE-A913-9C10AEBEB8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D8631B-AF75-F1B4-5881-A96147726A88}"/>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الگوریتم اوت</a:t>
            </a:r>
            <a:endParaRPr lang="en-US" sz="3600" dirty="0">
              <a:latin typeface="IRANSans" panose="02040503050201020203" pitchFamily="18" charset="-78"/>
              <a:cs typeface="B Titr" panose="00000700000000000000" pitchFamily="2" charset="-78"/>
            </a:endParaRPr>
          </a:p>
        </p:txBody>
      </p:sp>
      <p:sp>
        <p:nvSpPr>
          <p:cNvPr id="6" name="TextBox 5">
            <a:extLst>
              <a:ext uri="{FF2B5EF4-FFF2-40B4-BE49-F238E27FC236}">
                <a16:creationId xmlns:a16="http://schemas.microsoft.com/office/drawing/2014/main" id="{006110C3-DE7A-7236-6BF7-87BBA9F490EA}"/>
              </a:ext>
            </a:extLst>
          </p:cNvPr>
          <p:cNvSpPr txBox="1"/>
          <p:nvPr/>
        </p:nvSpPr>
        <p:spPr>
          <a:xfrm>
            <a:off x="6477000" y="1432116"/>
            <a:ext cx="4795881" cy="2966197"/>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فراخوانی تابع اوت در </a:t>
            </a:r>
            <a:r>
              <a:rPr lang="en-US" dirty="0">
                <a:latin typeface="IRANSans" panose="02040503050201020203" pitchFamily="18" charset="-78"/>
                <a:cs typeface="IRANSans" panose="02040503050201020203" pitchFamily="18" charset="-78"/>
              </a:rPr>
              <a:t>loop</a:t>
            </a:r>
            <a:r>
              <a:rPr lang="fa-IR" dirty="0">
                <a:latin typeface="IRANSans" panose="02040503050201020203" pitchFamily="18" charset="-78"/>
                <a:cs typeface="IRANSans" panose="02040503050201020203" pitchFamily="18" charset="-78"/>
              </a:rPr>
              <a:t>:</a:t>
            </a:r>
          </a:p>
          <a:p>
            <a:pPr algn="just" rtl="1">
              <a:lnSpc>
                <a:spcPct val="150000"/>
              </a:lnSpc>
            </a:pPr>
            <a:endParaRPr lang="fa-IR" dirty="0">
              <a:latin typeface="IRANSans" panose="02040503050201020203" pitchFamily="18" charset="-78"/>
              <a:cs typeface="IRANSans" panose="02040503050201020203" pitchFamily="18" charset="-78"/>
            </a:endParaRPr>
          </a:p>
          <a:p>
            <a:pPr algn="just" rtl="1">
              <a:lnSpc>
                <a:spcPct val="150000"/>
              </a:lnSpc>
            </a:pPr>
            <a:r>
              <a:rPr lang="fa-IR" dirty="0">
                <a:latin typeface="IRANSans" panose="02040503050201020203" pitchFamily="18" charset="-78"/>
                <a:cs typeface="IRANSans" panose="02040503050201020203" pitchFamily="18" charset="-78"/>
              </a:rPr>
              <a:t>با آپلود این برنامه ربات نباید از خط اوت خارج شود. اما ایراداتی در پردازش سنسورهای کف وجود دارد که باعث می‌شود ربات در برخی مواقع از خط اوت گذر کند. در ادامه به حل این مشکل خواهیم پرداخت.</a:t>
            </a:r>
            <a:endParaRPr lang="en-US" dirty="0">
              <a:latin typeface="IRANSans" panose="02040503050201020203" pitchFamily="18" charset="-78"/>
              <a:cs typeface="IRANSans" panose="02040503050201020203" pitchFamily="18" charset="-78"/>
            </a:endParaRPr>
          </a:p>
        </p:txBody>
      </p:sp>
      <p:sp>
        <p:nvSpPr>
          <p:cNvPr id="5" name="TextBox 4">
            <a:extLst>
              <a:ext uri="{FF2B5EF4-FFF2-40B4-BE49-F238E27FC236}">
                <a16:creationId xmlns:a16="http://schemas.microsoft.com/office/drawing/2014/main" id="{A9AA9CF8-7C37-493E-72B3-774261E1ECD8}"/>
              </a:ext>
            </a:extLst>
          </p:cNvPr>
          <p:cNvSpPr txBox="1"/>
          <p:nvPr/>
        </p:nvSpPr>
        <p:spPr>
          <a:xfrm>
            <a:off x="998580" y="1605079"/>
            <a:ext cx="6096000" cy="3046988"/>
          </a:xfrm>
          <a:prstGeom prst="rect">
            <a:avLst/>
          </a:prstGeom>
          <a:noFill/>
        </p:spPr>
        <p:txBody>
          <a:bodyPr wrap="square">
            <a:spAutoFit/>
          </a:bodyPr>
          <a:lstStyle/>
          <a:p>
            <a:pPr>
              <a:buNone/>
            </a:pPr>
            <a:r>
              <a:rPr lang="en-US" sz="2400" b="0" dirty="0">
                <a:solidFill>
                  <a:srgbClr val="0CA1A6"/>
                </a:solidFill>
                <a:effectLst/>
                <a:latin typeface="Consolas" panose="020B0609020204030204" pitchFamily="49" charset="0"/>
              </a:rPr>
              <a:t>void</a:t>
            </a:r>
            <a:r>
              <a:rPr lang="en-US" sz="2400" b="0" dirty="0">
                <a:solidFill>
                  <a:srgbClr val="DAE3E3"/>
                </a:solidFill>
                <a:effectLst/>
                <a:latin typeface="Consolas" panose="020B0609020204030204" pitchFamily="49" charset="0"/>
              </a:rPr>
              <a:t> </a:t>
            </a:r>
            <a:r>
              <a:rPr lang="en-US" sz="2400" b="0" dirty="0">
                <a:solidFill>
                  <a:srgbClr val="F39C12"/>
                </a:solidFill>
                <a:effectLst/>
                <a:latin typeface="Consolas" panose="020B0609020204030204" pitchFamily="49" charset="0"/>
              </a:rPr>
              <a:t>loop</a:t>
            </a:r>
            <a:r>
              <a:rPr lang="en-US" sz="2400" b="0" dirty="0">
                <a:solidFill>
                  <a:srgbClr val="DAE3E3"/>
                </a:solidFill>
                <a:effectLst/>
                <a:latin typeface="Consolas" panose="020B0609020204030204" pitchFamily="49" charset="0"/>
              </a:rPr>
              <a:t>() {</a:t>
            </a:r>
          </a:p>
          <a:p>
            <a:pPr>
              <a:buNone/>
            </a:pPr>
            <a:r>
              <a:rPr lang="en-US" sz="2400" b="0" dirty="0">
                <a:solidFill>
                  <a:srgbClr val="DAE3E3"/>
                </a:solidFill>
                <a:effectLst/>
                <a:latin typeface="Consolas" panose="020B0609020204030204" pitchFamily="49" charset="0"/>
              </a:rPr>
              <a:t>  </a:t>
            </a:r>
            <a:r>
              <a:rPr lang="en-US" sz="2400" b="0" dirty="0" err="1">
                <a:solidFill>
                  <a:srgbClr val="F39C12"/>
                </a:solidFill>
                <a:effectLst/>
                <a:latin typeface="Consolas" panose="020B0609020204030204" pitchFamily="49" charset="0"/>
              </a:rPr>
              <a:t>ldr</a:t>
            </a:r>
            <a:r>
              <a:rPr lang="en-US" sz="2400" b="0" dirty="0" err="1">
                <a:solidFill>
                  <a:srgbClr val="DAE3E3"/>
                </a:solidFill>
                <a:effectLst/>
                <a:latin typeface="Consolas" panose="020B0609020204030204" pitchFamily="49" charset="0"/>
              </a:rPr>
              <a:t>.</a:t>
            </a:r>
            <a:r>
              <a:rPr lang="en-US" sz="2400" b="0" dirty="0" err="1">
                <a:solidFill>
                  <a:srgbClr val="F39C12"/>
                </a:solidFill>
                <a:effectLst/>
                <a:latin typeface="Consolas" panose="020B0609020204030204" pitchFamily="49" charset="0"/>
              </a:rPr>
              <a:t>read</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  </a:t>
            </a:r>
            <a:r>
              <a:rPr lang="en-US" sz="2400" b="0" dirty="0" err="1">
                <a:solidFill>
                  <a:srgbClr val="DAE3E3"/>
                </a:solidFill>
                <a:effectLst/>
                <a:latin typeface="Consolas" panose="020B0609020204030204" pitchFamily="49" charset="0"/>
              </a:rPr>
              <a:t>robot_angle</a:t>
            </a:r>
            <a:r>
              <a:rPr lang="en-US" sz="2400" b="0" dirty="0">
                <a:solidFill>
                  <a:srgbClr val="DAE3E3"/>
                </a:solidFill>
                <a:effectLst/>
                <a:latin typeface="Consolas" panose="020B0609020204030204" pitchFamily="49" charset="0"/>
              </a:rPr>
              <a:t> = </a:t>
            </a:r>
            <a:r>
              <a:rPr lang="en-US" sz="2400" b="0" dirty="0" err="1">
                <a:solidFill>
                  <a:srgbClr val="F39C12"/>
                </a:solidFill>
                <a:effectLst/>
                <a:latin typeface="Consolas" panose="020B0609020204030204" pitchFamily="49" charset="0"/>
              </a:rPr>
              <a:t>gyro</a:t>
            </a:r>
            <a:r>
              <a:rPr lang="en-US" sz="2400" b="0" dirty="0" err="1">
                <a:solidFill>
                  <a:srgbClr val="DAE3E3"/>
                </a:solidFill>
                <a:effectLst/>
                <a:latin typeface="Consolas" panose="020B0609020204030204" pitchFamily="49" charset="0"/>
              </a:rPr>
              <a:t>.</a:t>
            </a:r>
            <a:r>
              <a:rPr lang="en-US" sz="2400" b="0" dirty="0" err="1">
                <a:solidFill>
                  <a:srgbClr val="F39C12"/>
                </a:solidFill>
                <a:effectLst/>
                <a:latin typeface="Consolas" panose="020B0609020204030204" pitchFamily="49" charset="0"/>
              </a:rPr>
              <a:t>read</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  </a:t>
            </a:r>
            <a:r>
              <a:rPr lang="en-US" sz="2400" b="0" dirty="0" err="1">
                <a:solidFill>
                  <a:srgbClr val="F39C12"/>
                </a:solidFill>
                <a:effectLst/>
                <a:latin typeface="Consolas" panose="020B0609020204030204" pitchFamily="49" charset="0"/>
              </a:rPr>
              <a:t>read_MV</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  </a:t>
            </a:r>
            <a:r>
              <a:rPr lang="en-US" sz="2400" b="0" dirty="0" err="1">
                <a:solidFill>
                  <a:srgbClr val="F39C12"/>
                </a:solidFill>
                <a:effectLst/>
                <a:latin typeface="Consolas" panose="020B0609020204030204" pitchFamily="49" charset="0"/>
              </a:rPr>
              <a:t>print_all</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  </a:t>
            </a:r>
            <a:r>
              <a:rPr lang="en-US" sz="2400" b="0" dirty="0">
                <a:solidFill>
                  <a:srgbClr val="F39C12"/>
                </a:solidFill>
                <a:effectLst/>
                <a:latin typeface="Consolas" panose="020B0609020204030204" pitchFamily="49" charset="0"/>
              </a:rPr>
              <a:t>out</a:t>
            </a:r>
            <a:r>
              <a:rPr lang="en-US" sz="2400" b="0" dirty="0">
                <a:solidFill>
                  <a:srgbClr val="DAE3E3"/>
                </a:solidFill>
                <a:effectLst/>
                <a:latin typeface="Consolas" panose="020B0609020204030204" pitchFamily="49" charset="0"/>
              </a:rPr>
              <a:t>();</a:t>
            </a:r>
          </a:p>
          <a:p>
            <a:pPr>
              <a:buNone/>
            </a:pPr>
            <a:r>
              <a:rPr lang="en-US" sz="2400" b="0" dirty="0">
                <a:solidFill>
                  <a:srgbClr val="FF0000"/>
                </a:solidFill>
                <a:effectLst/>
                <a:latin typeface="Consolas" panose="020B0609020204030204" pitchFamily="49" charset="0"/>
              </a:rPr>
              <a:t>  </a:t>
            </a:r>
            <a:r>
              <a:rPr lang="fa-IR" sz="2400" b="0" dirty="0">
                <a:solidFill>
                  <a:srgbClr val="FF0000"/>
                </a:solidFill>
                <a:effectLst/>
                <a:latin typeface="Consolas" panose="020B0609020204030204" pitchFamily="49" charset="0"/>
              </a:rPr>
              <a:t>برنامه های قبلی</a:t>
            </a:r>
          </a:p>
          <a:p>
            <a:pPr>
              <a:buNone/>
            </a:pPr>
            <a:r>
              <a:rPr lang="en-US" sz="2400" dirty="0">
                <a:solidFill>
                  <a:srgbClr val="DAE3E3"/>
                </a:solidFill>
                <a:latin typeface="Consolas" panose="020B0609020204030204" pitchFamily="49" charset="0"/>
              </a:rPr>
              <a:t>}</a:t>
            </a:r>
            <a:endParaRPr lang="en-US" sz="2400" b="0" dirty="0">
              <a:solidFill>
                <a:srgbClr val="DAE3E3"/>
              </a:solidFill>
              <a:effectLst/>
              <a:latin typeface="Consolas" panose="020B0609020204030204" pitchFamily="49" charset="0"/>
            </a:endParaRPr>
          </a:p>
        </p:txBody>
      </p:sp>
    </p:spTree>
    <p:extLst>
      <p:ext uri="{BB962C8B-B14F-4D97-AF65-F5344CB8AC3E}">
        <p14:creationId xmlns:p14="http://schemas.microsoft.com/office/powerpoint/2010/main" val="5519355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BB796-EA1D-7D49-F4CE-7F680F7934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C75980-5A04-6545-F816-FFA15BF076D1}"/>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ساخت تابع آپدیت</a:t>
            </a:r>
            <a:endParaRPr lang="en-US" sz="3600" dirty="0">
              <a:latin typeface="IRANSans" panose="02040503050201020203" pitchFamily="18" charset="-78"/>
              <a:cs typeface="B Titr" panose="00000700000000000000" pitchFamily="2" charset="-78"/>
            </a:endParaRPr>
          </a:p>
        </p:txBody>
      </p:sp>
      <p:sp>
        <p:nvSpPr>
          <p:cNvPr id="6" name="TextBox 5">
            <a:extLst>
              <a:ext uri="{FF2B5EF4-FFF2-40B4-BE49-F238E27FC236}">
                <a16:creationId xmlns:a16="http://schemas.microsoft.com/office/drawing/2014/main" id="{36531D94-4DD5-41A8-A1E9-53769CD4A15F}"/>
              </a:ext>
            </a:extLst>
          </p:cNvPr>
          <p:cNvSpPr txBox="1"/>
          <p:nvPr/>
        </p:nvSpPr>
        <p:spPr>
          <a:xfrm>
            <a:off x="919120" y="1432116"/>
            <a:ext cx="10353762" cy="1304203"/>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یک فایل جدید به نام </a:t>
            </a:r>
            <a:r>
              <a:rPr lang="en-US" dirty="0">
                <a:latin typeface="IRANSans" panose="02040503050201020203" pitchFamily="18" charset="-78"/>
                <a:cs typeface="IRANSans" panose="02040503050201020203" pitchFamily="18" charset="-78"/>
              </a:rPr>
              <a:t>AI</a:t>
            </a:r>
            <a:r>
              <a:rPr lang="fa-IR" dirty="0">
                <a:latin typeface="IRANSans" panose="02040503050201020203" pitchFamily="18" charset="-78"/>
                <a:cs typeface="IRANSans" panose="02040503050201020203" pitchFamily="18" charset="-78"/>
              </a:rPr>
              <a:t> ساخته و تابع زیر را در آن تعریف کنید. این تابع تمامی سنسورها را آپدیت می‌کند. و در صورتی که سنسورهای کف خط اوت را تشخیص داده باشند از خواندن سنسورهای دیگر صرف نظر می‎کند. اینکار باعث می‎شود ربات سریع تر تابع </a:t>
            </a:r>
            <a:r>
              <a:rPr lang="en-US" dirty="0">
                <a:latin typeface="IRANSans" panose="02040503050201020203" pitchFamily="18" charset="-78"/>
                <a:cs typeface="IRANSans" panose="02040503050201020203" pitchFamily="18" charset="-78"/>
              </a:rPr>
              <a:t>out</a:t>
            </a:r>
            <a:r>
              <a:rPr lang="fa-IR" dirty="0">
                <a:latin typeface="IRANSans" panose="02040503050201020203" pitchFamily="18" charset="-78"/>
                <a:cs typeface="IRANSans" panose="02040503050201020203" pitchFamily="18" charset="-78"/>
              </a:rPr>
              <a:t> را اجرا کند و از خط فاصله بگیرد.</a:t>
            </a:r>
            <a:endParaRPr lang="en-US" dirty="0">
              <a:latin typeface="IRANSans" panose="02040503050201020203" pitchFamily="18" charset="-78"/>
              <a:cs typeface="IRANSans" panose="02040503050201020203" pitchFamily="18" charset="-78"/>
            </a:endParaRPr>
          </a:p>
        </p:txBody>
      </p:sp>
      <p:sp>
        <p:nvSpPr>
          <p:cNvPr id="4" name="TextBox 3">
            <a:extLst>
              <a:ext uri="{FF2B5EF4-FFF2-40B4-BE49-F238E27FC236}">
                <a16:creationId xmlns:a16="http://schemas.microsoft.com/office/drawing/2014/main" id="{588E02B5-328B-008B-1970-89AE0B5DBC3C}"/>
              </a:ext>
            </a:extLst>
          </p:cNvPr>
          <p:cNvSpPr txBox="1"/>
          <p:nvPr/>
        </p:nvSpPr>
        <p:spPr>
          <a:xfrm>
            <a:off x="919119" y="3096420"/>
            <a:ext cx="11004550" cy="3139321"/>
          </a:xfrm>
          <a:prstGeom prst="rect">
            <a:avLst/>
          </a:prstGeom>
          <a:noFill/>
        </p:spPr>
        <p:txBody>
          <a:bodyPr wrap="square">
            <a:spAutoFit/>
          </a:bodyPr>
          <a:lstStyle/>
          <a:p>
            <a:pPr>
              <a:buNone/>
            </a:pPr>
            <a:r>
              <a:rPr lang="en-US" b="0" dirty="0">
                <a:solidFill>
                  <a:srgbClr val="0CA1A6"/>
                </a:solidFill>
                <a:effectLst/>
                <a:latin typeface="Consolas" panose="020B0609020204030204" pitchFamily="49" charset="0"/>
              </a:rPr>
              <a:t>void</a:t>
            </a: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update_all</a:t>
            </a:r>
            <a:r>
              <a:rPr lang="en-US" b="0" dirty="0">
                <a:solidFill>
                  <a:srgbClr val="DAE3E3"/>
                </a:solidFill>
                <a:effectLst/>
                <a:latin typeface="Consolas" panose="020B0609020204030204" pitchFamily="49" charset="0"/>
              </a:rPr>
              <a:t>() {</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ldr</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read</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out_detected</a:t>
            </a:r>
            <a:r>
              <a:rPr lang="en-US" b="0" dirty="0">
                <a:solidFill>
                  <a:srgbClr val="DAE3E3"/>
                </a:solidFill>
                <a:effectLst/>
                <a:latin typeface="Consolas" panose="020B0609020204030204" pitchFamily="49" charset="0"/>
              </a:rPr>
              <a:t>()) {</a:t>
            </a:r>
          </a:p>
          <a:p>
            <a:pPr>
              <a:buNone/>
            </a:pPr>
            <a:r>
              <a:rPr lang="en-US" b="0" dirty="0">
                <a:solidFill>
                  <a:srgbClr val="DAE3E3"/>
                </a:solidFill>
                <a:effectLst/>
                <a:latin typeface="Consolas" panose="020B0609020204030204" pitchFamily="49" charset="0"/>
              </a:rPr>
              <a:t>    </a:t>
            </a:r>
            <a:r>
              <a:rPr lang="en-US" b="0" dirty="0" err="1">
                <a:solidFill>
                  <a:srgbClr val="DAE3E3"/>
                </a:solidFill>
                <a:effectLst/>
                <a:latin typeface="Consolas" panose="020B0609020204030204" pitchFamily="49" charset="0"/>
              </a:rPr>
              <a:t>robot_angle</a:t>
            </a:r>
            <a:r>
              <a:rPr lang="en-US" b="0" dirty="0">
                <a:solidFill>
                  <a:srgbClr val="DAE3E3"/>
                </a:solidFill>
                <a:effectLst/>
                <a:latin typeface="Consolas" panose="020B0609020204030204" pitchFamily="49" charset="0"/>
              </a:rPr>
              <a:t> = </a:t>
            </a:r>
            <a:r>
              <a:rPr lang="en-US" b="0" dirty="0" err="1">
                <a:solidFill>
                  <a:srgbClr val="F39C12"/>
                </a:solidFill>
                <a:effectLst/>
                <a:latin typeface="Consolas" panose="020B0609020204030204" pitchFamily="49" charset="0"/>
              </a:rPr>
              <a:t>gyro</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read</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read_MV</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print_all</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AE3E3"/>
                </a:solidFill>
                <a:effectLst/>
                <a:latin typeface="Consolas" panose="020B0609020204030204" pitchFamily="49" charset="0"/>
              </a:rPr>
              <a:t> ((</a:t>
            </a:r>
            <a:r>
              <a:rPr lang="en-US" b="0" dirty="0" err="1">
                <a:solidFill>
                  <a:srgbClr val="DAE3E3"/>
                </a:solidFill>
                <a:effectLst/>
                <a:latin typeface="Consolas" panose="020B0609020204030204" pitchFamily="49" charset="0"/>
              </a:rPr>
              <a:t>is_ball</a:t>
            </a:r>
            <a:r>
              <a:rPr lang="en-US" b="0" dirty="0">
                <a:solidFill>
                  <a:srgbClr val="DAE3E3"/>
                </a:solidFill>
                <a:effectLst/>
                <a:latin typeface="Consolas" panose="020B0609020204030204" pitchFamily="49" charset="0"/>
              </a:rPr>
              <a:t> &amp;&amp; </a:t>
            </a:r>
            <a:r>
              <a:rPr lang="en-US" b="0" dirty="0" err="1">
                <a:solidFill>
                  <a:srgbClr val="DAE3E3"/>
                </a:solidFill>
                <a:effectLst/>
                <a:latin typeface="Consolas" panose="020B0609020204030204" pitchFamily="49" charset="0"/>
              </a:rPr>
              <a:t>ball_angle</a:t>
            </a:r>
            <a:r>
              <a:rPr lang="en-US" b="0" dirty="0">
                <a:solidFill>
                  <a:srgbClr val="DAE3E3"/>
                </a:solidFill>
                <a:effectLst/>
                <a:latin typeface="Consolas" panose="020B0609020204030204" pitchFamily="49" charset="0"/>
              </a:rPr>
              <a:t> &lt; </a:t>
            </a:r>
            <a:r>
              <a:rPr lang="en-US" b="0" dirty="0">
                <a:solidFill>
                  <a:srgbClr val="7FCBCD"/>
                </a:solidFill>
                <a:effectLst/>
                <a:latin typeface="Consolas" panose="020B0609020204030204" pitchFamily="49" charset="0"/>
              </a:rPr>
              <a:t>20</a:t>
            </a:r>
            <a:r>
              <a:rPr lang="en-US" b="0" dirty="0">
                <a:solidFill>
                  <a:srgbClr val="DAE3E3"/>
                </a:solidFill>
                <a:effectLst/>
                <a:latin typeface="Consolas" panose="020B0609020204030204" pitchFamily="49" charset="0"/>
              </a:rPr>
              <a:t> &amp;&amp; </a:t>
            </a:r>
            <a:r>
              <a:rPr lang="en-US" b="0" dirty="0" err="1">
                <a:solidFill>
                  <a:srgbClr val="DAE3E3"/>
                </a:solidFill>
                <a:effectLst/>
                <a:latin typeface="Consolas" panose="020B0609020204030204" pitchFamily="49" charset="0"/>
              </a:rPr>
              <a:t>ball_angle</a:t>
            </a:r>
            <a:r>
              <a:rPr lang="en-US" b="0" dirty="0">
                <a:solidFill>
                  <a:srgbClr val="DAE3E3"/>
                </a:solidFill>
                <a:effectLst/>
                <a:latin typeface="Consolas" panose="020B0609020204030204" pitchFamily="49" charset="0"/>
              </a:rPr>
              <a:t> &gt; -</a:t>
            </a:r>
            <a:r>
              <a:rPr lang="en-US" b="0" dirty="0">
                <a:solidFill>
                  <a:srgbClr val="7FCBCD"/>
                </a:solidFill>
                <a:effectLst/>
                <a:latin typeface="Consolas" panose="020B0609020204030204" pitchFamily="49" charset="0"/>
              </a:rPr>
              <a:t>20</a:t>
            </a:r>
            <a:r>
              <a:rPr lang="en-US" b="0" dirty="0">
                <a:solidFill>
                  <a:srgbClr val="DAE3E3"/>
                </a:solidFill>
                <a:effectLst/>
                <a:latin typeface="Consolas" panose="020B0609020204030204" pitchFamily="49" charset="0"/>
              </a:rPr>
              <a:t>) || BALL_IN_KICKER) SPIN_ON;</a:t>
            </a: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else</a:t>
            </a:r>
            <a:r>
              <a:rPr lang="en-US" b="0" dirty="0">
                <a:solidFill>
                  <a:srgbClr val="DAE3E3"/>
                </a:solidFill>
                <a:effectLst/>
                <a:latin typeface="Consolas" panose="020B0609020204030204" pitchFamily="49" charset="0"/>
              </a:rPr>
              <a:t> SPIN_OFF;</a:t>
            </a:r>
            <a:endParaRPr lang="fa-IR" b="0" dirty="0">
              <a:solidFill>
                <a:srgbClr val="DAE3E3"/>
              </a:solidFill>
              <a:effectLst/>
              <a:latin typeface="Consolas" panose="020B0609020204030204" pitchFamily="49" charset="0"/>
            </a:endParaRPr>
          </a:p>
          <a:p>
            <a:r>
              <a:rPr lang="en-US" dirty="0">
                <a:solidFill>
                  <a:srgbClr val="DAE3E3"/>
                </a:solidFill>
                <a:latin typeface="Consolas" panose="020B0609020204030204" pitchFamily="49" charset="0"/>
              </a:rPr>
              <a:t>  </a:t>
            </a:r>
            <a:r>
              <a:rPr lang="en-US" dirty="0">
                <a:solidFill>
                  <a:srgbClr val="C586C0"/>
                </a:solidFill>
                <a:latin typeface="Consolas" panose="020B0609020204030204" pitchFamily="49" charset="0"/>
              </a:rPr>
              <a:t>if</a:t>
            </a:r>
            <a:r>
              <a:rPr lang="en-US" dirty="0">
                <a:solidFill>
                  <a:srgbClr val="DAE3E3"/>
                </a:solidFill>
                <a:latin typeface="Consolas" panose="020B0609020204030204" pitchFamily="49" charset="0"/>
              </a:rPr>
              <a:t> (!BALL_IN_KICKER) </a:t>
            </a:r>
            <a:r>
              <a:rPr lang="en-US" dirty="0" err="1">
                <a:solidFill>
                  <a:srgbClr val="DAE3E3"/>
                </a:solidFill>
                <a:latin typeface="Consolas" panose="020B0609020204030204" pitchFamily="49" charset="0"/>
              </a:rPr>
              <a:t>already_shooted</a:t>
            </a:r>
            <a:r>
              <a:rPr lang="en-US" dirty="0">
                <a:solidFill>
                  <a:srgbClr val="DAE3E3"/>
                </a:solidFill>
                <a:latin typeface="Consolas" panose="020B0609020204030204" pitchFamily="49" charset="0"/>
              </a:rPr>
              <a:t> = </a:t>
            </a:r>
            <a:r>
              <a:rPr lang="en-US" dirty="0">
                <a:solidFill>
                  <a:srgbClr val="7FCBCD"/>
                </a:solidFill>
                <a:latin typeface="Consolas" panose="020B0609020204030204" pitchFamily="49" charset="0"/>
              </a:rPr>
              <a:t>false</a:t>
            </a:r>
            <a:r>
              <a:rPr lang="en-US" dirty="0">
                <a:solidFill>
                  <a:srgbClr val="DAE3E3"/>
                </a:solidFill>
                <a:latin typeface="Consolas" panose="020B0609020204030204" pitchFamily="49" charset="0"/>
              </a:rPr>
              <a:t>;</a:t>
            </a:r>
            <a:endParaRPr lang="en-US" b="0" dirty="0">
              <a:solidFill>
                <a:srgbClr val="DAE3E3"/>
              </a:solidFill>
              <a:effectLst/>
              <a:latin typeface="Consolas" panose="020B0609020204030204" pitchFamily="49" charset="0"/>
            </a:endParaRPr>
          </a:p>
          <a:p>
            <a:pPr>
              <a:buNone/>
            </a:pPr>
            <a:r>
              <a:rPr lang="en-US" b="0" dirty="0">
                <a:solidFill>
                  <a:srgbClr val="DAE3E3"/>
                </a:solidFill>
                <a:effectLst/>
                <a:latin typeface="Consolas" panose="020B0609020204030204" pitchFamily="49" charset="0"/>
              </a:rPr>
              <a:t>}</a:t>
            </a:r>
          </a:p>
        </p:txBody>
      </p:sp>
    </p:spTree>
    <p:extLst>
      <p:ext uri="{BB962C8B-B14F-4D97-AF65-F5344CB8AC3E}">
        <p14:creationId xmlns:p14="http://schemas.microsoft.com/office/powerpoint/2010/main" val="78112251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F6931-B6B6-6F41-3902-6927CC9AF6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732B37-71AF-3BF0-0DD9-D47F245C9658}"/>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استفاده از تابع </a:t>
            </a:r>
            <a:r>
              <a:rPr lang="en-US" sz="3600" dirty="0">
                <a:latin typeface="IRANSans" panose="02040503050201020203" pitchFamily="18" charset="-78"/>
                <a:cs typeface="B Titr" panose="00000700000000000000" pitchFamily="2" charset="-78"/>
              </a:rPr>
              <a:t>update</a:t>
            </a:r>
            <a:r>
              <a:rPr lang="fa-IR" sz="3600" dirty="0">
                <a:latin typeface="IRANSans" panose="02040503050201020203" pitchFamily="18" charset="-78"/>
                <a:cs typeface="B Titr" panose="00000700000000000000" pitchFamily="2" charset="-78"/>
              </a:rPr>
              <a:t> در </a:t>
            </a:r>
            <a:r>
              <a:rPr lang="en-US" sz="3600" dirty="0">
                <a:latin typeface="IRANSans" panose="02040503050201020203" pitchFamily="18" charset="-78"/>
                <a:cs typeface="B Titr" panose="00000700000000000000" pitchFamily="2" charset="-78"/>
              </a:rPr>
              <a:t>loop</a:t>
            </a:r>
          </a:p>
        </p:txBody>
      </p:sp>
      <p:sp>
        <p:nvSpPr>
          <p:cNvPr id="6" name="TextBox 5">
            <a:extLst>
              <a:ext uri="{FF2B5EF4-FFF2-40B4-BE49-F238E27FC236}">
                <a16:creationId xmlns:a16="http://schemas.microsoft.com/office/drawing/2014/main" id="{50338C9A-EC45-CF5B-6A67-A96107EC97FC}"/>
              </a:ext>
            </a:extLst>
          </p:cNvPr>
          <p:cNvSpPr txBox="1"/>
          <p:nvPr/>
        </p:nvSpPr>
        <p:spPr>
          <a:xfrm>
            <a:off x="919120" y="1432116"/>
            <a:ext cx="10353762" cy="888705"/>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در </a:t>
            </a:r>
            <a:r>
              <a:rPr lang="en-US" dirty="0">
                <a:latin typeface="IRANSans" panose="02040503050201020203" pitchFamily="18" charset="-78"/>
                <a:cs typeface="IRANSans" panose="02040503050201020203" pitchFamily="18" charset="-78"/>
              </a:rPr>
              <a:t>loop</a:t>
            </a:r>
            <a:r>
              <a:rPr lang="fa-IR" dirty="0">
                <a:latin typeface="IRANSans" panose="02040503050201020203" pitchFamily="18" charset="-78"/>
                <a:cs typeface="IRANSans" panose="02040503050201020203" pitchFamily="18" charset="-78"/>
              </a:rPr>
              <a:t> به جای خواندن سنسورها در چند خط می‎توانید در یک خط از تابع </a:t>
            </a:r>
            <a:r>
              <a:rPr lang="en-US" dirty="0" err="1">
                <a:latin typeface="IRANSans" panose="02040503050201020203" pitchFamily="18" charset="-78"/>
                <a:cs typeface="IRANSans" panose="02040503050201020203" pitchFamily="18" charset="-78"/>
              </a:rPr>
              <a:t>update_all</a:t>
            </a:r>
            <a:r>
              <a:rPr lang="fa-IR" dirty="0">
                <a:latin typeface="IRANSans" panose="02040503050201020203" pitchFamily="18" charset="-78"/>
                <a:cs typeface="IRANSans" panose="02040503050201020203" pitchFamily="18" charset="-78"/>
              </a:rPr>
              <a:t> برای خواندن همه سنسورها استفاده کنید.</a:t>
            </a:r>
            <a:endParaRPr lang="en-US" dirty="0">
              <a:latin typeface="IRANSans" panose="02040503050201020203" pitchFamily="18" charset="-78"/>
              <a:cs typeface="IRANSans" panose="02040503050201020203" pitchFamily="18" charset="-78"/>
            </a:endParaRPr>
          </a:p>
        </p:txBody>
      </p:sp>
      <p:sp>
        <p:nvSpPr>
          <p:cNvPr id="5" name="TextBox 4">
            <a:extLst>
              <a:ext uri="{FF2B5EF4-FFF2-40B4-BE49-F238E27FC236}">
                <a16:creationId xmlns:a16="http://schemas.microsoft.com/office/drawing/2014/main" id="{9D92A16B-07B7-F783-426F-BFA016965E04}"/>
              </a:ext>
            </a:extLst>
          </p:cNvPr>
          <p:cNvSpPr txBox="1"/>
          <p:nvPr/>
        </p:nvSpPr>
        <p:spPr>
          <a:xfrm>
            <a:off x="919119" y="2657458"/>
            <a:ext cx="10353761" cy="3477875"/>
          </a:xfrm>
          <a:prstGeom prst="rect">
            <a:avLst/>
          </a:prstGeom>
          <a:noFill/>
        </p:spPr>
        <p:txBody>
          <a:bodyPr wrap="square">
            <a:spAutoFit/>
          </a:bodyPr>
          <a:lstStyle/>
          <a:p>
            <a:pPr>
              <a:buNone/>
            </a:pPr>
            <a:r>
              <a:rPr lang="en-US" sz="2000" b="0" dirty="0">
                <a:solidFill>
                  <a:srgbClr val="0CA1A6"/>
                </a:solidFill>
                <a:effectLst/>
                <a:latin typeface="Consolas" panose="020B0609020204030204" pitchFamily="49" charset="0"/>
              </a:rPr>
              <a:t>void</a:t>
            </a:r>
            <a:r>
              <a:rPr lang="en-US" sz="2000" b="0" dirty="0">
                <a:solidFill>
                  <a:srgbClr val="DAE3E3"/>
                </a:solidFill>
                <a:effectLst/>
                <a:latin typeface="Consolas" panose="020B0609020204030204" pitchFamily="49" charset="0"/>
              </a:rPr>
              <a:t> </a:t>
            </a:r>
            <a:r>
              <a:rPr lang="en-US" sz="2000" b="0" dirty="0">
                <a:solidFill>
                  <a:srgbClr val="F39C12"/>
                </a:solidFill>
                <a:effectLst/>
                <a:latin typeface="Consolas" panose="020B0609020204030204" pitchFamily="49" charset="0"/>
              </a:rPr>
              <a:t>loop</a:t>
            </a:r>
            <a:r>
              <a:rPr lang="en-US" sz="2000" b="0" dirty="0">
                <a:solidFill>
                  <a:srgbClr val="DAE3E3"/>
                </a:solidFill>
                <a:effectLst/>
                <a:latin typeface="Consolas" panose="020B0609020204030204" pitchFamily="49" charset="0"/>
              </a:rPr>
              <a:t>() {</a:t>
            </a:r>
          </a:p>
          <a:p>
            <a:pPr>
              <a:buNone/>
            </a:pPr>
            <a:r>
              <a:rPr lang="en-US" sz="2000" b="0" dirty="0">
                <a:solidFill>
                  <a:srgbClr val="DAE3E3"/>
                </a:solidFill>
                <a:effectLst/>
                <a:latin typeface="Consolas" panose="020B0609020204030204" pitchFamily="49" charset="0"/>
              </a:rPr>
              <a:t>  </a:t>
            </a:r>
            <a:r>
              <a:rPr lang="en-US" sz="2000" b="0" dirty="0" err="1">
                <a:solidFill>
                  <a:srgbClr val="F39C12"/>
                </a:solidFill>
                <a:effectLst/>
                <a:latin typeface="Consolas" panose="020B0609020204030204" pitchFamily="49" charset="0"/>
              </a:rPr>
              <a:t>update_all</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if</a:t>
            </a:r>
            <a:r>
              <a:rPr lang="en-US" sz="2000" b="0" dirty="0">
                <a:solidFill>
                  <a:srgbClr val="DAE3E3"/>
                </a:solidFill>
                <a:effectLst/>
                <a:latin typeface="Consolas" panose="020B0609020204030204" pitchFamily="49" charset="0"/>
              </a:rPr>
              <a:t> (BALL_IN_KICKER) {</a:t>
            </a:r>
          </a:p>
          <a:p>
            <a:pPr>
              <a:buNone/>
            </a:pPr>
            <a:r>
              <a:rPr lang="en-US" sz="2000" b="0" dirty="0">
                <a:solidFill>
                  <a:srgbClr val="DAE3E3"/>
                </a:solidFill>
                <a:effectLst/>
                <a:latin typeface="Consolas" panose="020B0609020204030204" pitchFamily="49" charset="0"/>
              </a:rPr>
              <a:t>    </a:t>
            </a:r>
            <a:r>
              <a:rPr lang="en-US" sz="2000" b="0" dirty="0">
                <a:solidFill>
                  <a:srgbClr val="F39C12"/>
                </a:solidFill>
                <a:effectLst/>
                <a:latin typeface="Consolas" panose="020B0609020204030204" pitchFamily="49" charset="0"/>
              </a:rPr>
              <a:t>shoot</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 </a:t>
            </a:r>
            <a:r>
              <a:rPr lang="en-US" sz="2000" b="0" dirty="0">
                <a:solidFill>
                  <a:srgbClr val="C586C0"/>
                </a:solidFill>
                <a:effectLst/>
                <a:latin typeface="Consolas" panose="020B0609020204030204" pitchFamily="49" charset="0"/>
              </a:rPr>
              <a:t>else</a:t>
            </a: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if</a:t>
            </a:r>
            <a:r>
              <a:rPr lang="en-US" sz="2000" b="0" dirty="0">
                <a:solidFill>
                  <a:srgbClr val="DAE3E3"/>
                </a:solidFill>
                <a:effectLst/>
                <a:latin typeface="Consolas" panose="020B0609020204030204" pitchFamily="49" charset="0"/>
              </a:rPr>
              <a:t> (</a:t>
            </a:r>
            <a:r>
              <a:rPr lang="en-US" sz="2000" b="0" dirty="0" err="1">
                <a:solidFill>
                  <a:srgbClr val="DAE3E3"/>
                </a:solidFill>
                <a:effectLst/>
                <a:latin typeface="Consolas" panose="020B0609020204030204" pitchFamily="49" charset="0"/>
              </a:rPr>
              <a:t>is_ball</a:t>
            </a:r>
            <a:r>
              <a:rPr lang="en-US" sz="2000" b="0" dirty="0">
                <a:solidFill>
                  <a:srgbClr val="DAE3E3"/>
                </a:solidFill>
                <a:effectLst/>
                <a:latin typeface="Consolas" panose="020B0609020204030204" pitchFamily="49" charset="0"/>
              </a:rPr>
              <a:t>) {</a:t>
            </a:r>
          </a:p>
          <a:p>
            <a:pPr>
              <a:buNone/>
            </a:pPr>
            <a:r>
              <a:rPr lang="en-US" sz="2000" b="0" dirty="0">
                <a:solidFill>
                  <a:srgbClr val="DAE3E3"/>
                </a:solidFill>
                <a:effectLst/>
                <a:latin typeface="Consolas" panose="020B0609020204030204" pitchFamily="49" charset="0"/>
              </a:rPr>
              <a:t>    </a:t>
            </a:r>
            <a:r>
              <a:rPr lang="en-US" sz="2000" b="0" dirty="0">
                <a:solidFill>
                  <a:srgbClr val="0CA1A6"/>
                </a:solidFill>
                <a:effectLst/>
                <a:latin typeface="Consolas" panose="020B0609020204030204" pitchFamily="49" charset="0"/>
              </a:rPr>
              <a:t>float</a:t>
            </a:r>
            <a:r>
              <a:rPr lang="en-US" sz="2000" b="0" dirty="0">
                <a:solidFill>
                  <a:srgbClr val="DAE3E3"/>
                </a:solidFill>
                <a:effectLst/>
                <a:latin typeface="Consolas" panose="020B0609020204030204" pitchFamily="49" charset="0"/>
              </a:rPr>
              <a:t> shift = </a:t>
            </a:r>
            <a:r>
              <a:rPr lang="en-US" sz="2000" b="0" dirty="0">
                <a:solidFill>
                  <a:srgbClr val="F39C12"/>
                </a:solidFill>
                <a:effectLst/>
                <a:latin typeface="Consolas" panose="020B0609020204030204" pitchFamily="49" charset="0"/>
              </a:rPr>
              <a:t>clamp</a:t>
            </a:r>
            <a:r>
              <a:rPr lang="en-US" sz="2000" b="0" dirty="0">
                <a:solidFill>
                  <a:srgbClr val="DAE3E3"/>
                </a:solidFill>
                <a:effectLst/>
                <a:latin typeface="Consolas" panose="020B0609020204030204" pitchFamily="49" charset="0"/>
              </a:rPr>
              <a:t>(</a:t>
            </a:r>
            <a:r>
              <a:rPr lang="en-US" sz="2000" b="0" dirty="0" err="1">
                <a:solidFill>
                  <a:srgbClr val="DAE3E3"/>
                </a:solidFill>
                <a:effectLst/>
                <a:latin typeface="Consolas" panose="020B0609020204030204" pitchFamily="49" charset="0"/>
              </a:rPr>
              <a:t>ball_angle</a:t>
            </a:r>
            <a:r>
              <a:rPr lang="en-US" sz="2000" b="0" dirty="0">
                <a:solidFill>
                  <a:srgbClr val="DAE3E3"/>
                </a:solidFill>
                <a:effectLst/>
                <a:latin typeface="Consolas" panose="020B0609020204030204" pitchFamily="49" charset="0"/>
              </a:rPr>
              <a:t> * </a:t>
            </a:r>
            <a:r>
              <a:rPr lang="en-US" sz="2000" b="0" dirty="0">
                <a:solidFill>
                  <a:srgbClr val="7FCBCD"/>
                </a:solidFill>
                <a:effectLst/>
                <a:latin typeface="Consolas" panose="020B0609020204030204" pitchFamily="49" charset="0"/>
              </a:rPr>
              <a:t>1.5</a:t>
            </a:r>
            <a:r>
              <a:rPr lang="en-US" sz="2000" b="0" dirty="0">
                <a:solidFill>
                  <a:srgbClr val="DAE3E3"/>
                </a:solidFill>
                <a:effectLst/>
                <a:latin typeface="Consolas" panose="020B0609020204030204" pitchFamily="49" charset="0"/>
              </a:rPr>
              <a:t>, -</a:t>
            </a:r>
            <a:r>
              <a:rPr lang="en-US" sz="2000" b="0" dirty="0">
                <a:solidFill>
                  <a:srgbClr val="7FCBCD"/>
                </a:solidFill>
                <a:effectLst/>
                <a:latin typeface="Consolas" panose="020B0609020204030204" pitchFamily="49" charset="0"/>
              </a:rPr>
              <a:t>60</a:t>
            </a:r>
            <a:r>
              <a:rPr lang="en-US" sz="2000" b="0" dirty="0">
                <a:solidFill>
                  <a:srgbClr val="DAE3E3"/>
                </a:solidFill>
                <a:effectLst/>
                <a:latin typeface="Consolas" panose="020B0609020204030204" pitchFamily="49" charset="0"/>
              </a:rPr>
              <a:t>, </a:t>
            </a:r>
            <a:r>
              <a:rPr lang="en-US" sz="2000" b="0" dirty="0">
                <a:solidFill>
                  <a:srgbClr val="7FCBCD"/>
                </a:solidFill>
                <a:effectLst/>
                <a:latin typeface="Consolas" panose="020B0609020204030204" pitchFamily="49" charset="0"/>
              </a:rPr>
              <a:t>60</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r>
              <a:rPr lang="en-US" sz="2000" b="0" dirty="0">
                <a:solidFill>
                  <a:srgbClr val="F39C12"/>
                </a:solidFill>
                <a:effectLst/>
                <a:latin typeface="Consolas" panose="020B0609020204030204" pitchFamily="49" charset="0"/>
              </a:rPr>
              <a:t>move</a:t>
            </a:r>
            <a:r>
              <a:rPr lang="en-US" sz="2000" b="0" dirty="0">
                <a:solidFill>
                  <a:srgbClr val="DAE3E3"/>
                </a:solidFill>
                <a:effectLst/>
                <a:latin typeface="Consolas" panose="020B0609020204030204" pitchFamily="49" charset="0"/>
              </a:rPr>
              <a:t>(</a:t>
            </a:r>
            <a:r>
              <a:rPr lang="en-US" sz="2000" b="0" dirty="0" err="1">
                <a:solidFill>
                  <a:srgbClr val="DAE3E3"/>
                </a:solidFill>
                <a:effectLst/>
                <a:latin typeface="Consolas" panose="020B0609020204030204" pitchFamily="49" charset="0"/>
              </a:rPr>
              <a:t>ball_angle</a:t>
            </a:r>
            <a:r>
              <a:rPr lang="en-US" sz="2000" b="0" dirty="0">
                <a:solidFill>
                  <a:srgbClr val="DAE3E3"/>
                </a:solidFill>
                <a:effectLst/>
                <a:latin typeface="Consolas" panose="020B0609020204030204" pitchFamily="49" charset="0"/>
              </a:rPr>
              <a:t> + shift, MID_SPEED);</a:t>
            </a:r>
          </a:p>
          <a:p>
            <a:pPr>
              <a:buNone/>
            </a:pPr>
            <a:r>
              <a:rPr lang="en-US" sz="2000" b="0" dirty="0">
                <a:solidFill>
                  <a:srgbClr val="DAE3E3"/>
                </a:solidFill>
                <a:effectLst/>
                <a:latin typeface="Consolas" panose="020B0609020204030204" pitchFamily="49" charset="0"/>
              </a:rPr>
              <a:t>  } </a:t>
            </a:r>
            <a:r>
              <a:rPr lang="en-US" sz="2000" b="0" dirty="0">
                <a:solidFill>
                  <a:srgbClr val="C586C0"/>
                </a:solidFill>
                <a:effectLst/>
                <a:latin typeface="Consolas" panose="020B0609020204030204" pitchFamily="49" charset="0"/>
              </a:rPr>
              <a:t>else</a:t>
            </a:r>
            <a:r>
              <a:rPr lang="en-US" sz="2000" b="0" dirty="0">
                <a:solidFill>
                  <a:srgbClr val="DAE3E3"/>
                </a:solidFill>
                <a:effectLst/>
                <a:latin typeface="Consolas" panose="020B0609020204030204" pitchFamily="49" charset="0"/>
              </a:rPr>
              <a:t> {</a:t>
            </a:r>
          </a:p>
          <a:p>
            <a:pPr>
              <a:buNone/>
            </a:pPr>
            <a:r>
              <a:rPr lang="en-US" sz="2000" b="0" dirty="0">
                <a:solidFill>
                  <a:srgbClr val="DAE3E3"/>
                </a:solidFill>
                <a:effectLst/>
                <a:latin typeface="Consolas" panose="020B0609020204030204" pitchFamily="49" charset="0"/>
              </a:rPr>
              <a:t>    </a:t>
            </a:r>
            <a:r>
              <a:rPr lang="en-US" sz="2000" b="0" dirty="0">
                <a:solidFill>
                  <a:srgbClr val="F39C12"/>
                </a:solidFill>
                <a:effectLst/>
                <a:latin typeface="Consolas" panose="020B0609020204030204" pitchFamily="49" charset="0"/>
              </a:rPr>
              <a:t>stop</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p>
          <a:p>
            <a:pPr>
              <a:buNone/>
            </a:pPr>
            <a:r>
              <a:rPr lang="en-US" sz="2000" b="0" dirty="0">
                <a:solidFill>
                  <a:srgbClr val="DAE3E3"/>
                </a:solidFill>
                <a:effectLst/>
                <a:latin typeface="Consolas" panose="020B0609020204030204" pitchFamily="49" charset="0"/>
              </a:rPr>
              <a:t>}</a:t>
            </a:r>
          </a:p>
        </p:txBody>
      </p:sp>
    </p:spTree>
    <p:extLst>
      <p:ext uri="{BB962C8B-B14F-4D97-AF65-F5344CB8AC3E}">
        <p14:creationId xmlns:p14="http://schemas.microsoft.com/office/powerpoint/2010/main" val="212577926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C03FB-613C-CBC9-7938-D4AEA94A33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AFBF12-0800-1C4B-C5B6-D9E0819FD28D}"/>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تعریف تابع </a:t>
            </a:r>
            <a:r>
              <a:rPr lang="en-US" sz="3600" dirty="0" err="1">
                <a:latin typeface="IRANSans" panose="02040503050201020203" pitchFamily="18" charset="-78"/>
                <a:cs typeface="B Titr" panose="00000700000000000000" pitchFamily="2" charset="-78"/>
              </a:rPr>
              <a:t>out_detected</a:t>
            </a:r>
            <a:endParaRPr lang="en-US" sz="3600" dirty="0">
              <a:latin typeface="IRANSans" panose="02040503050201020203" pitchFamily="18" charset="-78"/>
              <a:cs typeface="B Titr" panose="00000700000000000000" pitchFamily="2" charset="-78"/>
            </a:endParaRPr>
          </a:p>
        </p:txBody>
      </p:sp>
      <p:sp>
        <p:nvSpPr>
          <p:cNvPr id="6" name="TextBox 5">
            <a:extLst>
              <a:ext uri="{FF2B5EF4-FFF2-40B4-BE49-F238E27FC236}">
                <a16:creationId xmlns:a16="http://schemas.microsoft.com/office/drawing/2014/main" id="{C2985C51-87AA-D71B-912D-245A5CAA23CD}"/>
              </a:ext>
            </a:extLst>
          </p:cNvPr>
          <p:cNvSpPr txBox="1"/>
          <p:nvPr/>
        </p:nvSpPr>
        <p:spPr>
          <a:xfrm>
            <a:off x="919120" y="1432116"/>
            <a:ext cx="10353762" cy="1719702"/>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این تابع خیلی سریع سنسورهای کف را خوانده و اگر سنسوری خط اوت را تشخیص دهد مقدار </a:t>
            </a:r>
            <a:r>
              <a:rPr lang="en-US" dirty="0">
                <a:latin typeface="IRANSans" panose="02040503050201020203" pitchFamily="18" charset="-78"/>
                <a:cs typeface="IRANSans" panose="02040503050201020203" pitchFamily="18" charset="-78"/>
              </a:rPr>
              <a:t>true</a:t>
            </a:r>
            <a:r>
              <a:rPr lang="fa-IR" dirty="0">
                <a:latin typeface="IRANSans" panose="02040503050201020203" pitchFamily="18" charset="-78"/>
                <a:cs typeface="IRANSans" panose="02040503050201020203" pitchFamily="18" charset="-78"/>
              </a:rPr>
              <a:t> را برمیگرداند. همچنین به خاطر وجود متغیر </a:t>
            </a:r>
            <a:r>
              <a:rPr lang="en-US" dirty="0" err="1">
                <a:latin typeface="IRANSans" panose="02040503050201020203" pitchFamily="18" charset="-78"/>
                <a:cs typeface="IRANSans" panose="02040503050201020203" pitchFamily="18" charset="-78"/>
              </a:rPr>
              <a:t>checking_out</a:t>
            </a:r>
            <a:r>
              <a:rPr lang="fa-IR" dirty="0">
                <a:latin typeface="IRANSans" panose="02040503050201020203" pitchFamily="18" charset="-78"/>
                <a:cs typeface="IRANSans" panose="02040503050201020203" pitchFamily="18" charset="-78"/>
              </a:rPr>
              <a:t> اگر در حال بررسی اوت باشیم این تابع </a:t>
            </a:r>
            <a:r>
              <a:rPr lang="en-US" dirty="0">
                <a:latin typeface="IRANSans" panose="02040503050201020203" pitchFamily="18" charset="-78"/>
                <a:cs typeface="IRANSans" panose="02040503050201020203" pitchFamily="18" charset="-78"/>
              </a:rPr>
              <a:t>false</a:t>
            </a:r>
            <a:r>
              <a:rPr lang="fa-IR" dirty="0">
                <a:latin typeface="IRANSans" panose="02040503050201020203" pitchFamily="18" charset="-78"/>
                <a:cs typeface="IRANSans" panose="02040503050201020203" pitchFamily="18" charset="-78"/>
              </a:rPr>
              <a:t> را برمیگرداند تا در یک لوپ بی نهایت گیر نیفتد. (چون </a:t>
            </a:r>
            <a:r>
              <a:rPr lang="en-US" dirty="0" err="1">
                <a:latin typeface="IRANSans" panose="02040503050201020203" pitchFamily="18" charset="-78"/>
                <a:cs typeface="IRANSans" panose="02040503050201020203" pitchFamily="18" charset="-78"/>
              </a:rPr>
              <a:t>update_all</a:t>
            </a:r>
            <a:r>
              <a:rPr lang="fa-IR" dirty="0">
                <a:latin typeface="IRANSans" panose="02040503050201020203" pitchFamily="18" charset="-78"/>
                <a:cs typeface="IRANSans" panose="02040503050201020203" pitchFamily="18" charset="-78"/>
              </a:rPr>
              <a:t> در </a:t>
            </a:r>
            <a:r>
              <a:rPr lang="en-US" dirty="0" err="1">
                <a:latin typeface="IRANSans" panose="02040503050201020203" pitchFamily="18" charset="-78"/>
                <a:cs typeface="IRANSans" panose="02040503050201020203" pitchFamily="18" charset="-78"/>
              </a:rPr>
              <a:t>moveSec</a:t>
            </a:r>
            <a:r>
              <a:rPr lang="fa-IR" dirty="0">
                <a:latin typeface="IRANSans" panose="02040503050201020203" pitchFamily="18" charset="-78"/>
                <a:cs typeface="IRANSans" panose="02040503050201020203" pitchFamily="18" charset="-78"/>
              </a:rPr>
              <a:t> فراخوانی می‌شود و در تابع </a:t>
            </a:r>
            <a:r>
              <a:rPr lang="en-US" dirty="0">
                <a:latin typeface="IRANSans" panose="02040503050201020203" pitchFamily="18" charset="-78"/>
                <a:cs typeface="IRANSans" panose="02040503050201020203" pitchFamily="18" charset="-78"/>
              </a:rPr>
              <a:t>out</a:t>
            </a:r>
            <a:r>
              <a:rPr lang="fa-IR" dirty="0">
                <a:latin typeface="IRANSans" panose="02040503050201020203" pitchFamily="18" charset="-78"/>
                <a:cs typeface="IRANSans" panose="02040503050201020203" pitchFamily="18" charset="-78"/>
              </a:rPr>
              <a:t> وقتی </a:t>
            </a:r>
            <a:r>
              <a:rPr lang="en-US" dirty="0" err="1">
                <a:latin typeface="IRANSans" panose="02040503050201020203" pitchFamily="18" charset="-78"/>
                <a:cs typeface="IRANSans" panose="02040503050201020203" pitchFamily="18" charset="-78"/>
              </a:rPr>
              <a:t>moveSec</a:t>
            </a:r>
            <a:r>
              <a:rPr lang="fa-IR" dirty="0">
                <a:latin typeface="IRANSans" panose="02040503050201020203" pitchFamily="18" charset="-78"/>
                <a:cs typeface="IRANSans" panose="02040503050201020203" pitchFamily="18" charset="-78"/>
              </a:rPr>
              <a:t> انجام می‎دهیم سنسورها باید آپدیت شوند)</a:t>
            </a:r>
            <a:endParaRPr lang="en-US" dirty="0">
              <a:latin typeface="IRANSans" panose="02040503050201020203" pitchFamily="18" charset="-78"/>
              <a:cs typeface="IRANSans" panose="02040503050201020203" pitchFamily="18" charset="-78"/>
            </a:endParaRPr>
          </a:p>
        </p:txBody>
      </p:sp>
      <p:sp>
        <p:nvSpPr>
          <p:cNvPr id="4" name="TextBox 3">
            <a:extLst>
              <a:ext uri="{FF2B5EF4-FFF2-40B4-BE49-F238E27FC236}">
                <a16:creationId xmlns:a16="http://schemas.microsoft.com/office/drawing/2014/main" id="{AAADF79C-2AF2-FDD6-96E8-905401538A67}"/>
              </a:ext>
            </a:extLst>
          </p:cNvPr>
          <p:cNvSpPr txBox="1"/>
          <p:nvPr/>
        </p:nvSpPr>
        <p:spPr>
          <a:xfrm>
            <a:off x="861968" y="3521517"/>
            <a:ext cx="10353761" cy="2031325"/>
          </a:xfrm>
          <a:prstGeom prst="rect">
            <a:avLst/>
          </a:prstGeom>
          <a:noFill/>
        </p:spPr>
        <p:txBody>
          <a:bodyPr wrap="square">
            <a:spAutoFit/>
          </a:bodyPr>
          <a:lstStyle/>
          <a:p>
            <a:pPr>
              <a:buNone/>
            </a:pPr>
            <a:r>
              <a:rPr lang="en-US" b="0" dirty="0">
                <a:solidFill>
                  <a:srgbClr val="0CA1A6"/>
                </a:solidFill>
                <a:effectLst/>
                <a:latin typeface="Consolas" panose="020B0609020204030204" pitchFamily="49" charset="0"/>
              </a:rPr>
              <a:t>bool</a:t>
            </a: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out_detected</a:t>
            </a:r>
            <a:r>
              <a:rPr lang="en-US" b="0" dirty="0">
                <a:solidFill>
                  <a:srgbClr val="DAE3E3"/>
                </a:solidFill>
                <a:effectLst/>
                <a:latin typeface="Consolas" panose="020B0609020204030204" pitchFamily="49" charset="0"/>
              </a:rPr>
              <a:t>() {</a:t>
            </a: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ldr</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back</a:t>
            </a:r>
            <a:r>
              <a:rPr lang="en-US" b="0" dirty="0">
                <a:solidFill>
                  <a:srgbClr val="DAE3E3"/>
                </a:solidFill>
                <a:effectLst/>
                <a:latin typeface="Consolas" panose="020B0609020204030204" pitchFamily="49" charset="0"/>
              </a:rPr>
              <a:t> &gt; LDR_SENS) </a:t>
            </a:r>
            <a:r>
              <a:rPr lang="en-US" b="0" dirty="0" err="1">
                <a:solidFill>
                  <a:srgbClr val="DAE3E3"/>
                </a:solidFill>
                <a:effectLst/>
                <a:latin typeface="Consolas" panose="020B0609020204030204" pitchFamily="49" charset="0"/>
              </a:rPr>
              <a:t>arrived_to_goal</a:t>
            </a:r>
            <a:r>
              <a:rPr lang="en-US" b="0" dirty="0">
                <a:solidFill>
                  <a:srgbClr val="DAE3E3"/>
                </a:solidFill>
                <a:effectLst/>
                <a:latin typeface="Consolas" panose="020B0609020204030204" pitchFamily="49" charset="0"/>
              </a:rPr>
              <a:t> = </a:t>
            </a:r>
            <a:r>
              <a:rPr lang="en-US" b="0" dirty="0">
                <a:solidFill>
                  <a:srgbClr val="7FCBCD"/>
                </a:solidFill>
                <a:effectLst/>
                <a:latin typeface="Consolas" panose="020B0609020204030204" pitchFamily="49" charset="0"/>
              </a:rPr>
              <a:t>true</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AE3E3"/>
                </a:solidFill>
                <a:effectLst/>
                <a:latin typeface="Consolas" panose="020B0609020204030204" pitchFamily="49" charset="0"/>
              </a:rPr>
              <a:t>(</a:t>
            </a:r>
            <a:r>
              <a:rPr lang="en-US" b="0" dirty="0" err="1">
                <a:solidFill>
                  <a:srgbClr val="DAE3E3"/>
                </a:solidFill>
                <a:effectLst/>
                <a:latin typeface="Consolas" panose="020B0609020204030204" pitchFamily="49" charset="0"/>
              </a:rPr>
              <a:t>checking_out</a:t>
            </a:r>
            <a:r>
              <a:rPr lang="en-US" b="0" dirty="0">
                <a:solidFill>
                  <a:srgbClr val="DAE3E3"/>
                </a:solidFill>
                <a:effectLst/>
                <a:latin typeface="Consolas" panose="020B0609020204030204" pitchFamily="49" charset="0"/>
              </a:rPr>
              <a:t> || </a:t>
            </a:r>
            <a:r>
              <a:rPr lang="en-US" b="0" dirty="0" err="1">
                <a:solidFill>
                  <a:srgbClr val="DAE3E3"/>
                </a:solidFill>
                <a:effectLst/>
                <a:latin typeface="Consolas" panose="020B0609020204030204" pitchFamily="49" charset="0"/>
              </a:rPr>
              <a:t>IS_Goaler</a:t>
            </a: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DAE3E3"/>
                </a:solidFill>
                <a:effectLst/>
                <a:latin typeface="Consolas" panose="020B0609020204030204" pitchFamily="49" charset="0"/>
              </a:rPr>
              <a:t> </a:t>
            </a:r>
            <a:r>
              <a:rPr lang="en-US" b="0" dirty="0">
                <a:solidFill>
                  <a:srgbClr val="7FCBCD"/>
                </a:solidFill>
                <a:effectLst/>
                <a:latin typeface="Consolas" panose="020B0609020204030204" pitchFamily="49" charset="0"/>
              </a:rPr>
              <a:t>false</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ldr</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front</a:t>
            </a:r>
            <a:r>
              <a:rPr lang="en-US" b="0" dirty="0">
                <a:solidFill>
                  <a:srgbClr val="DAE3E3"/>
                </a:solidFill>
                <a:effectLst/>
                <a:latin typeface="Consolas" panose="020B0609020204030204" pitchFamily="49" charset="0"/>
              </a:rPr>
              <a:t> &gt; LDR_SENS || </a:t>
            </a:r>
            <a:r>
              <a:rPr lang="en-US" b="0" dirty="0" err="1">
                <a:solidFill>
                  <a:srgbClr val="F39C12"/>
                </a:solidFill>
                <a:effectLst/>
                <a:latin typeface="Consolas" panose="020B0609020204030204" pitchFamily="49" charset="0"/>
              </a:rPr>
              <a:t>ldr</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right</a:t>
            </a:r>
            <a:r>
              <a:rPr lang="en-US" b="0" dirty="0">
                <a:solidFill>
                  <a:srgbClr val="DAE3E3"/>
                </a:solidFill>
                <a:effectLst/>
                <a:latin typeface="Consolas" panose="020B0609020204030204" pitchFamily="49" charset="0"/>
              </a:rPr>
              <a:t> &gt; LDR_SENS || </a:t>
            </a:r>
            <a:r>
              <a:rPr lang="en-US" b="0" dirty="0" err="1">
                <a:solidFill>
                  <a:srgbClr val="F39C12"/>
                </a:solidFill>
                <a:effectLst/>
                <a:latin typeface="Consolas" panose="020B0609020204030204" pitchFamily="49" charset="0"/>
              </a:rPr>
              <a:t>ldr</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back</a:t>
            </a:r>
            <a:r>
              <a:rPr lang="en-US" b="0" dirty="0">
                <a:solidFill>
                  <a:srgbClr val="DAE3E3"/>
                </a:solidFill>
                <a:effectLst/>
                <a:latin typeface="Consolas" panose="020B0609020204030204" pitchFamily="49" charset="0"/>
              </a:rPr>
              <a:t> &gt; LDR_SENS || 	</a:t>
            </a:r>
            <a:r>
              <a:rPr lang="en-US" b="0" dirty="0" err="1">
                <a:solidFill>
                  <a:srgbClr val="F39C12"/>
                </a:solidFill>
                <a:effectLst/>
                <a:latin typeface="Consolas" panose="020B0609020204030204" pitchFamily="49" charset="0"/>
              </a:rPr>
              <a:t>ldr</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left</a:t>
            </a:r>
            <a:r>
              <a:rPr lang="en-US" b="0" dirty="0">
                <a:solidFill>
                  <a:srgbClr val="DAE3E3"/>
                </a:solidFill>
                <a:effectLst/>
                <a:latin typeface="Consolas" panose="020B0609020204030204" pitchFamily="49" charset="0"/>
              </a:rPr>
              <a:t> &gt; LDR_SENS) </a:t>
            </a:r>
            <a:r>
              <a:rPr lang="en-US" b="0" dirty="0">
                <a:solidFill>
                  <a:srgbClr val="C586C0"/>
                </a:solidFill>
                <a:effectLst/>
                <a:latin typeface="Consolas" panose="020B0609020204030204" pitchFamily="49" charset="0"/>
              </a:rPr>
              <a:t>return</a:t>
            </a:r>
            <a:r>
              <a:rPr lang="en-US" b="0" dirty="0">
                <a:solidFill>
                  <a:srgbClr val="DAE3E3"/>
                </a:solidFill>
                <a:effectLst/>
                <a:latin typeface="Consolas" panose="020B0609020204030204" pitchFamily="49" charset="0"/>
              </a:rPr>
              <a:t> </a:t>
            </a:r>
            <a:r>
              <a:rPr lang="en-US" b="0" dirty="0">
                <a:solidFill>
                  <a:srgbClr val="7FCBCD"/>
                </a:solidFill>
                <a:effectLst/>
                <a:latin typeface="Consolas" panose="020B0609020204030204" pitchFamily="49" charset="0"/>
              </a:rPr>
              <a:t>true</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return</a:t>
            </a:r>
            <a:r>
              <a:rPr lang="en-US" b="0" dirty="0">
                <a:solidFill>
                  <a:srgbClr val="DAE3E3"/>
                </a:solidFill>
                <a:effectLst/>
                <a:latin typeface="Consolas" panose="020B0609020204030204" pitchFamily="49" charset="0"/>
              </a:rPr>
              <a:t> </a:t>
            </a:r>
            <a:r>
              <a:rPr lang="en-US" b="0" dirty="0">
                <a:solidFill>
                  <a:srgbClr val="7FCBCD"/>
                </a:solidFill>
                <a:effectLst/>
                <a:latin typeface="Consolas" panose="020B0609020204030204" pitchFamily="49" charset="0"/>
              </a:rPr>
              <a:t>false</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a:t>
            </a:r>
          </a:p>
        </p:txBody>
      </p:sp>
    </p:spTree>
    <p:extLst>
      <p:ext uri="{BB962C8B-B14F-4D97-AF65-F5344CB8AC3E}">
        <p14:creationId xmlns:p14="http://schemas.microsoft.com/office/powerpoint/2010/main" val="240165394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0E794-7934-D974-6784-5D0042C5BC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FF8B88-E114-5B19-5849-D1DFDF0BA8C4}"/>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بازگشت به دروازه</a:t>
            </a:r>
            <a:endParaRPr lang="en-US" sz="3600" dirty="0">
              <a:latin typeface="IRANSans" panose="02040503050201020203" pitchFamily="18" charset="-78"/>
              <a:cs typeface="B Titr" panose="00000700000000000000" pitchFamily="2" charset="-78"/>
            </a:endParaRPr>
          </a:p>
        </p:txBody>
      </p:sp>
      <p:sp>
        <p:nvSpPr>
          <p:cNvPr id="6" name="TextBox 5">
            <a:extLst>
              <a:ext uri="{FF2B5EF4-FFF2-40B4-BE49-F238E27FC236}">
                <a16:creationId xmlns:a16="http://schemas.microsoft.com/office/drawing/2014/main" id="{D6C846BD-A2A4-24E7-A825-C0D7382B601B}"/>
              </a:ext>
            </a:extLst>
          </p:cNvPr>
          <p:cNvSpPr txBox="1"/>
          <p:nvPr/>
        </p:nvSpPr>
        <p:spPr>
          <a:xfrm>
            <a:off x="7315200" y="1432116"/>
            <a:ext cx="3957682" cy="888705"/>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در ابتدا باید مقدار سنسورهای فاصله سنج لیزری در تابع </a:t>
            </a:r>
            <a:r>
              <a:rPr lang="en-US" dirty="0" err="1">
                <a:latin typeface="IRANSans" panose="02040503050201020203" pitchFamily="18" charset="-78"/>
                <a:cs typeface="IRANSans" panose="02040503050201020203" pitchFamily="18" charset="-78"/>
              </a:rPr>
              <a:t>update_all</a:t>
            </a:r>
            <a:r>
              <a:rPr lang="fa-IR" dirty="0">
                <a:latin typeface="IRANSans" panose="02040503050201020203" pitchFamily="18" charset="-78"/>
                <a:cs typeface="IRANSans" panose="02040503050201020203" pitchFamily="18" charset="-78"/>
              </a:rPr>
              <a:t> خوانده شود.</a:t>
            </a:r>
            <a:endParaRPr lang="en-US" dirty="0">
              <a:latin typeface="IRANSans" panose="02040503050201020203" pitchFamily="18" charset="-78"/>
              <a:cs typeface="IRANSans" panose="02040503050201020203" pitchFamily="18" charset="-78"/>
            </a:endParaRPr>
          </a:p>
        </p:txBody>
      </p:sp>
      <p:sp>
        <p:nvSpPr>
          <p:cNvPr id="5" name="TextBox 4">
            <a:extLst>
              <a:ext uri="{FF2B5EF4-FFF2-40B4-BE49-F238E27FC236}">
                <a16:creationId xmlns:a16="http://schemas.microsoft.com/office/drawing/2014/main" id="{159F05AF-0D9E-7405-8BC7-36A9DB3647C3}"/>
              </a:ext>
            </a:extLst>
          </p:cNvPr>
          <p:cNvSpPr txBox="1"/>
          <p:nvPr/>
        </p:nvSpPr>
        <p:spPr>
          <a:xfrm>
            <a:off x="919118" y="1561386"/>
            <a:ext cx="10898232" cy="4524315"/>
          </a:xfrm>
          <a:prstGeom prst="rect">
            <a:avLst/>
          </a:prstGeom>
          <a:noFill/>
        </p:spPr>
        <p:txBody>
          <a:bodyPr wrap="square">
            <a:spAutoFit/>
          </a:bodyPr>
          <a:lstStyle/>
          <a:p>
            <a:pPr>
              <a:buNone/>
            </a:pPr>
            <a:r>
              <a:rPr lang="en-US" b="0" dirty="0">
                <a:solidFill>
                  <a:srgbClr val="0CA1A6"/>
                </a:solidFill>
                <a:effectLst/>
                <a:latin typeface="Consolas" panose="020B0609020204030204" pitchFamily="49" charset="0"/>
              </a:rPr>
              <a:t>void</a:t>
            </a: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update_all</a:t>
            </a:r>
            <a:r>
              <a:rPr lang="en-US" b="0" dirty="0">
                <a:solidFill>
                  <a:srgbClr val="DAE3E3"/>
                </a:solidFill>
                <a:effectLst/>
                <a:latin typeface="Consolas" panose="020B0609020204030204" pitchFamily="49" charset="0"/>
              </a:rPr>
              <a:t>() {</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ldr</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read</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out_detected</a:t>
            </a:r>
            <a:r>
              <a:rPr lang="en-US" b="0" dirty="0">
                <a:solidFill>
                  <a:srgbClr val="DAE3E3"/>
                </a:solidFill>
                <a:effectLst/>
                <a:latin typeface="Consolas" panose="020B0609020204030204" pitchFamily="49" charset="0"/>
              </a:rPr>
              <a:t>()) {</a:t>
            </a:r>
          </a:p>
          <a:p>
            <a:pPr>
              <a:buNone/>
            </a:pPr>
            <a:r>
              <a:rPr lang="en-US" b="0" dirty="0">
                <a:solidFill>
                  <a:srgbClr val="DAE3E3"/>
                </a:solidFill>
                <a:effectLst/>
                <a:latin typeface="Consolas" panose="020B0609020204030204" pitchFamily="49" charset="0"/>
              </a:rPr>
              <a:t>    </a:t>
            </a:r>
            <a:r>
              <a:rPr lang="en-US" b="0" dirty="0" err="1">
                <a:solidFill>
                  <a:srgbClr val="DAE3E3"/>
                </a:solidFill>
                <a:effectLst/>
                <a:latin typeface="Consolas" panose="020B0609020204030204" pitchFamily="49" charset="0"/>
              </a:rPr>
              <a:t>robot_angle</a:t>
            </a:r>
            <a:r>
              <a:rPr lang="en-US" b="0" dirty="0">
                <a:solidFill>
                  <a:srgbClr val="DAE3E3"/>
                </a:solidFill>
                <a:effectLst/>
                <a:latin typeface="Consolas" panose="020B0609020204030204" pitchFamily="49" charset="0"/>
              </a:rPr>
              <a:t> = </a:t>
            </a:r>
            <a:r>
              <a:rPr lang="en-US" b="0" dirty="0" err="1">
                <a:solidFill>
                  <a:srgbClr val="F39C12"/>
                </a:solidFill>
                <a:effectLst/>
                <a:latin typeface="Consolas" panose="020B0609020204030204" pitchFamily="49" charset="0"/>
              </a:rPr>
              <a:t>gyro</a:t>
            </a:r>
            <a:r>
              <a:rPr lang="en-US" b="0" dirty="0" err="1">
                <a:solidFill>
                  <a:srgbClr val="DAE3E3"/>
                </a:solidFill>
                <a:effectLst/>
                <a:latin typeface="Consolas" panose="020B0609020204030204" pitchFamily="49" charset="0"/>
              </a:rPr>
              <a:t>.</a:t>
            </a:r>
            <a:r>
              <a:rPr lang="en-US" b="0" dirty="0" err="1">
                <a:solidFill>
                  <a:srgbClr val="F39C12"/>
                </a:solidFill>
                <a:effectLst/>
                <a:latin typeface="Consolas" panose="020B0609020204030204" pitchFamily="49" charset="0"/>
              </a:rPr>
              <a:t>read</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read_MV</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print_all</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DAE3E3"/>
                </a:solidFill>
                <a:effectLst/>
                <a:latin typeface="Consolas" panose="020B0609020204030204" pitchFamily="49" charset="0"/>
              </a:rPr>
              <a:t>shr</a:t>
            </a:r>
            <a:r>
              <a:rPr lang="en-US" b="0" dirty="0">
                <a:solidFill>
                  <a:srgbClr val="DAE3E3"/>
                </a:solidFill>
                <a:effectLst/>
                <a:latin typeface="Consolas" panose="020B0609020204030204" pitchFamily="49" charset="0"/>
              </a:rPr>
              <a:t> = </a:t>
            </a:r>
            <a:r>
              <a:rPr lang="en-US" b="0" dirty="0" err="1">
                <a:solidFill>
                  <a:srgbClr val="F39C12"/>
                </a:solidFill>
                <a:effectLst/>
                <a:latin typeface="Consolas" panose="020B0609020204030204" pitchFamily="49" charset="0"/>
              </a:rPr>
              <a:t>analogRead</a:t>
            </a:r>
            <a:r>
              <a:rPr lang="en-US" b="0" dirty="0">
                <a:solidFill>
                  <a:srgbClr val="DAE3E3"/>
                </a:solidFill>
                <a:effectLst/>
                <a:latin typeface="Consolas" panose="020B0609020204030204" pitchFamily="49" charset="0"/>
              </a:rPr>
              <a:t>(PA3);</a:t>
            </a:r>
          </a:p>
          <a:p>
            <a:pPr>
              <a:buNone/>
            </a:pPr>
            <a:r>
              <a:rPr lang="en-US" b="0" dirty="0">
                <a:solidFill>
                  <a:srgbClr val="DAE3E3"/>
                </a:solidFill>
                <a:effectLst/>
                <a:latin typeface="Consolas" panose="020B0609020204030204" pitchFamily="49" charset="0"/>
              </a:rPr>
              <a:t>    </a:t>
            </a:r>
            <a:r>
              <a:rPr lang="en-US" b="0" dirty="0" err="1">
                <a:solidFill>
                  <a:srgbClr val="DAE3E3"/>
                </a:solidFill>
                <a:effectLst/>
                <a:latin typeface="Consolas" panose="020B0609020204030204" pitchFamily="49" charset="0"/>
              </a:rPr>
              <a:t>shb</a:t>
            </a:r>
            <a:r>
              <a:rPr lang="en-US" b="0" dirty="0">
                <a:solidFill>
                  <a:srgbClr val="DAE3E3"/>
                </a:solidFill>
                <a:effectLst/>
                <a:latin typeface="Consolas" panose="020B0609020204030204" pitchFamily="49" charset="0"/>
              </a:rPr>
              <a:t> = </a:t>
            </a:r>
            <a:r>
              <a:rPr lang="en-US" b="0" dirty="0" err="1">
                <a:solidFill>
                  <a:srgbClr val="F39C12"/>
                </a:solidFill>
                <a:effectLst/>
                <a:latin typeface="Consolas" panose="020B0609020204030204" pitchFamily="49" charset="0"/>
              </a:rPr>
              <a:t>analogRead</a:t>
            </a:r>
            <a:r>
              <a:rPr lang="en-US" b="0" dirty="0">
                <a:solidFill>
                  <a:srgbClr val="DAE3E3"/>
                </a:solidFill>
                <a:effectLst/>
                <a:latin typeface="Consolas" panose="020B0609020204030204" pitchFamily="49" charset="0"/>
              </a:rPr>
              <a:t>(PA2);</a:t>
            </a:r>
          </a:p>
          <a:p>
            <a:pPr>
              <a:buNone/>
            </a:pPr>
            <a:r>
              <a:rPr lang="en-US" b="0" dirty="0">
                <a:solidFill>
                  <a:srgbClr val="DAE3E3"/>
                </a:solidFill>
                <a:effectLst/>
                <a:latin typeface="Consolas" panose="020B0609020204030204" pitchFamily="49" charset="0"/>
              </a:rPr>
              <a:t>    </a:t>
            </a:r>
            <a:r>
              <a:rPr lang="en-US" b="0" dirty="0" err="1">
                <a:solidFill>
                  <a:srgbClr val="DAE3E3"/>
                </a:solidFill>
                <a:effectLst/>
                <a:latin typeface="Consolas" panose="020B0609020204030204" pitchFamily="49" charset="0"/>
              </a:rPr>
              <a:t>shl</a:t>
            </a:r>
            <a:r>
              <a:rPr lang="en-US" b="0" dirty="0">
                <a:solidFill>
                  <a:srgbClr val="DAE3E3"/>
                </a:solidFill>
                <a:effectLst/>
                <a:latin typeface="Consolas" panose="020B0609020204030204" pitchFamily="49" charset="0"/>
              </a:rPr>
              <a:t> = </a:t>
            </a:r>
            <a:r>
              <a:rPr lang="en-US" b="0" dirty="0" err="1">
                <a:solidFill>
                  <a:srgbClr val="F39C12"/>
                </a:solidFill>
                <a:effectLst/>
                <a:latin typeface="Consolas" panose="020B0609020204030204" pitchFamily="49" charset="0"/>
              </a:rPr>
              <a:t>analogRead</a:t>
            </a:r>
            <a:r>
              <a:rPr lang="en-US" b="0" dirty="0">
                <a:solidFill>
                  <a:srgbClr val="DAE3E3"/>
                </a:solidFill>
                <a:effectLst/>
                <a:latin typeface="Consolas" panose="020B0609020204030204" pitchFamily="49" charset="0"/>
              </a:rPr>
              <a:t>(PA1);</a:t>
            </a:r>
          </a:p>
          <a:p>
            <a:pPr>
              <a:buNone/>
            </a:pPr>
            <a:r>
              <a:rPr lang="en-US" b="0" dirty="0">
                <a:solidFill>
                  <a:srgbClr val="DAE3E3"/>
                </a:solidFill>
                <a:effectLst/>
                <a:latin typeface="Consolas" panose="020B0609020204030204" pitchFamily="49" charset="0"/>
              </a:rPr>
              <a:t>    D = (</a:t>
            </a:r>
            <a:r>
              <a:rPr lang="en-US" b="0" dirty="0" err="1">
                <a:solidFill>
                  <a:srgbClr val="DAE3E3"/>
                </a:solidFill>
                <a:effectLst/>
                <a:latin typeface="Consolas" panose="020B0609020204030204" pitchFamily="49" charset="0"/>
              </a:rPr>
              <a:t>shr</a:t>
            </a:r>
            <a:r>
              <a:rPr lang="en-US" b="0" dirty="0">
                <a:solidFill>
                  <a:srgbClr val="DAE3E3"/>
                </a:solidFill>
                <a:effectLst/>
                <a:latin typeface="Consolas" panose="020B0609020204030204" pitchFamily="49" charset="0"/>
              </a:rPr>
              <a:t> - </a:t>
            </a:r>
            <a:r>
              <a:rPr lang="en-US" b="0" dirty="0" err="1">
                <a:solidFill>
                  <a:srgbClr val="DAE3E3"/>
                </a:solidFill>
                <a:effectLst/>
                <a:latin typeface="Consolas" panose="020B0609020204030204" pitchFamily="49" charset="0"/>
              </a:rPr>
              <a:t>shl</a:t>
            </a:r>
            <a:r>
              <a:rPr lang="en-US" b="0" dirty="0">
                <a:solidFill>
                  <a:srgbClr val="DAE3E3"/>
                </a:solidFill>
                <a:effectLst/>
                <a:latin typeface="Consolas" panose="020B0609020204030204" pitchFamily="49" charset="0"/>
              </a:rPr>
              <a:t>) * </a:t>
            </a:r>
            <a:r>
              <a:rPr lang="en-US" b="0" dirty="0">
                <a:solidFill>
                  <a:srgbClr val="7FCBCD"/>
                </a:solidFill>
                <a:effectLst/>
                <a:latin typeface="Consolas" panose="020B0609020204030204" pitchFamily="49" charset="0"/>
              </a:rPr>
              <a:t>20</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AE3E3"/>
                </a:solidFill>
                <a:effectLst/>
                <a:latin typeface="Consolas" panose="020B0609020204030204" pitchFamily="49" charset="0"/>
              </a:rPr>
              <a:t> ((</a:t>
            </a:r>
            <a:r>
              <a:rPr lang="en-US" b="0" dirty="0" err="1">
                <a:solidFill>
                  <a:srgbClr val="DAE3E3"/>
                </a:solidFill>
                <a:effectLst/>
                <a:latin typeface="Consolas" panose="020B0609020204030204" pitchFamily="49" charset="0"/>
              </a:rPr>
              <a:t>is_ball</a:t>
            </a:r>
            <a:r>
              <a:rPr lang="en-US" b="0" dirty="0">
                <a:solidFill>
                  <a:srgbClr val="DAE3E3"/>
                </a:solidFill>
                <a:effectLst/>
                <a:latin typeface="Consolas" panose="020B0609020204030204" pitchFamily="49" charset="0"/>
              </a:rPr>
              <a:t> &amp;&amp; </a:t>
            </a:r>
            <a:r>
              <a:rPr lang="en-US" b="0" dirty="0" err="1">
                <a:solidFill>
                  <a:srgbClr val="DAE3E3"/>
                </a:solidFill>
                <a:effectLst/>
                <a:latin typeface="Consolas" panose="020B0609020204030204" pitchFamily="49" charset="0"/>
              </a:rPr>
              <a:t>ball_angle</a:t>
            </a:r>
            <a:r>
              <a:rPr lang="en-US" b="0" dirty="0">
                <a:solidFill>
                  <a:srgbClr val="DAE3E3"/>
                </a:solidFill>
                <a:effectLst/>
                <a:latin typeface="Consolas" panose="020B0609020204030204" pitchFamily="49" charset="0"/>
              </a:rPr>
              <a:t> &lt; </a:t>
            </a:r>
            <a:r>
              <a:rPr lang="en-US" b="0" dirty="0">
                <a:solidFill>
                  <a:srgbClr val="7FCBCD"/>
                </a:solidFill>
                <a:effectLst/>
                <a:latin typeface="Consolas" panose="020B0609020204030204" pitchFamily="49" charset="0"/>
              </a:rPr>
              <a:t>20</a:t>
            </a:r>
            <a:r>
              <a:rPr lang="en-US" b="0" dirty="0">
                <a:solidFill>
                  <a:srgbClr val="DAE3E3"/>
                </a:solidFill>
                <a:effectLst/>
                <a:latin typeface="Consolas" panose="020B0609020204030204" pitchFamily="49" charset="0"/>
              </a:rPr>
              <a:t> &amp;&amp; </a:t>
            </a:r>
            <a:r>
              <a:rPr lang="en-US" b="0" dirty="0" err="1">
                <a:solidFill>
                  <a:srgbClr val="DAE3E3"/>
                </a:solidFill>
                <a:effectLst/>
                <a:latin typeface="Consolas" panose="020B0609020204030204" pitchFamily="49" charset="0"/>
              </a:rPr>
              <a:t>ball_angle</a:t>
            </a:r>
            <a:r>
              <a:rPr lang="en-US" b="0" dirty="0">
                <a:solidFill>
                  <a:srgbClr val="DAE3E3"/>
                </a:solidFill>
                <a:effectLst/>
                <a:latin typeface="Consolas" panose="020B0609020204030204" pitchFamily="49" charset="0"/>
              </a:rPr>
              <a:t> &gt; -</a:t>
            </a:r>
            <a:r>
              <a:rPr lang="en-US" b="0" dirty="0">
                <a:solidFill>
                  <a:srgbClr val="7FCBCD"/>
                </a:solidFill>
                <a:effectLst/>
                <a:latin typeface="Consolas" panose="020B0609020204030204" pitchFamily="49" charset="0"/>
              </a:rPr>
              <a:t>20</a:t>
            </a:r>
            <a:r>
              <a:rPr lang="en-US" b="0" dirty="0">
                <a:solidFill>
                  <a:srgbClr val="DAE3E3"/>
                </a:solidFill>
                <a:effectLst/>
                <a:latin typeface="Consolas" panose="020B0609020204030204" pitchFamily="49" charset="0"/>
              </a:rPr>
              <a:t>) || BALL_IN_KICKER) SPIN_ON;</a:t>
            </a: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else</a:t>
            </a:r>
            <a:r>
              <a:rPr lang="en-US" b="0" dirty="0">
                <a:solidFill>
                  <a:srgbClr val="DAE3E3"/>
                </a:solidFill>
                <a:effectLst/>
                <a:latin typeface="Consolas" panose="020B0609020204030204" pitchFamily="49" charset="0"/>
              </a:rPr>
              <a:t> SPIN_OFF;</a:t>
            </a: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AE3E3"/>
                </a:solidFill>
                <a:effectLst/>
                <a:latin typeface="Consolas" panose="020B0609020204030204" pitchFamily="49" charset="0"/>
              </a:rPr>
              <a:t> (!BALL_IN_KICKER) </a:t>
            </a:r>
            <a:r>
              <a:rPr lang="en-US" b="0" dirty="0" err="1">
                <a:solidFill>
                  <a:srgbClr val="DAE3E3"/>
                </a:solidFill>
                <a:effectLst/>
                <a:latin typeface="Consolas" panose="020B0609020204030204" pitchFamily="49" charset="0"/>
              </a:rPr>
              <a:t>already_shooted</a:t>
            </a:r>
            <a:r>
              <a:rPr lang="en-US" b="0" dirty="0">
                <a:solidFill>
                  <a:srgbClr val="DAE3E3"/>
                </a:solidFill>
                <a:effectLst/>
                <a:latin typeface="Consolas" panose="020B0609020204030204" pitchFamily="49" charset="0"/>
              </a:rPr>
              <a:t> = </a:t>
            </a:r>
            <a:r>
              <a:rPr lang="en-US" b="0" dirty="0">
                <a:solidFill>
                  <a:srgbClr val="7FCBCD"/>
                </a:solidFill>
                <a:effectLst/>
                <a:latin typeface="Consolas" panose="020B0609020204030204" pitchFamily="49" charset="0"/>
              </a:rPr>
              <a:t>false</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iwdg_feed</a:t>
            </a:r>
            <a:r>
              <a:rPr lang="en-US" b="0" dirty="0">
                <a:solidFill>
                  <a:srgbClr val="DAE3E3"/>
                </a:solidFill>
                <a:effectLst/>
                <a:latin typeface="Consolas" panose="020B0609020204030204" pitchFamily="49" charset="0"/>
              </a:rPr>
              <a:t>();</a:t>
            </a:r>
            <a:r>
              <a:rPr lang="en-US" b="0" dirty="0">
                <a:solidFill>
                  <a:srgbClr val="7F8C8D"/>
                </a:solidFill>
                <a:effectLst/>
                <a:latin typeface="Consolas" panose="020B0609020204030204" pitchFamily="49" charset="0"/>
              </a:rPr>
              <a:t>  // reload watchdog</a:t>
            </a:r>
            <a:endParaRPr lang="en-US" b="0" dirty="0">
              <a:solidFill>
                <a:srgbClr val="DAE3E3"/>
              </a:solidFill>
              <a:effectLst/>
              <a:latin typeface="Consolas" panose="020B0609020204030204" pitchFamily="49" charset="0"/>
            </a:endParaRPr>
          </a:p>
          <a:p>
            <a:pPr>
              <a:buNone/>
            </a:pPr>
            <a:r>
              <a:rPr lang="en-US" b="0" dirty="0">
                <a:solidFill>
                  <a:srgbClr val="DAE3E3"/>
                </a:solidFill>
                <a:effectLst/>
                <a:latin typeface="Consolas" panose="020B0609020204030204" pitchFamily="49" charset="0"/>
              </a:rPr>
              <a:t>}</a:t>
            </a:r>
          </a:p>
        </p:txBody>
      </p:sp>
      <mc:AlternateContent xmlns:mc="http://schemas.openxmlformats.org/markup-compatibility/2006" xmlns:p14="http://schemas.microsoft.com/office/powerpoint/2010/main">
        <mc:Choice Requires="p14">
          <p:contentPart p14:bwMode="auto" r:id="rId2">
            <p14:nvContentPartPr>
              <p14:cNvPr id="8" name="Ink 7">
                <a:extLst>
                  <a:ext uri="{FF2B5EF4-FFF2-40B4-BE49-F238E27FC236}">
                    <a16:creationId xmlns:a16="http://schemas.microsoft.com/office/drawing/2014/main" id="{E1CA0548-2927-A9DA-E388-F3ADC6BE26EE}"/>
                  </a:ext>
                </a:extLst>
              </p14:cNvPr>
              <p14:cNvContentPartPr/>
              <p14:nvPr/>
            </p14:nvContentPartPr>
            <p14:xfrm>
              <a:off x="4457030" y="3292330"/>
              <a:ext cx="203760" cy="1047960"/>
            </p14:xfrm>
          </p:contentPart>
        </mc:Choice>
        <mc:Fallback xmlns="">
          <p:pic>
            <p:nvPicPr>
              <p:cNvPr id="8" name="Ink 7">
                <a:extLst>
                  <a:ext uri="{FF2B5EF4-FFF2-40B4-BE49-F238E27FC236}">
                    <a16:creationId xmlns:a16="http://schemas.microsoft.com/office/drawing/2014/main" id="{E1CA0548-2927-A9DA-E388-F3ADC6BE26EE}"/>
                  </a:ext>
                </a:extLst>
              </p:cNvPr>
              <p:cNvPicPr/>
              <p:nvPr/>
            </p:nvPicPr>
            <p:blipFill>
              <a:blip r:embed="rId3"/>
              <a:stretch>
                <a:fillRect/>
              </a:stretch>
            </p:blipFill>
            <p:spPr>
              <a:xfrm>
                <a:off x="4439390" y="3274330"/>
                <a:ext cx="239400" cy="10836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9" name="Ink 8">
                <a:extLst>
                  <a:ext uri="{FF2B5EF4-FFF2-40B4-BE49-F238E27FC236}">
                    <a16:creationId xmlns:a16="http://schemas.microsoft.com/office/drawing/2014/main" id="{A3BDC581-CDA4-A9DD-CAEF-5389668C33DE}"/>
                  </a:ext>
                </a:extLst>
              </p14:cNvPr>
              <p14:cNvContentPartPr/>
              <p14:nvPr/>
            </p14:nvContentPartPr>
            <p14:xfrm>
              <a:off x="4895510" y="2596810"/>
              <a:ext cx="2275200" cy="834120"/>
            </p14:xfrm>
          </p:contentPart>
        </mc:Choice>
        <mc:Fallback xmlns="">
          <p:pic>
            <p:nvPicPr>
              <p:cNvPr id="9" name="Ink 8">
                <a:extLst>
                  <a:ext uri="{FF2B5EF4-FFF2-40B4-BE49-F238E27FC236}">
                    <a16:creationId xmlns:a16="http://schemas.microsoft.com/office/drawing/2014/main" id="{A3BDC581-CDA4-A9DD-CAEF-5389668C33DE}"/>
                  </a:ext>
                </a:extLst>
              </p:cNvPr>
              <p:cNvPicPr/>
              <p:nvPr/>
            </p:nvPicPr>
            <p:blipFill>
              <a:blip r:embed="rId5"/>
              <a:stretch>
                <a:fillRect/>
              </a:stretch>
            </p:blipFill>
            <p:spPr>
              <a:xfrm>
                <a:off x="4877510" y="2578810"/>
                <a:ext cx="2310840" cy="869760"/>
              </a:xfrm>
              <a:prstGeom prst="rect">
                <a:avLst/>
              </a:prstGeom>
            </p:spPr>
          </p:pic>
        </mc:Fallback>
      </mc:AlternateContent>
    </p:spTree>
    <p:extLst>
      <p:ext uri="{BB962C8B-B14F-4D97-AF65-F5344CB8AC3E}">
        <p14:creationId xmlns:p14="http://schemas.microsoft.com/office/powerpoint/2010/main" val="233125801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3291F-BF2B-705A-1A75-C0AB9A67A0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440A34-725A-6F90-4994-6FE1676ACCAD}"/>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بازگشت به دروازه</a:t>
            </a:r>
            <a:endParaRPr lang="en-US" sz="3600" dirty="0">
              <a:latin typeface="IRANSans" panose="02040503050201020203" pitchFamily="18" charset="-78"/>
              <a:cs typeface="B Titr" panose="00000700000000000000" pitchFamily="2" charset="-78"/>
            </a:endParaRPr>
          </a:p>
        </p:txBody>
      </p:sp>
      <p:sp>
        <p:nvSpPr>
          <p:cNvPr id="6" name="TextBox 5">
            <a:extLst>
              <a:ext uri="{FF2B5EF4-FFF2-40B4-BE49-F238E27FC236}">
                <a16:creationId xmlns:a16="http://schemas.microsoft.com/office/drawing/2014/main" id="{0A326697-7435-1F76-5B02-56FA3BA75F69}"/>
              </a:ext>
            </a:extLst>
          </p:cNvPr>
          <p:cNvSpPr txBox="1"/>
          <p:nvPr/>
        </p:nvSpPr>
        <p:spPr>
          <a:xfrm>
            <a:off x="919119" y="1432116"/>
            <a:ext cx="10353763" cy="1719702"/>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مانند برنامه زیر در آخرین </a:t>
            </a:r>
            <a:r>
              <a:rPr lang="en-US" dirty="0">
                <a:latin typeface="IRANSans" panose="02040503050201020203" pitchFamily="18" charset="-78"/>
                <a:cs typeface="IRANSans" panose="02040503050201020203" pitchFamily="18" charset="-78"/>
              </a:rPr>
              <a:t>else</a:t>
            </a:r>
            <a:r>
              <a:rPr lang="fa-IR" dirty="0">
                <a:latin typeface="IRANSans" panose="02040503050201020203" pitchFamily="18" charset="-78"/>
                <a:cs typeface="IRANSans" panose="02040503050201020203" pitchFamily="18" charset="-78"/>
              </a:rPr>
              <a:t> دستور </a:t>
            </a:r>
            <a:r>
              <a:rPr lang="en-US" dirty="0" err="1">
                <a:latin typeface="IRANSans" panose="02040503050201020203" pitchFamily="18" charset="-78"/>
                <a:cs typeface="IRANSans" panose="02040503050201020203" pitchFamily="18" charset="-78"/>
              </a:rPr>
              <a:t>moveXY</a:t>
            </a:r>
            <a:r>
              <a:rPr lang="fa-IR" dirty="0">
                <a:latin typeface="IRANSans" panose="02040503050201020203" pitchFamily="18" charset="-78"/>
                <a:cs typeface="IRANSans" panose="02040503050201020203" pitchFamily="18" charset="-78"/>
              </a:rPr>
              <a:t> را نوشته و </a:t>
            </a:r>
            <a:r>
              <a:rPr lang="en-US" dirty="0">
                <a:latin typeface="IRANSans" panose="02040503050201020203" pitchFamily="18" charset="-78"/>
                <a:cs typeface="IRANSans" panose="02040503050201020203" pitchFamily="18" charset="-78"/>
              </a:rPr>
              <a:t>D</a:t>
            </a:r>
            <a:r>
              <a:rPr lang="fa-IR" dirty="0">
                <a:latin typeface="IRANSans" panose="02040503050201020203" pitchFamily="18" charset="-78"/>
                <a:cs typeface="IRANSans" panose="02040503050201020203" pitchFamily="18" charset="-78"/>
              </a:rPr>
              <a:t> (اختلاف فاصله چپ و راست</a:t>
            </a:r>
            <a:r>
              <a:rPr lang="en-US" dirty="0">
                <a:latin typeface="IRANSans" panose="02040503050201020203" pitchFamily="18" charset="-78"/>
                <a:cs typeface="IRANSans" panose="02040503050201020203" pitchFamily="18" charset="-78"/>
              </a:rPr>
              <a:t>(</a:t>
            </a:r>
            <a:r>
              <a:rPr lang="fa-IR" dirty="0">
                <a:latin typeface="IRANSans" panose="02040503050201020203" pitchFamily="18" charset="-78"/>
                <a:cs typeface="IRANSans" panose="02040503050201020203" pitchFamily="18" charset="-78"/>
              </a:rPr>
              <a:t> را به عنوان سرعت در راستای </a:t>
            </a:r>
            <a:r>
              <a:rPr lang="en-US" dirty="0">
                <a:latin typeface="IRANSans" panose="02040503050201020203" pitchFamily="18" charset="-78"/>
                <a:cs typeface="IRANSans" panose="02040503050201020203" pitchFamily="18" charset="-78"/>
              </a:rPr>
              <a:t>x</a:t>
            </a:r>
            <a:r>
              <a:rPr lang="fa-IR" dirty="0">
                <a:latin typeface="IRANSans" panose="02040503050201020203" pitchFamily="18" charset="-78"/>
                <a:cs typeface="IRANSans" panose="02040503050201020203" pitchFamily="18" charset="-78"/>
              </a:rPr>
              <a:t> (چپ و راست ربات) و (</a:t>
            </a:r>
            <a:r>
              <a:rPr lang="en-US" dirty="0">
                <a:latin typeface="IRANSans" panose="02040503050201020203" pitchFamily="18" charset="-78"/>
                <a:cs typeface="IRANSans" panose="02040503050201020203" pitchFamily="18" charset="-78"/>
              </a:rPr>
              <a:t>800 – </a:t>
            </a:r>
            <a:r>
              <a:rPr lang="en-US" dirty="0" err="1">
                <a:latin typeface="IRANSans" panose="02040503050201020203" pitchFamily="18" charset="-78"/>
                <a:cs typeface="IRANSans" panose="02040503050201020203" pitchFamily="18" charset="-78"/>
              </a:rPr>
              <a:t>shb</a:t>
            </a:r>
            <a:r>
              <a:rPr lang="fa-IR" dirty="0">
                <a:latin typeface="IRANSans" panose="02040503050201020203" pitchFamily="18" charset="-78"/>
                <a:cs typeface="IRANSans" panose="02040503050201020203" pitchFamily="18" charset="-78"/>
              </a:rPr>
              <a:t>) با یک ضریب مشخص به عنوان سرعت در راستای محور </a:t>
            </a:r>
            <a:r>
              <a:rPr lang="en-US" dirty="0">
                <a:latin typeface="IRANSans" panose="02040503050201020203" pitchFamily="18" charset="-78"/>
                <a:cs typeface="IRANSans" panose="02040503050201020203" pitchFamily="18" charset="-78"/>
              </a:rPr>
              <a:t>y</a:t>
            </a:r>
            <a:r>
              <a:rPr lang="fa-IR" dirty="0">
                <a:latin typeface="IRANSans" panose="02040503050201020203" pitchFamily="18" charset="-78"/>
                <a:cs typeface="IRANSans" panose="02040503050201020203" pitchFamily="18" charset="-78"/>
              </a:rPr>
              <a:t> (جلو و عقب) بدهید. اینکار باعث می‌شود ربات به جلوی دروازه خودی برود. ضریب </a:t>
            </a:r>
            <a:r>
              <a:rPr lang="en-US" dirty="0">
                <a:latin typeface="IRANSans" panose="02040503050201020203" pitchFamily="18" charset="-78"/>
                <a:cs typeface="IRANSans" panose="02040503050201020203" pitchFamily="18" charset="-78"/>
              </a:rPr>
              <a:t>80</a:t>
            </a:r>
            <a:r>
              <a:rPr lang="fa-IR" dirty="0">
                <a:latin typeface="IRANSans" panose="02040503050201020203" pitchFamily="18" charset="-78"/>
                <a:cs typeface="IRANSans" panose="02040503050201020203" pitchFamily="18" charset="-78"/>
              </a:rPr>
              <a:t> هر چه بیشتر شود سرعت حرکت ربات به عقب بیشتر می‌شود. 800 هم فاصله ای است که ربات از پشت خود حفظ می‌کند.</a:t>
            </a:r>
            <a:endParaRPr lang="en-US" dirty="0">
              <a:latin typeface="IRANSans" panose="02040503050201020203" pitchFamily="18" charset="-78"/>
              <a:cs typeface="IRANSans" panose="02040503050201020203" pitchFamily="18" charset="-78"/>
            </a:endParaRPr>
          </a:p>
        </p:txBody>
      </p:sp>
      <p:sp>
        <p:nvSpPr>
          <p:cNvPr id="7" name="TextBox 6">
            <a:extLst>
              <a:ext uri="{FF2B5EF4-FFF2-40B4-BE49-F238E27FC236}">
                <a16:creationId xmlns:a16="http://schemas.microsoft.com/office/drawing/2014/main" id="{DBCE2FC0-7C07-591C-548B-B30F1AB153C9}"/>
              </a:ext>
            </a:extLst>
          </p:cNvPr>
          <p:cNvSpPr txBox="1"/>
          <p:nvPr/>
        </p:nvSpPr>
        <p:spPr>
          <a:xfrm>
            <a:off x="919118" y="3016337"/>
            <a:ext cx="10353761" cy="3600986"/>
          </a:xfrm>
          <a:prstGeom prst="rect">
            <a:avLst/>
          </a:prstGeom>
          <a:noFill/>
        </p:spPr>
        <p:txBody>
          <a:bodyPr wrap="square">
            <a:spAutoFit/>
          </a:bodyPr>
          <a:lstStyle/>
          <a:p>
            <a:pPr>
              <a:buNone/>
            </a:pPr>
            <a:r>
              <a:rPr lang="en-US" sz="2000" b="0" dirty="0">
                <a:solidFill>
                  <a:srgbClr val="0CA1A6"/>
                </a:solidFill>
                <a:effectLst/>
                <a:latin typeface="Consolas" panose="020B0609020204030204" pitchFamily="49" charset="0"/>
              </a:rPr>
              <a:t>void</a:t>
            </a:r>
            <a:r>
              <a:rPr lang="en-US" sz="2000" b="0" dirty="0">
                <a:solidFill>
                  <a:srgbClr val="DAE3E3"/>
                </a:solidFill>
                <a:effectLst/>
                <a:latin typeface="Consolas" panose="020B0609020204030204" pitchFamily="49" charset="0"/>
              </a:rPr>
              <a:t> </a:t>
            </a:r>
            <a:r>
              <a:rPr lang="en-US" sz="2000" b="0" dirty="0">
                <a:solidFill>
                  <a:srgbClr val="F39C12"/>
                </a:solidFill>
                <a:effectLst/>
                <a:latin typeface="Consolas" panose="020B0609020204030204" pitchFamily="49" charset="0"/>
              </a:rPr>
              <a:t>loop</a:t>
            </a:r>
            <a:r>
              <a:rPr lang="en-US" sz="2000" b="0" dirty="0">
                <a:solidFill>
                  <a:srgbClr val="DAE3E3"/>
                </a:solidFill>
                <a:effectLst/>
                <a:latin typeface="Consolas" panose="020B0609020204030204" pitchFamily="49" charset="0"/>
              </a:rPr>
              <a:t>() {</a:t>
            </a:r>
          </a:p>
          <a:p>
            <a:pPr>
              <a:buNone/>
            </a:pPr>
            <a:r>
              <a:rPr lang="en-US" sz="2000" b="0" dirty="0">
                <a:solidFill>
                  <a:srgbClr val="DAE3E3"/>
                </a:solidFill>
                <a:effectLst/>
                <a:latin typeface="Consolas" panose="020B0609020204030204" pitchFamily="49" charset="0"/>
              </a:rPr>
              <a:t>  </a:t>
            </a:r>
            <a:r>
              <a:rPr lang="en-US" sz="2000" b="0" dirty="0" err="1">
                <a:solidFill>
                  <a:srgbClr val="F39C12"/>
                </a:solidFill>
                <a:effectLst/>
                <a:latin typeface="Consolas" panose="020B0609020204030204" pitchFamily="49" charset="0"/>
              </a:rPr>
              <a:t>update_all</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if</a:t>
            </a:r>
            <a:r>
              <a:rPr lang="en-US" sz="2000" b="0" dirty="0">
                <a:solidFill>
                  <a:srgbClr val="DAE3E3"/>
                </a:solidFill>
                <a:effectLst/>
                <a:latin typeface="Consolas" panose="020B0609020204030204" pitchFamily="49" charset="0"/>
              </a:rPr>
              <a:t> (BALL_IN_KICKER) {</a:t>
            </a:r>
          </a:p>
          <a:p>
            <a:pPr>
              <a:buNone/>
            </a:pPr>
            <a:r>
              <a:rPr lang="en-US" sz="2000" b="0" dirty="0">
                <a:solidFill>
                  <a:srgbClr val="DAE3E3"/>
                </a:solidFill>
                <a:effectLst/>
                <a:latin typeface="Consolas" panose="020B0609020204030204" pitchFamily="49" charset="0"/>
              </a:rPr>
              <a:t>    </a:t>
            </a:r>
            <a:r>
              <a:rPr lang="en-US" sz="2000" b="0" dirty="0">
                <a:solidFill>
                  <a:srgbClr val="F39C12"/>
                </a:solidFill>
                <a:effectLst/>
                <a:latin typeface="Consolas" panose="020B0609020204030204" pitchFamily="49" charset="0"/>
              </a:rPr>
              <a:t>shoot</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 </a:t>
            </a:r>
            <a:r>
              <a:rPr lang="en-US" sz="2000" b="0" dirty="0">
                <a:solidFill>
                  <a:srgbClr val="C586C0"/>
                </a:solidFill>
                <a:effectLst/>
                <a:latin typeface="Consolas" panose="020B0609020204030204" pitchFamily="49" charset="0"/>
              </a:rPr>
              <a:t>else</a:t>
            </a:r>
            <a:r>
              <a:rPr lang="en-US" sz="2000" b="0" dirty="0">
                <a:solidFill>
                  <a:srgbClr val="DAE3E3"/>
                </a:solidFill>
                <a:effectLst/>
                <a:latin typeface="Consolas" panose="020B0609020204030204" pitchFamily="49" charset="0"/>
              </a:rPr>
              <a:t> </a:t>
            </a:r>
            <a:r>
              <a:rPr lang="en-US" sz="2000" b="0" dirty="0">
                <a:solidFill>
                  <a:srgbClr val="C586C0"/>
                </a:solidFill>
                <a:effectLst/>
                <a:latin typeface="Consolas" panose="020B0609020204030204" pitchFamily="49" charset="0"/>
              </a:rPr>
              <a:t>if</a:t>
            </a:r>
            <a:r>
              <a:rPr lang="en-US" sz="2000" b="0" dirty="0">
                <a:solidFill>
                  <a:srgbClr val="DAE3E3"/>
                </a:solidFill>
                <a:effectLst/>
                <a:latin typeface="Consolas" panose="020B0609020204030204" pitchFamily="49" charset="0"/>
              </a:rPr>
              <a:t> (</a:t>
            </a:r>
            <a:r>
              <a:rPr lang="en-US" sz="2000" b="0" dirty="0" err="1">
                <a:solidFill>
                  <a:srgbClr val="DAE3E3"/>
                </a:solidFill>
                <a:effectLst/>
                <a:latin typeface="Consolas" panose="020B0609020204030204" pitchFamily="49" charset="0"/>
              </a:rPr>
              <a:t>is_ball</a:t>
            </a:r>
            <a:r>
              <a:rPr lang="en-US" sz="2000" b="0" dirty="0">
                <a:solidFill>
                  <a:srgbClr val="DAE3E3"/>
                </a:solidFill>
                <a:effectLst/>
                <a:latin typeface="Consolas" panose="020B0609020204030204" pitchFamily="49" charset="0"/>
              </a:rPr>
              <a:t>) {</a:t>
            </a:r>
          </a:p>
          <a:p>
            <a:pPr>
              <a:buNone/>
            </a:pPr>
            <a:r>
              <a:rPr lang="en-US" sz="2000" b="0" dirty="0">
                <a:solidFill>
                  <a:srgbClr val="DAE3E3"/>
                </a:solidFill>
                <a:effectLst/>
                <a:latin typeface="Consolas" panose="020B0609020204030204" pitchFamily="49" charset="0"/>
              </a:rPr>
              <a:t>    </a:t>
            </a:r>
            <a:r>
              <a:rPr lang="en-US" sz="2000" b="0" dirty="0">
                <a:solidFill>
                  <a:srgbClr val="0CA1A6"/>
                </a:solidFill>
                <a:effectLst/>
                <a:latin typeface="Consolas" panose="020B0609020204030204" pitchFamily="49" charset="0"/>
              </a:rPr>
              <a:t>float</a:t>
            </a:r>
            <a:r>
              <a:rPr lang="en-US" sz="2000" b="0" dirty="0">
                <a:solidFill>
                  <a:srgbClr val="DAE3E3"/>
                </a:solidFill>
                <a:effectLst/>
                <a:latin typeface="Consolas" panose="020B0609020204030204" pitchFamily="49" charset="0"/>
              </a:rPr>
              <a:t> shift = </a:t>
            </a:r>
            <a:r>
              <a:rPr lang="en-US" sz="2000" b="0" dirty="0">
                <a:solidFill>
                  <a:srgbClr val="F39C12"/>
                </a:solidFill>
                <a:effectLst/>
                <a:latin typeface="Consolas" panose="020B0609020204030204" pitchFamily="49" charset="0"/>
              </a:rPr>
              <a:t>clamp</a:t>
            </a:r>
            <a:r>
              <a:rPr lang="en-US" sz="2000" b="0" dirty="0">
                <a:solidFill>
                  <a:srgbClr val="DAE3E3"/>
                </a:solidFill>
                <a:effectLst/>
                <a:latin typeface="Consolas" panose="020B0609020204030204" pitchFamily="49" charset="0"/>
              </a:rPr>
              <a:t>(</a:t>
            </a:r>
            <a:r>
              <a:rPr lang="en-US" sz="2000" b="0" dirty="0" err="1">
                <a:solidFill>
                  <a:srgbClr val="DAE3E3"/>
                </a:solidFill>
                <a:effectLst/>
                <a:latin typeface="Consolas" panose="020B0609020204030204" pitchFamily="49" charset="0"/>
              </a:rPr>
              <a:t>ball_angle</a:t>
            </a:r>
            <a:r>
              <a:rPr lang="en-US" sz="2000" b="0" dirty="0">
                <a:solidFill>
                  <a:srgbClr val="DAE3E3"/>
                </a:solidFill>
                <a:effectLst/>
                <a:latin typeface="Consolas" panose="020B0609020204030204" pitchFamily="49" charset="0"/>
              </a:rPr>
              <a:t> * </a:t>
            </a:r>
            <a:r>
              <a:rPr lang="en-US" sz="2000" b="0" dirty="0">
                <a:solidFill>
                  <a:srgbClr val="7FCBCD"/>
                </a:solidFill>
                <a:effectLst/>
                <a:latin typeface="Consolas" panose="020B0609020204030204" pitchFamily="49" charset="0"/>
              </a:rPr>
              <a:t>1.5</a:t>
            </a:r>
            <a:r>
              <a:rPr lang="en-US" sz="2000" b="0" dirty="0">
                <a:solidFill>
                  <a:srgbClr val="DAE3E3"/>
                </a:solidFill>
                <a:effectLst/>
                <a:latin typeface="Consolas" panose="020B0609020204030204" pitchFamily="49" charset="0"/>
              </a:rPr>
              <a:t>, -</a:t>
            </a:r>
            <a:r>
              <a:rPr lang="en-US" sz="2000" b="0" dirty="0">
                <a:solidFill>
                  <a:srgbClr val="7FCBCD"/>
                </a:solidFill>
                <a:effectLst/>
                <a:latin typeface="Consolas" panose="020B0609020204030204" pitchFamily="49" charset="0"/>
              </a:rPr>
              <a:t>60</a:t>
            </a:r>
            <a:r>
              <a:rPr lang="en-US" sz="2000" b="0" dirty="0">
                <a:solidFill>
                  <a:srgbClr val="DAE3E3"/>
                </a:solidFill>
                <a:effectLst/>
                <a:latin typeface="Consolas" panose="020B0609020204030204" pitchFamily="49" charset="0"/>
              </a:rPr>
              <a:t>, </a:t>
            </a:r>
            <a:r>
              <a:rPr lang="en-US" sz="2000" b="0" dirty="0">
                <a:solidFill>
                  <a:srgbClr val="7FCBCD"/>
                </a:solidFill>
                <a:effectLst/>
                <a:latin typeface="Consolas" panose="020B0609020204030204" pitchFamily="49" charset="0"/>
              </a:rPr>
              <a:t>60</a:t>
            </a:r>
            <a:r>
              <a:rPr lang="en-US" sz="2000" b="0" dirty="0">
                <a:solidFill>
                  <a:srgbClr val="DAE3E3"/>
                </a:solidFill>
                <a:effectLst/>
                <a:latin typeface="Consolas" panose="020B0609020204030204" pitchFamily="49" charset="0"/>
              </a:rPr>
              <a:t>);</a:t>
            </a:r>
          </a:p>
          <a:p>
            <a:pPr>
              <a:buNone/>
            </a:pPr>
            <a:r>
              <a:rPr lang="en-US" sz="2000" b="0" dirty="0">
                <a:solidFill>
                  <a:srgbClr val="DAE3E3"/>
                </a:solidFill>
                <a:effectLst/>
                <a:latin typeface="Consolas" panose="020B0609020204030204" pitchFamily="49" charset="0"/>
              </a:rPr>
              <a:t>    </a:t>
            </a:r>
            <a:r>
              <a:rPr lang="en-US" sz="2000" b="0" dirty="0">
                <a:solidFill>
                  <a:srgbClr val="F39C12"/>
                </a:solidFill>
                <a:effectLst/>
                <a:latin typeface="Consolas" panose="020B0609020204030204" pitchFamily="49" charset="0"/>
              </a:rPr>
              <a:t>move</a:t>
            </a:r>
            <a:r>
              <a:rPr lang="en-US" sz="2000" b="0" dirty="0">
                <a:solidFill>
                  <a:srgbClr val="DAE3E3"/>
                </a:solidFill>
                <a:effectLst/>
                <a:latin typeface="Consolas" panose="020B0609020204030204" pitchFamily="49" charset="0"/>
              </a:rPr>
              <a:t>(</a:t>
            </a:r>
            <a:r>
              <a:rPr lang="en-US" sz="2000" b="0" dirty="0" err="1">
                <a:solidFill>
                  <a:srgbClr val="DAE3E3"/>
                </a:solidFill>
                <a:effectLst/>
                <a:latin typeface="Consolas" panose="020B0609020204030204" pitchFamily="49" charset="0"/>
              </a:rPr>
              <a:t>ball_angle</a:t>
            </a:r>
            <a:r>
              <a:rPr lang="en-US" sz="2000" b="0" dirty="0">
                <a:solidFill>
                  <a:srgbClr val="DAE3E3"/>
                </a:solidFill>
                <a:effectLst/>
                <a:latin typeface="Consolas" panose="020B0609020204030204" pitchFamily="49" charset="0"/>
              </a:rPr>
              <a:t> + shift, MID_SPEED);</a:t>
            </a:r>
          </a:p>
          <a:p>
            <a:pPr>
              <a:buNone/>
            </a:pPr>
            <a:r>
              <a:rPr lang="en-US" sz="2000" b="0" dirty="0">
                <a:solidFill>
                  <a:srgbClr val="DAE3E3"/>
                </a:solidFill>
                <a:effectLst/>
                <a:latin typeface="Consolas" panose="020B0609020204030204" pitchFamily="49" charset="0"/>
              </a:rPr>
              <a:t>  } </a:t>
            </a:r>
            <a:r>
              <a:rPr lang="en-US" sz="2000" b="0" dirty="0">
                <a:solidFill>
                  <a:srgbClr val="C586C0"/>
                </a:solidFill>
                <a:effectLst/>
                <a:latin typeface="Consolas" panose="020B0609020204030204" pitchFamily="49" charset="0"/>
              </a:rPr>
              <a:t>else</a:t>
            </a:r>
            <a:r>
              <a:rPr lang="en-US" sz="2000" b="0" dirty="0">
                <a:solidFill>
                  <a:srgbClr val="DAE3E3"/>
                </a:solidFill>
                <a:effectLst/>
                <a:latin typeface="Consolas" panose="020B0609020204030204" pitchFamily="49" charset="0"/>
              </a:rPr>
              <a:t> {</a:t>
            </a:r>
          </a:p>
          <a:p>
            <a:pPr>
              <a:buNone/>
            </a:pPr>
            <a:r>
              <a:rPr lang="en-US" sz="2000" b="0" dirty="0">
                <a:solidFill>
                  <a:srgbClr val="DAE3E3"/>
                </a:solidFill>
                <a:effectLst/>
                <a:latin typeface="Consolas" panose="020B0609020204030204" pitchFamily="49" charset="0"/>
              </a:rPr>
              <a:t>    </a:t>
            </a:r>
            <a:r>
              <a:rPr lang="en-US" sz="2000" dirty="0" err="1">
                <a:solidFill>
                  <a:srgbClr val="F39C12"/>
                </a:solidFill>
                <a:latin typeface="Consolas" panose="020B0609020204030204" pitchFamily="49" charset="0"/>
              </a:rPr>
              <a:t>moveXY</a:t>
            </a:r>
            <a:r>
              <a:rPr lang="en-US" sz="2000" dirty="0">
                <a:solidFill>
                  <a:srgbClr val="DAE3E3"/>
                </a:solidFill>
                <a:latin typeface="Consolas" panose="020B0609020204030204" pitchFamily="49" charset="0"/>
              </a:rPr>
              <a:t>(D, (</a:t>
            </a:r>
            <a:r>
              <a:rPr lang="en-US" sz="2000" dirty="0">
                <a:solidFill>
                  <a:srgbClr val="7FCBCD"/>
                </a:solidFill>
                <a:latin typeface="Consolas" panose="020B0609020204030204" pitchFamily="49" charset="0"/>
              </a:rPr>
              <a:t>800</a:t>
            </a:r>
            <a:r>
              <a:rPr lang="en-US" sz="2000" dirty="0">
                <a:solidFill>
                  <a:srgbClr val="DAE3E3"/>
                </a:solidFill>
                <a:latin typeface="Consolas" panose="020B0609020204030204" pitchFamily="49" charset="0"/>
              </a:rPr>
              <a:t> - </a:t>
            </a:r>
            <a:r>
              <a:rPr lang="en-US" sz="2000" dirty="0" err="1">
                <a:solidFill>
                  <a:srgbClr val="DAE3E3"/>
                </a:solidFill>
                <a:latin typeface="Consolas" panose="020B0609020204030204" pitchFamily="49" charset="0"/>
              </a:rPr>
              <a:t>shb</a:t>
            </a:r>
            <a:r>
              <a:rPr lang="en-US" sz="2000" dirty="0">
                <a:solidFill>
                  <a:srgbClr val="DAE3E3"/>
                </a:solidFill>
                <a:latin typeface="Consolas" panose="020B0609020204030204" pitchFamily="49" charset="0"/>
              </a:rPr>
              <a:t>) * </a:t>
            </a:r>
            <a:r>
              <a:rPr lang="en-US" sz="2000" dirty="0">
                <a:solidFill>
                  <a:srgbClr val="7FCBCD"/>
                </a:solidFill>
                <a:latin typeface="Consolas" panose="020B0609020204030204" pitchFamily="49" charset="0"/>
              </a:rPr>
              <a:t>80</a:t>
            </a:r>
            <a:r>
              <a:rPr lang="en-US" sz="2000" dirty="0">
                <a:solidFill>
                  <a:srgbClr val="DAE3E3"/>
                </a:solidFill>
                <a:latin typeface="Consolas" panose="020B0609020204030204" pitchFamily="49" charset="0"/>
              </a:rPr>
              <a:t>, </a:t>
            </a:r>
            <a:r>
              <a:rPr lang="en-US" sz="2000" dirty="0">
                <a:solidFill>
                  <a:srgbClr val="7FCBCD"/>
                </a:solidFill>
                <a:latin typeface="Consolas" panose="020B0609020204030204" pitchFamily="49" charset="0"/>
              </a:rPr>
              <a:t>0</a:t>
            </a:r>
            <a:r>
              <a:rPr lang="en-US" sz="2000" dirty="0">
                <a:solidFill>
                  <a:srgbClr val="DAE3E3"/>
                </a:solidFill>
                <a:latin typeface="Consolas" panose="020B0609020204030204" pitchFamily="49" charset="0"/>
              </a:rPr>
              <a:t>);</a:t>
            </a:r>
            <a:endParaRPr lang="en-US" sz="2000" b="0" dirty="0">
              <a:solidFill>
                <a:srgbClr val="DAE3E3"/>
              </a:solidFill>
              <a:effectLst/>
              <a:latin typeface="Consolas" panose="020B0609020204030204" pitchFamily="49" charset="0"/>
            </a:endParaRPr>
          </a:p>
          <a:p>
            <a:pPr>
              <a:buNone/>
            </a:pPr>
            <a:r>
              <a:rPr lang="en-US" sz="2000" b="0" dirty="0">
                <a:solidFill>
                  <a:srgbClr val="DAE3E3"/>
                </a:solidFill>
                <a:effectLst/>
                <a:latin typeface="Consolas" panose="020B0609020204030204" pitchFamily="49" charset="0"/>
              </a:rPr>
              <a:t>  }</a:t>
            </a:r>
          </a:p>
          <a:p>
            <a:pPr>
              <a:buNone/>
            </a:pPr>
            <a:r>
              <a:rPr lang="en-US" sz="2000" b="0" dirty="0">
                <a:solidFill>
                  <a:srgbClr val="DAE3E3"/>
                </a:solidFill>
                <a:effectLst/>
                <a:latin typeface="Consolas" panose="020B0609020204030204" pitchFamily="49" charset="0"/>
              </a:rPr>
              <a:t>}</a:t>
            </a:r>
          </a:p>
        </p:txBody>
      </p:sp>
    </p:spTree>
    <p:extLst>
      <p:ext uri="{BB962C8B-B14F-4D97-AF65-F5344CB8AC3E}">
        <p14:creationId xmlns:p14="http://schemas.microsoft.com/office/powerpoint/2010/main" val="368123192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FA5F2-C252-B8B8-DD37-569969F479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32EA907-465D-4396-B72E-C7EC013D8FEA}"/>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چرخاندن توپ به سمت عقب</a:t>
            </a:r>
            <a:endParaRPr lang="en-US" sz="3600" dirty="0">
              <a:latin typeface="IRANSans" panose="02040503050201020203" pitchFamily="18" charset="-78"/>
              <a:cs typeface="B Titr" panose="00000700000000000000" pitchFamily="2" charset="-78"/>
            </a:endParaRPr>
          </a:p>
        </p:txBody>
      </p:sp>
      <p:sp>
        <p:nvSpPr>
          <p:cNvPr id="6" name="TextBox 5">
            <a:extLst>
              <a:ext uri="{FF2B5EF4-FFF2-40B4-BE49-F238E27FC236}">
                <a16:creationId xmlns:a16="http://schemas.microsoft.com/office/drawing/2014/main" id="{46FD0CE0-BC09-C4E5-5D6E-D354804A85D6}"/>
              </a:ext>
            </a:extLst>
          </p:cNvPr>
          <p:cNvSpPr txBox="1"/>
          <p:nvPr/>
        </p:nvSpPr>
        <p:spPr>
          <a:xfrm>
            <a:off x="919119" y="1432116"/>
            <a:ext cx="10353763" cy="2966197"/>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این اگوریتم زمانی کاربرد دارد که ربات ما با ربات حریف درگیر می‎شود و بازی در یک نقطه ثابت می‎ماند. با استفاده از قابلیت اسپین می‎توان در چنین مواقعی توپ را از دید ربات های حریف پنهان کرد. اما باید توجه داشته باشیم که این الگوریتم تنها زمانی باید اجرا شود که ربات با یک بار شوت زدن موفق به خروج توپ از دهانه خود نشود. به همین خاطر متغیری به نام </a:t>
            </a:r>
            <a:r>
              <a:rPr lang="en-US" dirty="0" err="1">
                <a:latin typeface="IRANSans" panose="02040503050201020203" pitchFamily="18" charset="-78"/>
                <a:cs typeface="IRANSans" panose="02040503050201020203" pitchFamily="18" charset="-78"/>
              </a:rPr>
              <a:t>already_shooted</a:t>
            </a:r>
            <a:r>
              <a:rPr lang="fa-IR" dirty="0">
                <a:latin typeface="IRANSans" panose="02040503050201020203" pitchFamily="18" charset="-78"/>
                <a:cs typeface="IRANSans" panose="02040503050201020203" pitchFamily="18" charset="-78"/>
              </a:rPr>
              <a:t> تعریف شده که هنگامی که توپ وارد دهانه می‌شود با یک بار شوت زدن این متغیر </a:t>
            </a:r>
            <a:r>
              <a:rPr lang="en-US" dirty="0">
                <a:latin typeface="IRANSans" panose="02040503050201020203" pitchFamily="18" charset="-78"/>
                <a:cs typeface="IRANSans" panose="02040503050201020203" pitchFamily="18" charset="-78"/>
              </a:rPr>
              <a:t>true</a:t>
            </a:r>
            <a:r>
              <a:rPr lang="fa-IR" dirty="0">
                <a:latin typeface="IRANSans" panose="02040503050201020203" pitchFamily="18" charset="-78"/>
                <a:cs typeface="IRANSans" panose="02040503050201020203" pitchFamily="18" charset="-78"/>
              </a:rPr>
              <a:t> می‌شود و اگر توپ از دهانه ربات خارج شود این متغیر </a:t>
            </a:r>
            <a:r>
              <a:rPr lang="en-US" dirty="0">
                <a:latin typeface="IRANSans" panose="02040503050201020203" pitchFamily="18" charset="-78"/>
                <a:cs typeface="IRANSans" panose="02040503050201020203" pitchFamily="18" charset="-78"/>
              </a:rPr>
              <a:t>false</a:t>
            </a:r>
            <a:r>
              <a:rPr lang="fa-IR" dirty="0">
                <a:latin typeface="IRANSans" panose="02040503050201020203" pitchFamily="18" charset="-78"/>
                <a:cs typeface="IRANSans" panose="02040503050201020203" pitchFamily="18" charset="-78"/>
              </a:rPr>
              <a:t> می‌شود.</a:t>
            </a:r>
          </a:p>
          <a:p>
            <a:pPr algn="just" rtl="1">
              <a:lnSpc>
                <a:spcPct val="150000"/>
              </a:lnSpc>
            </a:pPr>
            <a:endParaRPr lang="fa-IR" dirty="0">
              <a:latin typeface="IRANSans" panose="02040503050201020203" pitchFamily="18" charset="-78"/>
              <a:cs typeface="IRANSans" panose="02040503050201020203" pitchFamily="18" charset="-78"/>
            </a:endParaRPr>
          </a:p>
          <a:p>
            <a:pPr algn="just" rtl="1">
              <a:lnSpc>
                <a:spcPct val="150000"/>
              </a:lnSpc>
            </a:pPr>
            <a:r>
              <a:rPr lang="fa-IR" dirty="0">
                <a:latin typeface="IRANSans" panose="02040503050201020203" pitchFamily="18" charset="-78"/>
                <a:cs typeface="IRANSans" panose="02040503050201020203" pitchFamily="18" charset="-78"/>
              </a:rPr>
              <a:t>در تابع </a:t>
            </a:r>
            <a:r>
              <a:rPr lang="en-US" dirty="0">
                <a:latin typeface="IRANSans" panose="02040503050201020203" pitchFamily="18" charset="-78"/>
                <a:cs typeface="IRANSans" panose="02040503050201020203" pitchFamily="18" charset="-78"/>
              </a:rPr>
              <a:t>loop</a:t>
            </a:r>
            <a:r>
              <a:rPr lang="fa-IR" dirty="0">
                <a:latin typeface="IRANSans" panose="02040503050201020203" pitchFamily="18" charset="-78"/>
                <a:cs typeface="IRANSans" panose="02040503050201020203" pitchFamily="18" charset="-78"/>
              </a:rPr>
              <a:t> تنها دو تابع </a:t>
            </a:r>
            <a:r>
              <a:rPr lang="en-US" dirty="0" err="1">
                <a:latin typeface="IRANSans" panose="02040503050201020203" pitchFamily="18" charset="-78"/>
                <a:cs typeface="IRANSans" panose="02040503050201020203" pitchFamily="18" charset="-78"/>
              </a:rPr>
              <a:t>update_all</a:t>
            </a:r>
            <a:r>
              <a:rPr lang="fa-IR" dirty="0">
                <a:latin typeface="IRANSans" panose="02040503050201020203" pitchFamily="18" charset="-78"/>
                <a:cs typeface="IRANSans" panose="02040503050201020203" pitchFamily="18" charset="-78"/>
              </a:rPr>
              <a:t> و </a:t>
            </a:r>
            <a:r>
              <a:rPr lang="en-US" dirty="0">
                <a:latin typeface="IRANSans" panose="02040503050201020203" pitchFamily="18" charset="-78"/>
                <a:cs typeface="IRANSans" panose="02040503050201020203" pitchFamily="18" charset="-78"/>
              </a:rPr>
              <a:t>forward</a:t>
            </a:r>
            <a:r>
              <a:rPr lang="fa-IR" dirty="0">
                <a:latin typeface="IRANSans" panose="02040503050201020203" pitchFamily="18" charset="-78"/>
                <a:cs typeface="IRANSans" panose="02040503050201020203" pitchFamily="18" charset="-78"/>
              </a:rPr>
              <a:t> را تعریف کنید تا در ادامه به جزئیات تابع </a:t>
            </a:r>
            <a:r>
              <a:rPr lang="en-US" dirty="0">
                <a:latin typeface="IRANSans" panose="02040503050201020203" pitchFamily="18" charset="-78"/>
                <a:cs typeface="IRANSans" panose="02040503050201020203" pitchFamily="18" charset="-78"/>
              </a:rPr>
              <a:t>forward</a:t>
            </a:r>
            <a:r>
              <a:rPr lang="fa-IR" dirty="0">
                <a:latin typeface="IRANSans" panose="02040503050201020203" pitchFamily="18" charset="-78"/>
                <a:cs typeface="IRANSans" panose="02040503050201020203" pitchFamily="18" charset="-78"/>
              </a:rPr>
              <a:t> بپردازیم.</a:t>
            </a:r>
            <a:endParaRPr lang="en-US" dirty="0">
              <a:latin typeface="IRANSans" panose="02040503050201020203" pitchFamily="18" charset="-78"/>
              <a:cs typeface="IRANSans" panose="02040503050201020203" pitchFamily="18" charset="-78"/>
            </a:endParaRPr>
          </a:p>
        </p:txBody>
      </p:sp>
      <p:sp>
        <p:nvSpPr>
          <p:cNvPr id="4" name="TextBox 3">
            <a:extLst>
              <a:ext uri="{FF2B5EF4-FFF2-40B4-BE49-F238E27FC236}">
                <a16:creationId xmlns:a16="http://schemas.microsoft.com/office/drawing/2014/main" id="{B9D4022D-A2AE-651D-BE59-C2E7073FEA6B}"/>
              </a:ext>
            </a:extLst>
          </p:cNvPr>
          <p:cNvSpPr txBox="1"/>
          <p:nvPr/>
        </p:nvSpPr>
        <p:spPr>
          <a:xfrm>
            <a:off x="919119" y="4731484"/>
            <a:ext cx="6096000" cy="1569660"/>
          </a:xfrm>
          <a:prstGeom prst="rect">
            <a:avLst/>
          </a:prstGeom>
          <a:noFill/>
        </p:spPr>
        <p:txBody>
          <a:bodyPr wrap="square">
            <a:spAutoFit/>
          </a:bodyPr>
          <a:lstStyle/>
          <a:p>
            <a:pPr>
              <a:buNone/>
            </a:pPr>
            <a:r>
              <a:rPr lang="en-US" sz="2400" b="0" dirty="0">
                <a:solidFill>
                  <a:srgbClr val="0CA1A6"/>
                </a:solidFill>
                <a:effectLst/>
                <a:latin typeface="Consolas" panose="020B0609020204030204" pitchFamily="49" charset="0"/>
              </a:rPr>
              <a:t>void</a:t>
            </a:r>
            <a:r>
              <a:rPr lang="en-US" sz="2400" b="0" dirty="0">
                <a:solidFill>
                  <a:srgbClr val="DAE3E3"/>
                </a:solidFill>
                <a:effectLst/>
                <a:latin typeface="Consolas" panose="020B0609020204030204" pitchFamily="49" charset="0"/>
              </a:rPr>
              <a:t> </a:t>
            </a:r>
            <a:r>
              <a:rPr lang="en-US" sz="2400" b="0" dirty="0">
                <a:solidFill>
                  <a:srgbClr val="F39C12"/>
                </a:solidFill>
                <a:effectLst/>
                <a:latin typeface="Consolas" panose="020B0609020204030204" pitchFamily="49" charset="0"/>
              </a:rPr>
              <a:t>loop</a:t>
            </a:r>
            <a:r>
              <a:rPr lang="en-US" sz="2400" b="0" dirty="0">
                <a:solidFill>
                  <a:srgbClr val="DAE3E3"/>
                </a:solidFill>
                <a:effectLst/>
                <a:latin typeface="Consolas" panose="020B0609020204030204" pitchFamily="49" charset="0"/>
              </a:rPr>
              <a:t>() {</a:t>
            </a:r>
          </a:p>
          <a:p>
            <a:pPr>
              <a:buNone/>
            </a:pPr>
            <a:r>
              <a:rPr lang="en-US" sz="2400" b="0" dirty="0">
                <a:solidFill>
                  <a:srgbClr val="DAE3E3"/>
                </a:solidFill>
                <a:effectLst/>
                <a:latin typeface="Consolas" panose="020B0609020204030204" pitchFamily="49" charset="0"/>
              </a:rPr>
              <a:t>  </a:t>
            </a:r>
            <a:r>
              <a:rPr lang="en-US" sz="2400" b="0" dirty="0" err="1">
                <a:solidFill>
                  <a:srgbClr val="F39C12"/>
                </a:solidFill>
                <a:effectLst/>
                <a:latin typeface="Consolas" panose="020B0609020204030204" pitchFamily="49" charset="0"/>
              </a:rPr>
              <a:t>update_all</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  </a:t>
            </a:r>
            <a:r>
              <a:rPr lang="en-US" sz="2400" b="0" dirty="0">
                <a:solidFill>
                  <a:srgbClr val="F39C12"/>
                </a:solidFill>
                <a:effectLst/>
                <a:latin typeface="Consolas" panose="020B0609020204030204" pitchFamily="49" charset="0"/>
              </a:rPr>
              <a:t>forward</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a:t>
            </a:r>
          </a:p>
        </p:txBody>
      </p:sp>
    </p:spTree>
    <p:extLst>
      <p:ext uri="{BB962C8B-B14F-4D97-AF65-F5344CB8AC3E}">
        <p14:creationId xmlns:p14="http://schemas.microsoft.com/office/powerpoint/2010/main" val="23482186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EC908C-568D-8E9B-CCA2-CD1893921B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11D52E-979F-1F0F-2404-8A6EB8500BD2}"/>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چرخاندن توپ به سمت عقب</a:t>
            </a:r>
            <a:endParaRPr lang="en-US" sz="3600" dirty="0">
              <a:latin typeface="IRANSans" panose="02040503050201020203" pitchFamily="18" charset="-78"/>
              <a:cs typeface="B Titr" panose="00000700000000000000" pitchFamily="2" charset="-78"/>
            </a:endParaRPr>
          </a:p>
        </p:txBody>
      </p:sp>
      <p:sp>
        <p:nvSpPr>
          <p:cNvPr id="6" name="TextBox 5">
            <a:extLst>
              <a:ext uri="{FF2B5EF4-FFF2-40B4-BE49-F238E27FC236}">
                <a16:creationId xmlns:a16="http://schemas.microsoft.com/office/drawing/2014/main" id="{AD09D42D-946B-F094-5B10-60D61930936A}"/>
              </a:ext>
            </a:extLst>
          </p:cNvPr>
          <p:cNvSpPr txBox="1"/>
          <p:nvPr/>
        </p:nvSpPr>
        <p:spPr>
          <a:xfrm>
            <a:off x="6927850" y="1432117"/>
            <a:ext cx="4345032" cy="2550698"/>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تابع </a:t>
            </a:r>
            <a:r>
              <a:rPr lang="en-US" dirty="0">
                <a:latin typeface="IRANSans" panose="02040503050201020203" pitchFamily="18" charset="-78"/>
                <a:cs typeface="IRANSans" panose="02040503050201020203" pitchFamily="18" charset="-78"/>
              </a:rPr>
              <a:t>forward</a:t>
            </a:r>
            <a:r>
              <a:rPr lang="fa-IR" dirty="0">
                <a:latin typeface="IRANSans" panose="02040503050201020203" pitchFamily="18" charset="-78"/>
                <a:cs typeface="IRANSans" panose="02040503050201020203" pitchFamily="18" charset="-78"/>
              </a:rPr>
              <a:t> سه وضعیت کلی را مورد بررسی قرار می‎دهد و برای هر حالت یک تابع را صدا می‌زند.</a:t>
            </a:r>
          </a:p>
          <a:p>
            <a:pPr marL="285750" indent="-285750" algn="just" rtl="1">
              <a:lnSpc>
                <a:spcPct val="150000"/>
              </a:lnSpc>
              <a:buFont typeface="Arial" panose="020B0604020202020204" pitchFamily="34" charset="0"/>
              <a:buChar char="•"/>
            </a:pPr>
            <a:r>
              <a:rPr lang="fa-IR" dirty="0">
                <a:latin typeface="IRANSans" panose="02040503050201020203" pitchFamily="18" charset="-78"/>
                <a:cs typeface="IRANSans" panose="02040503050201020203" pitchFamily="18" charset="-78"/>
              </a:rPr>
              <a:t>توپ داخل دهانه باشد</a:t>
            </a:r>
          </a:p>
          <a:p>
            <a:pPr marL="285750" indent="-285750" algn="just" rtl="1">
              <a:lnSpc>
                <a:spcPct val="150000"/>
              </a:lnSpc>
              <a:buFont typeface="Arial" panose="020B0604020202020204" pitchFamily="34" charset="0"/>
              <a:buChar char="•"/>
            </a:pPr>
            <a:r>
              <a:rPr lang="fa-IR" dirty="0">
                <a:latin typeface="IRANSans" panose="02040503050201020203" pitchFamily="18" charset="-78"/>
                <a:cs typeface="IRANSans" panose="02040503050201020203" pitchFamily="18" charset="-78"/>
              </a:rPr>
              <a:t>توپ دیده شود</a:t>
            </a:r>
          </a:p>
          <a:p>
            <a:pPr marL="285750" indent="-285750" algn="just" rtl="1">
              <a:lnSpc>
                <a:spcPct val="150000"/>
              </a:lnSpc>
              <a:buFont typeface="Arial" panose="020B0604020202020204" pitchFamily="34" charset="0"/>
              <a:buChar char="•"/>
            </a:pPr>
            <a:r>
              <a:rPr lang="fa-IR" dirty="0">
                <a:latin typeface="IRANSans" panose="02040503050201020203" pitchFamily="18" charset="-78"/>
                <a:cs typeface="IRANSans" panose="02040503050201020203" pitchFamily="18" charset="-78"/>
              </a:rPr>
              <a:t>توپ دیده نشود و داخل دهانه هم نباشد</a:t>
            </a:r>
            <a:endParaRPr lang="en-US" dirty="0">
              <a:latin typeface="IRANSans" panose="02040503050201020203" pitchFamily="18" charset="-78"/>
              <a:cs typeface="IRANSans" panose="02040503050201020203" pitchFamily="18" charset="-78"/>
            </a:endParaRPr>
          </a:p>
        </p:txBody>
      </p:sp>
      <p:sp>
        <p:nvSpPr>
          <p:cNvPr id="5" name="TextBox 4">
            <a:extLst>
              <a:ext uri="{FF2B5EF4-FFF2-40B4-BE49-F238E27FC236}">
                <a16:creationId xmlns:a16="http://schemas.microsoft.com/office/drawing/2014/main" id="{CAEC71FE-5CE3-FA7C-2804-519598E19743}"/>
              </a:ext>
            </a:extLst>
          </p:cNvPr>
          <p:cNvSpPr txBox="1"/>
          <p:nvPr/>
        </p:nvSpPr>
        <p:spPr>
          <a:xfrm>
            <a:off x="919118" y="1432117"/>
            <a:ext cx="6096000" cy="3785652"/>
          </a:xfrm>
          <a:prstGeom prst="rect">
            <a:avLst/>
          </a:prstGeom>
          <a:noFill/>
        </p:spPr>
        <p:txBody>
          <a:bodyPr wrap="square">
            <a:spAutoFit/>
          </a:bodyPr>
          <a:lstStyle/>
          <a:p>
            <a:pPr>
              <a:buNone/>
            </a:pPr>
            <a:r>
              <a:rPr lang="en-US" sz="2400" b="0" dirty="0">
                <a:solidFill>
                  <a:srgbClr val="0CA1A6"/>
                </a:solidFill>
                <a:effectLst/>
                <a:latin typeface="Consolas" panose="020B0609020204030204" pitchFamily="49" charset="0"/>
              </a:rPr>
              <a:t>void</a:t>
            </a:r>
            <a:r>
              <a:rPr lang="en-US" sz="2400" b="0" dirty="0">
                <a:solidFill>
                  <a:srgbClr val="DAE3E3"/>
                </a:solidFill>
                <a:effectLst/>
                <a:latin typeface="Consolas" panose="020B0609020204030204" pitchFamily="49" charset="0"/>
              </a:rPr>
              <a:t> </a:t>
            </a:r>
            <a:r>
              <a:rPr lang="en-US" sz="2400" b="0" dirty="0">
                <a:solidFill>
                  <a:srgbClr val="F39C12"/>
                </a:solidFill>
                <a:effectLst/>
                <a:latin typeface="Consolas" panose="020B0609020204030204" pitchFamily="49" charset="0"/>
              </a:rPr>
              <a:t>forward</a:t>
            </a:r>
            <a:r>
              <a:rPr lang="en-US" sz="2400" b="0" dirty="0">
                <a:solidFill>
                  <a:srgbClr val="DAE3E3"/>
                </a:solidFill>
                <a:effectLst/>
                <a:latin typeface="Consolas" panose="020B0609020204030204" pitchFamily="49" charset="0"/>
              </a:rPr>
              <a:t>() {</a:t>
            </a:r>
          </a:p>
          <a:p>
            <a:pPr>
              <a:buNone/>
            </a:pPr>
            <a:r>
              <a:rPr lang="en-US" sz="2400" b="0" dirty="0">
                <a:solidFill>
                  <a:srgbClr val="DAE3E3"/>
                </a:solidFill>
                <a:effectLst/>
                <a:latin typeface="Consolas" panose="020B0609020204030204" pitchFamily="49" charset="0"/>
              </a:rPr>
              <a:t>  </a:t>
            </a:r>
            <a:r>
              <a:rPr lang="en-US" sz="2400" b="0" dirty="0">
                <a:solidFill>
                  <a:srgbClr val="F39C12"/>
                </a:solidFill>
                <a:effectLst/>
                <a:latin typeface="Consolas" panose="020B0609020204030204" pitchFamily="49" charset="0"/>
              </a:rPr>
              <a:t>out</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  </a:t>
            </a:r>
            <a:r>
              <a:rPr lang="en-US" sz="2400" b="0" dirty="0">
                <a:solidFill>
                  <a:srgbClr val="C586C0"/>
                </a:solidFill>
                <a:effectLst/>
                <a:latin typeface="Consolas" panose="020B0609020204030204" pitchFamily="49" charset="0"/>
              </a:rPr>
              <a:t>if</a:t>
            </a:r>
            <a:r>
              <a:rPr lang="en-US" sz="2400" b="0" dirty="0">
                <a:solidFill>
                  <a:srgbClr val="DAE3E3"/>
                </a:solidFill>
                <a:effectLst/>
                <a:latin typeface="Consolas" panose="020B0609020204030204" pitchFamily="49" charset="0"/>
              </a:rPr>
              <a:t> (BALL_IN_KICKER) {</a:t>
            </a:r>
          </a:p>
          <a:p>
            <a:pPr>
              <a:buNone/>
            </a:pPr>
            <a:r>
              <a:rPr lang="en-US" sz="2400" b="0" dirty="0">
                <a:solidFill>
                  <a:srgbClr val="DAE3E3"/>
                </a:solidFill>
                <a:effectLst/>
                <a:latin typeface="Consolas" panose="020B0609020204030204" pitchFamily="49" charset="0"/>
              </a:rPr>
              <a:t>    </a:t>
            </a:r>
            <a:r>
              <a:rPr lang="en-US" sz="2400" b="0" dirty="0">
                <a:solidFill>
                  <a:srgbClr val="F39C12"/>
                </a:solidFill>
                <a:effectLst/>
                <a:latin typeface="Consolas" panose="020B0609020204030204" pitchFamily="49" charset="0"/>
              </a:rPr>
              <a:t>goal</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  } </a:t>
            </a:r>
            <a:r>
              <a:rPr lang="en-US" sz="2400" b="0" dirty="0">
                <a:solidFill>
                  <a:srgbClr val="C586C0"/>
                </a:solidFill>
                <a:effectLst/>
                <a:latin typeface="Consolas" panose="020B0609020204030204" pitchFamily="49" charset="0"/>
              </a:rPr>
              <a:t>else</a:t>
            </a:r>
            <a:r>
              <a:rPr lang="en-US" sz="2400" b="0" dirty="0">
                <a:solidFill>
                  <a:srgbClr val="DAE3E3"/>
                </a:solidFill>
                <a:effectLst/>
                <a:latin typeface="Consolas" panose="020B0609020204030204" pitchFamily="49" charset="0"/>
              </a:rPr>
              <a:t> </a:t>
            </a:r>
            <a:r>
              <a:rPr lang="en-US" sz="2400" b="0" dirty="0">
                <a:solidFill>
                  <a:srgbClr val="C586C0"/>
                </a:solidFill>
                <a:effectLst/>
                <a:latin typeface="Consolas" panose="020B0609020204030204" pitchFamily="49" charset="0"/>
              </a:rPr>
              <a:t>if</a:t>
            </a:r>
            <a:r>
              <a:rPr lang="en-US" sz="2400" b="0" dirty="0">
                <a:solidFill>
                  <a:srgbClr val="DAE3E3"/>
                </a:solidFill>
                <a:effectLst/>
                <a:latin typeface="Consolas" panose="020B0609020204030204" pitchFamily="49" charset="0"/>
              </a:rPr>
              <a:t> (</a:t>
            </a:r>
            <a:r>
              <a:rPr lang="en-US" sz="2400" b="0" dirty="0" err="1">
                <a:solidFill>
                  <a:srgbClr val="DAE3E3"/>
                </a:solidFill>
                <a:effectLst/>
                <a:latin typeface="Consolas" panose="020B0609020204030204" pitchFamily="49" charset="0"/>
              </a:rPr>
              <a:t>is_ball</a:t>
            </a:r>
            <a:r>
              <a:rPr lang="en-US" sz="2400" b="0" dirty="0">
                <a:solidFill>
                  <a:srgbClr val="DAE3E3"/>
                </a:solidFill>
                <a:effectLst/>
                <a:latin typeface="Consolas" panose="020B0609020204030204" pitchFamily="49" charset="0"/>
              </a:rPr>
              <a:t>) {</a:t>
            </a:r>
          </a:p>
          <a:p>
            <a:pPr>
              <a:buNone/>
            </a:pPr>
            <a:r>
              <a:rPr lang="en-US" sz="2400" b="0" dirty="0">
                <a:solidFill>
                  <a:srgbClr val="DAE3E3"/>
                </a:solidFill>
                <a:effectLst/>
                <a:latin typeface="Consolas" panose="020B0609020204030204" pitchFamily="49" charset="0"/>
              </a:rPr>
              <a:t>    </a:t>
            </a:r>
            <a:r>
              <a:rPr lang="en-US" sz="2400" b="0" dirty="0" err="1">
                <a:solidFill>
                  <a:srgbClr val="F39C12"/>
                </a:solidFill>
                <a:effectLst/>
                <a:latin typeface="Consolas" panose="020B0609020204030204" pitchFamily="49" charset="0"/>
              </a:rPr>
              <a:t>catch_ball</a:t>
            </a:r>
            <a:r>
              <a:rPr lang="en-US" sz="2400" b="0" dirty="0">
                <a:solidFill>
                  <a:srgbClr val="DAE3E3"/>
                </a:solidFill>
                <a:effectLst/>
                <a:latin typeface="Consolas" panose="020B0609020204030204" pitchFamily="49" charset="0"/>
              </a:rPr>
              <a:t>();</a:t>
            </a:r>
          </a:p>
          <a:p>
            <a:pPr>
              <a:buNone/>
            </a:pPr>
            <a:r>
              <a:rPr lang="en-US" sz="2400" b="0" dirty="0">
                <a:solidFill>
                  <a:srgbClr val="DAE3E3"/>
                </a:solidFill>
                <a:effectLst/>
                <a:latin typeface="Consolas" panose="020B0609020204030204" pitchFamily="49" charset="0"/>
              </a:rPr>
              <a:t>  } </a:t>
            </a:r>
            <a:r>
              <a:rPr lang="en-US" sz="2400" b="0" dirty="0">
                <a:solidFill>
                  <a:srgbClr val="C586C0"/>
                </a:solidFill>
                <a:effectLst/>
                <a:latin typeface="Consolas" panose="020B0609020204030204" pitchFamily="49" charset="0"/>
              </a:rPr>
              <a:t>else</a:t>
            </a:r>
            <a:r>
              <a:rPr lang="en-US" sz="2400" b="0" dirty="0">
                <a:solidFill>
                  <a:srgbClr val="DAE3E3"/>
                </a:solidFill>
                <a:effectLst/>
                <a:latin typeface="Consolas" panose="020B0609020204030204" pitchFamily="49" charset="0"/>
              </a:rPr>
              <a:t> {</a:t>
            </a:r>
          </a:p>
          <a:p>
            <a:r>
              <a:rPr lang="en-US" sz="2400" b="0" dirty="0">
                <a:solidFill>
                  <a:srgbClr val="DAE3E3"/>
                </a:solidFill>
                <a:effectLst/>
                <a:latin typeface="Consolas" panose="020B0609020204030204" pitchFamily="49" charset="0"/>
              </a:rPr>
              <a:t>    </a:t>
            </a:r>
            <a:r>
              <a:rPr lang="en-US" sz="2400" dirty="0" err="1">
                <a:solidFill>
                  <a:srgbClr val="F39C12"/>
                </a:solidFill>
                <a:latin typeface="Consolas" panose="020B0609020204030204" pitchFamily="49" charset="0"/>
              </a:rPr>
              <a:t>moveXY</a:t>
            </a:r>
            <a:r>
              <a:rPr lang="en-US" sz="2400" dirty="0">
                <a:solidFill>
                  <a:srgbClr val="DAE3E3"/>
                </a:solidFill>
                <a:latin typeface="Consolas" panose="020B0609020204030204" pitchFamily="49" charset="0"/>
              </a:rPr>
              <a:t>(D, (</a:t>
            </a:r>
            <a:r>
              <a:rPr lang="en-US" sz="2400" dirty="0">
                <a:solidFill>
                  <a:srgbClr val="7FCBCD"/>
                </a:solidFill>
                <a:latin typeface="Consolas" panose="020B0609020204030204" pitchFamily="49" charset="0"/>
              </a:rPr>
              <a:t>800</a:t>
            </a:r>
            <a:r>
              <a:rPr lang="en-US" sz="2400" dirty="0">
                <a:solidFill>
                  <a:srgbClr val="DAE3E3"/>
                </a:solidFill>
                <a:latin typeface="Consolas" panose="020B0609020204030204" pitchFamily="49" charset="0"/>
              </a:rPr>
              <a:t> - </a:t>
            </a:r>
            <a:r>
              <a:rPr lang="en-US" sz="2400" dirty="0" err="1">
                <a:solidFill>
                  <a:srgbClr val="DAE3E3"/>
                </a:solidFill>
                <a:latin typeface="Consolas" panose="020B0609020204030204" pitchFamily="49" charset="0"/>
              </a:rPr>
              <a:t>shb</a:t>
            </a:r>
            <a:r>
              <a:rPr lang="en-US" sz="2400" dirty="0">
                <a:solidFill>
                  <a:srgbClr val="DAE3E3"/>
                </a:solidFill>
                <a:latin typeface="Consolas" panose="020B0609020204030204" pitchFamily="49" charset="0"/>
              </a:rPr>
              <a:t>) * </a:t>
            </a:r>
            <a:r>
              <a:rPr lang="en-US" sz="2400" dirty="0">
                <a:solidFill>
                  <a:srgbClr val="7FCBCD"/>
                </a:solidFill>
                <a:latin typeface="Consolas" panose="020B0609020204030204" pitchFamily="49" charset="0"/>
              </a:rPr>
              <a:t>80</a:t>
            </a:r>
            <a:r>
              <a:rPr lang="en-US" sz="2400" dirty="0">
                <a:solidFill>
                  <a:srgbClr val="DAE3E3"/>
                </a:solidFill>
                <a:latin typeface="Consolas" panose="020B0609020204030204" pitchFamily="49" charset="0"/>
              </a:rPr>
              <a:t>, </a:t>
            </a:r>
            <a:r>
              <a:rPr lang="en-US" sz="2400" dirty="0">
                <a:solidFill>
                  <a:srgbClr val="7FCBCD"/>
                </a:solidFill>
                <a:latin typeface="Consolas" panose="020B0609020204030204" pitchFamily="49" charset="0"/>
              </a:rPr>
              <a:t>0</a:t>
            </a:r>
            <a:r>
              <a:rPr lang="en-US" sz="2400" dirty="0">
                <a:solidFill>
                  <a:srgbClr val="DAE3E3"/>
                </a:solidFill>
                <a:latin typeface="Consolas" panose="020B0609020204030204" pitchFamily="49" charset="0"/>
              </a:rPr>
              <a:t>);</a:t>
            </a:r>
            <a:endParaRPr lang="en-US" sz="2400" b="0" dirty="0">
              <a:solidFill>
                <a:srgbClr val="DAE3E3"/>
              </a:solidFill>
              <a:effectLst/>
              <a:latin typeface="Consolas" panose="020B0609020204030204" pitchFamily="49" charset="0"/>
            </a:endParaRPr>
          </a:p>
          <a:p>
            <a:pPr>
              <a:buNone/>
            </a:pPr>
            <a:r>
              <a:rPr lang="en-US" sz="2400" b="0" dirty="0">
                <a:solidFill>
                  <a:srgbClr val="DAE3E3"/>
                </a:solidFill>
                <a:effectLst/>
                <a:latin typeface="Consolas" panose="020B0609020204030204" pitchFamily="49" charset="0"/>
              </a:rPr>
              <a:t>  }</a:t>
            </a:r>
          </a:p>
          <a:p>
            <a:pPr>
              <a:buNone/>
            </a:pPr>
            <a:r>
              <a:rPr lang="en-US" sz="2400" b="0" dirty="0">
                <a:solidFill>
                  <a:srgbClr val="DAE3E3"/>
                </a:solidFill>
                <a:effectLst/>
                <a:latin typeface="Consolas" panose="020B0609020204030204" pitchFamily="49" charset="0"/>
              </a:rPr>
              <a:t>}</a:t>
            </a:r>
          </a:p>
        </p:txBody>
      </p:sp>
    </p:spTree>
    <p:extLst>
      <p:ext uri="{BB962C8B-B14F-4D97-AF65-F5344CB8AC3E}">
        <p14:creationId xmlns:p14="http://schemas.microsoft.com/office/powerpoint/2010/main" val="315500491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6684E-FCEC-7A3D-D838-A3CAB8D617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F68401-B324-466A-C2EE-CC83221E0EED}"/>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تابع </a:t>
            </a:r>
            <a:r>
              <a:rPr lang="en-US" sz="3600" dirty="0" err="1">
                <a:latin typeface="IRANSans" panose="02040503050201020203" pitchFamily="18" charset="-78"/>
                <a:cs typeface="B Titr" panose="00000700000000000000" pitchFamily="2" charset="-78"/>
              </a:rPr>
              <a:t>catch_ball</a:t>
            </a:r>
            <a:endParaRPr lang="en-US" sz="3600" dirty="0">
              <a:latin typeface="IRANSans" panose="02040503050201020203" pitchFamily="18" charset="-78"/>
              <a:cs typeface="B Titr" panose="00000700000000000000" pitchFamily="2" charset="-78"/>
            </a:endParaRPr>
          </a:p>
        </p:txBody>
      </p:sp>
      <p:sp>
        <p:nvSpPr>
          <p:cNvPr id="6" name="TextBox 5">
            <a:extLst>
              <a:ext uri="{FF2B5EF4-FFF2-40B4-BE49-F238E27FC236}">
                <a16:creationId xmlns:a16="http://schemas.microsoft.com/office/drawing/2014/main" id="{745049CD-7706-4063-D25D-CB069DCDA049}"/>
              </a:ext>
            </a:extLst>
          </p:cNvPr>
          <p:cNvSpPr txBox="1"/>
          <p:nvPr/>
        </p:nvSpPr>
        <p:spPr>
          <a:xfrm>
            <a:off x="919118" y="1432117"/>
            <a:ext cx="10353764" cy="888705"/>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این تابع همان شیفت حرکتی است که پیش از این مورد استفاده قرار می‎گرفت. از آنجایی که قصد چرخش ربات را در ادامه داریم باید در تمام حالت ها وضعیت استفاده از سنسور زاویه را مشخص کنیم. </a:t>
            </a:r>
            <a:endParaRPr lang="en-US" dirty="0">
              <a:latin typeface="IRANSans" panose="02040503050201020203" pitchFamily="18" charset="-78"/>
              <a:cs typeface="IRANSans" panose="02040503050201020203" pitchFamily="18" charset="-78"/>
            </a:endParaRPr>
          </a:p>
        </p:txBody>
      </p:sp>
      <p:sp>
        <p:nvSpPr>
          <p:cNvPr id="4" name="TextBox 3">
            <a:extLst>
              <a:ext uri="{FF2B5EF4-FFF2-40B4-BE49-F238E27FC236}">
                <a16:creationId xmlns:a16="http://schemas.microsoft.com/office/drawing/2014/main" id="{000217BE-2E60-C7E6-39D1-41FB8A9E5594}"/>
              </a:ext>
            </a:extLst>
          </p:cNvPr>
          <p:cNvSpPr txBox="1"/>
          <p:nvPr/>
        </p:nvSpPr>
        <p:spPr>
          <a:xfrm>
            <a:off x="919118" y="3429000"/>
            <a:ext cx="10421982" cy="2677656"/>
          </a:xfrm>
          <a:prstGeom prst="rect">
            <a:avLst/>
          </a:prstGeom>
          <a:noFill/>
        </p:spPr>
        <p:txBody>
          <a:bodyPr wrap="square">
            <a:spAutoFit/>
          </a:bodyPr>
          <a:lstStyle/>
          <a:p>
            <a:pPr>
              <a:buNone/>
            </a:pPr>
            <a:r>
              <a:rPr lang="en-US" sz="2800" b="0" dirty="0">
                <a:solidFill>
                  <a:srgbClr val="0CA1A6"/>
                </a:solidFill>
                <a:effectLst/>
                <a:latin typeface="Consolas" panose="020B0609020204030204" pitchFamily="49" charset="0"/>
              </a:rPr>
              <a:t>void</a:t>
            </a:r>
            <a:r>
              <a:rPr lang="en-US" sz="2800" b="0" dirty="0">
                <a:solidFill>
                  <a:srgbClr val="DAE3E3"/>
                </a:solidFill>
                <a:effectLst/>
                <a:latin typeface="Consolas" panose="020B0609020204030204" pitchFamily="49" charset="0"/>
              </a:rPr>
              <a:t> </a:t>
            </a:r>
            <a:r>
              <a:rPr lang="en-US" sz="2800" b="0" dirty="0" err="1">
                <a:solidFill>
                  <a:srgbClr val="F39C12"/>
                </a:solidFill>
                <a:effectLst/>
                <a:latin typeface="Consolas" panose="020B0609020204030204" pitchFamily="49" charset="0"/>
              </a:rPr>
              <a:t>catch_ball</a:t>
            </a:r>
            <a:r>
              <a:rPr lang="en-US" sz="2800" b="0" dirty="0">
                <a:solidFill>
                  <a:srgbClr val="DAE3E3"/>
                </a:solidFill>
                <a:effectLst/>
                <a:latin typeface="Consolas" panose="020B0609020204030204" pitchFamily="49" charset="0"/>
              </a:rPr>
              <a:t>() {</a:t>
            </a:r>
          </a:p>
          <a:p>
            <a:pPr>
              <a:buNone/>
            </a:pPr>
            <a:r>
              <a:rPr lang="en-US" sz="2800" b="0" dirty="0">
                <a:solidFill>
                  <a:srgbClr val="DAE3E3"/>
                </a:solidFill>
                <a:effectLst/>
                <a:latin typeface="Consolas" panose="020B0609020204030204" pitchFamily="49" charset="0"/>
              </a:rPr>
              <a:t>  </a:t>
            </a:r>
            <a:r>
              <a:rPr lang="en-US" sz="2800" b="0" dirty="0" err="1">
                <a:solidFill>
                  <a:srgbClr val="DAE3E3"/>
                </a:solidFill>
                <a:effectLst/>
                <a:latin typeface="Consolas" panose="020B0609020204030204" pitchFamily="49" charset="0"/>
              </a:rPr>
              <a:t>gyro_reverse</a:t>
            </a:r>
            <a:r>
              <a:rPr lang="en-US" sz="2800" b="0" dirty="0">
                <a:solidFill>
                  <a:srgbClr val="DAE3E3"/>
                </a:solidFill>
                <a:effectLst/>
                <a:latin typeface="Consolas" panose="020B0609020204030204" pitchFamily="49" charset="0"/>
              </a:rPr>
              <a:t> = </a:t>
            </a:r>
            <a:r>
              <a:rPr lang="en-US" sz="2800" b="0" dirty="0">
                <a:solidFill>
                  <a:srgbClr val="7FCBCD"/>
                </a:solidFill>
                <a:effectLst/>
                <a:latin typeface="Consolas" panose="020B0609020204030204" pitchFamily="49" charset="0"/>
              </a:rPr>
              <a:t>false</a:t>
            </a:r>
            <a:r>
              <a:rPr lang="en-US" sz="2800" b="0" dirty="0">
                <a:solidFill>
                  <a:srgbClr val="DAE3E3"/>
                </a:solidFill>
                <a:effectLst/>
                <a:latin typeface="Consolas" panose="020B0609020204030204" pitchFamily="49" charset="0"/>
              </a:rPr>
              <a:t>;</a:t>
            </a:r>
          </a:p>
          <a:p>
            <a:pPr>
              <a:buNone/>
            </a:pPr>
            <a:r>
              <a:rPr lang="en-US" sz="2800" b="0" dirty="0">
                <a:solidFill>
                  <a:srgbClr val="DAE3E3"/>
                </a:solidFill>
                <a:effectLst/>
                <a:latin typeface="Consolas" panose="020B0609020204030204" pitchFamily="49" charset="0"/>
              </a:rPr>
              <a:t>  </a:t>
            </a:r>
            <a:r>
              <a:rPr lang="en-US" sz="2800" b="0" dirty="0" err="1">
                <a:solidFill>
                  <a:srgbClr val="DAE3E3"/>
                </a:solidFill>
                <a:effectLst/>
                <a:latin typeface="Consolas" panose="020B0609020204030204" pitchFamily="49" charset="0"/>
              </a:rPr>
              <a:t>use_gyro</a:t>
            </a:r>
            <a:r>
              <a:rPr lang="en-US" sz="2800" b="0" dirty="0">
                <a:solidFill>
                  <a:srgbClr val="DAE3E3"/>
                </a:solidFill>
                <a:effectLst/>
                <a:latin typeface="Consolas" panose="020B0609020204030204" pitchFamily="49" charset="0"/>
              </a:rPr>
              <a:t> = </a:t>
            </a:r>
            <a:r>
              <a:rPr lang="en-US" sz="2800" b="0" dirty="0">
                <a:solidFill>
                  <a:srgbClr val="7FCBCD"/>
                </a:solidFill>
                <a:effectLst/>
                <a:latin typeface="Consolas" panose="020B0609020204030204" pitchFamily="49" charset="0"/>
              </a:rPr>
              <a:t>true</a:t>
            </a:r>
            <a:r>
              <a:rPr lang="en-US" sz="2800" b="0" dirty="0">
                <a:solidFill>
                  <a:srgbClr val="DAE3E3"/>
                </a:solidFill>
                <a:effectLst/>
                <a:latin typeface="Consolas" panose="020B0609020204030204" pitchFamily="49" charset="0"/>
              </a:rPr>
              <a:t>;</a:t>
            </a:r>
          </a:p>
          <a:p>
            <a:pPr>
              <a:buNone/>
            </a:pPr>
            <a:r>
              <a:rPr lang="en-US" sz="2800" b="0" dirty="0">
                <a:solidFill>
                  <a:srgbClr val="DAE3E3"/>
                </a:solidFill>
                <a:effectLst/>
                <a:latin typeface="Consolas" panose="020B0609020204030204" pitchFamily="49" charset="0"/>
              </a:rPr>
              <a:t>  </a:t>
            </a:r>
            <a:r>
              <a:rPr lang="en-US" sz="2800" b="0" dirty="0">
                <a:solidFill>
                  <a:srgbClr val="0CA1A6"/>
                </a:solidFill>
                <a:effectLst/>
                <a:latin typeface="Consolas" panose="020B0609020204030204" pitchFamily="49" charset="0"/>
              </a:rPr>
              <a:t>float</a:t>
            </a:r>
            <a:r>
              <a:rPr lang="en-US" sz="2800" b="0" dirty="0">
                <a:solidFill>
                  <a:srgbClr val="DAE3E3"/>
                </a:solidFill>
                <a:effectLst/>
                <a:latin typeface="Consolas" panose="020B0609020204030204" pitchFamily="49" charset="0"/>
              </a:rPr>
              <a:t> shift = </a:t>
            </a:r>
            <a:r>
              <a:rPr lang="en-US" sz="2800" b="0" dirty="0">
                <a:solidFill>
                  <a:srgbClr val="F39C12"/>
                </a:solidFill>
                <a:effectLst/>
                <a:latin typeface="Consolas" panose="020B0609020204030204" pitchFamily="49" charset="0"/>
              </a:rPr>
              <a:t>clamp</a:t>
            </a:r>
            <a:r>
              <a:rPr lang="en-US" sz="2800" b="0" dirty="0">
                <a:solidFill>
                  <a:srgbClr val="DAE3E3"/>
                </a:solidFill>
                <a:effectLst/>
                <a:latin typeface="Consolas" panose="020B0609020204030204" pitchFamily="49" charset="0"/>
              </a:rPr>
              <a:t>(</a:t>
            </a:r>
            <a:r>
              <a:rPr lang="en-US" sz="2800" b="0" dirty="0" err="1">
                <a:solidFill>
                  <a:srgbClr val="DAE3E3"/>
                </a:solidFill>
                <a:effectLst/>
                <a:latin typeface="Consolas" panose="020B0609020204030204" pitchFamily="49" charset="0"/>
              </a:rPr>
              <a:t>ball_angle</a:t>
            </a:r>
            <a:r>
              <a:rPr lang="en-US" sz="2800" b="0" dirty="0">
                <a:solidFill>
                  <a:srgbClr val="DAE3E3"/>
                </a:solidFill>
                <a:effectLst/>
                <a:latin typeface="Consolas" panose="020B0609020204030204" pitchFamily="49" charset="0"/>
              </a:rPr>
              <a:t> * </a:t>
            </a:r>
            <a:r>
              <a:rPr lang="en-US" sz="2800" b="0" dirty="0">
                <a:solidFill>
                  <a:srgbClr val="7FCBCD"/>
                </a:solidFill>
                <a:effectLst/>
                <a:latin typeface="Consolas" panose="020B0609020204030204" pitchFamily="49" charset="0"/>
              </a:rPr>
              <a:t>1.5</a:t>
            </a:r>
            <a:r>
              <a:rPr lang="en-US" sz="2800" b="0" dirty="0">
                <a:solidFill>
                  <a:srgbClr val="DAE3E3"/>
                </a:solidFill>
                <a:effectLst/>
                <a:latin typeface="Consolas" panose="020B0609020204030204" pitchFamily="49" charset="0"/>
              </a:rPr>
              <a:t>, -</a:t>
            </a:r>
            <a:r>
              <a:rPr lang="en-US" sz="2800" b="0" dirty="0">
                <a:solidFill>
                  <a:srgbClr val="7FCBCD"/>
                </a:solidFill>
                <a:effectLst/>
                <a:latin typeface="Consolas" panose="020B0609020204030204" pitchFamily="49" charset="0"/>
              </a:rPr>
              <a:t>60</a:t>
            </a:r>
            <a:r>
              <a:rPr lang="en-US" sz="2800" b="0" dirty="0">
                <a:solidFill>
                  <a:srgbClr val="DAE3E3"/>
                </a:solidFill>
                <a:effectLst/>
                <a:latin typeface="Consolas" panose="020B0609020204030204" pitchFamily="49" charset="0"/>
              </a:rPr>
              <a:t>, </a:t>
            </a:r>
            <a:r>
              <a:rPr lang="en-US" sz="2800" b="0" dirty="0">
                <a:solidFill>
                  <a:srgbClr val="7FCBCD"/>
                </a:solidFill>
                <a:effectLst/>
                <a:latin typeface="Consolas" panose="020B0609020204030204" pitchFamily="49" charset="0"/>
              </a:rPr>
              <a:t>60</a:t>
            </a:r>
            <a:r>
              <a:rPr lang="en-US" sz="2800" b="0" dirty="0">
                <a:solidFill>
                  <a:srgbClr val="DAE3E3"/>
                </a:solidFill>
                <a:effectLst/>
                <a:latin typeface="Consolas" panose="020B0609020204030204" pitchFamily="49" charset="0"/>
              </a:rPr>
              <a:t>);</a:t>
            </a:r>
          </a:p>
          <a:p>
            <a:pPr>
              <a:buNone/>
            </a:pPr>
            <a:r>
              <a:rPr lang="en-US" sz="2800" b="0" dirty="0">
                <a:solidFill>
                  <a:srgbClr val="DAE3E3"/>
                </a:solidFill>
                <a:effectLst/>
                <a:latin typeface="Consolas" panose="020B0609020204030204" pitchFamily="49" charset="0"/>
              </a:rPr>
              <a:t>  </a:t>
            </a:r>
            <a:r>
              <a:rPr lang="en-US" sz="2800" b="0" dirty="0">
                <a:solidFill>
                  <a:srgbClr val="F39C12"/>
                </a:solidFill>
                <a:effectLst/>
                <a:latin typeface="Consolas" panose="020B0609020204030204" pitchFamily="49" charset="0"/>
              </a:rPr>
              <a:t>move</a:t>
            </a:r>
            <a:r>
              <a:rPr lang="en-US" sz="2800" b="0" dirty="0">
                <a:solidFill>
                  <a:srgbClr val="DAE3E3"/>
                </a:solidFill>
                <a:effectLst/>
                <a:latin typeface="Consolas" panose="020B0609020204030204" pitchFamily="49" charset="0"/>
              </a:rPr>
              <a:t>(</a:t>
            </a:r>
            <a:r>
              <a:rPr lang="en-US" sz="2800" b="0" dirty="0" err="1">
                <a:solidFill>
                  <a:srgbClr val="DAE3E3"/>
                </a:solidFill>
                <a:effectLst/>
                <a:latin typeface="Consolas" panose="020B0609020204030204" pitchFamily="49" charset="0"/>
              </a:rPr>
              <a:t>ball_angle</a:t>
            </a:r>
            <a:r>
              <a:rPr lang="en-US" sz="2800" b="0" dirty="0">
                <a:solidFill>
                  <a:srgbClr val="DAE3E3"/>
                </a:solidFill>
                <a:effectLst/>
                <a:latin typeface="Consolas" panose="020B0609020204030204" pitchFamily="49" charset="0"/>
              </a:rPr>
              <a:t> + shift, MID_SPEED);</a:t>
            </a:r>
          </a:p>
          <a:p>
            <a:pPr>
              <a:buNone/>
            </a:pPr>
            <a:r>
              <a:rPr lang="en-US" sz="2800" b="0" dirty="0">
                <a:solidFill>
                  <a:srgbClr val="DAE3E3"/>
                </a:solidFill>
                <a:effectLst/>
                <a:latin typeface="Consolas" panose="020B0609020204030204" pitchFamily="49" charset="0"/>
              </a:rPr>
              <a:t>}</a:t>
            </a:r>
          </a:p>
        </p:txBody>
      </p:sp>
    </p:spTree>
    <p:extLst>
      <p:ext uri="{BB962C8B-B14F-4D97-AF65-F5344CB8AC3E}">
        <p14:creationId xmlns:p14="http://schemas.microsoft.com/office/powerpoint/2010/main" val="6248937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0A06BE-A6D9-FE85-4ED6-60D60BC802D4}"/>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B6AA6FE2-FE50-C50C-7A56-4BDE7E1DA1C6}"/>
              </a:ext>
            </a:extLst>
          </p:cNvPr>
          <p:cNvSpPr txBox="1"/>
          <p:nvPr/>
        </p:nvSpPr>
        <p:spPr>
          <a:xfrm>
            <a:off x="4749800" y="2984647"/>
            <a:ext cx="6921500" cy="3381695"/>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تابع </a:t>
            </a:r>
            <a:r>
              <a:rPr lang="en-US" dirty="0">
                <a:latin typeface="IRANSans" panose="02040503050201020203" pitchFamily="18" charset="-78"/>
                <a:cs typeface="IRANSans" panose="02040503050201020203" pitchFamily="18" charset="-78"/>
              </a:rPr>
              <a:t>goal</a:t>
            </a:r>
            <a:r>
              <a:rPr lang="fa-IR" dirty="0">
                <a:latin typeface="IRANSans" panose="02040503050201020203" pitchFamily="18" charset="-78"/>
                <a:cs typeface="IRANSans" panose="02040503050201020203" pitchFamily="18" charset="-78"/>
              </a:rPr>
              <a:t> </a:t>
            </a:r>
          </a:p>
          <a:p>
            <a:pPr algn="just" rtl="1">
              <a:lnSpc>
                <a:spcPct val="150000"/>
              </a:lnSpc>
            </a:pPr>
            <a:r>
              <a:rPr lang="fa-IR" dirty="0">
                <a:latin typeface="IRANSans" panose="02040503050201020203" pitchFamily="18" charset="-78"/>
                <a:cs typeface="IRANSans" panose="02040503050201020203" pitchFamily="18" charset="-78"/>
              </a:rPr>
              <a:t>این تابع دو بخش اصلی دارد. اگر </a:t>
            </a:r>
            <a:r>
              <a:rPr lang="en-US" dirty="0" err="1">
                <a:latin typeface="IRANSans" panose="02040503050201020203" pitchFamily="18" charset="-78"/>
                <a:cs typeface="IRANSans" panose="02040503050201020203" pitchFamily="18" charset="-78"/>
              </a:rPr>
              <a:t>already_shooted</a:t>
            </a:r>
            <a:r>
              <a:rPr lang="fa-IR" dirty="0">
                <a:latin typeface="IRANSans" panose="02040503050201020203" pitchFamily="18" charset="-78"/>
                <a:cs typeface="IRANSans" panose="02040503050201020203" pitchFamily="18" charset="-78"/>
              </a:rPr>
              <a:t> برابر </a:t>
            </a:r>
            <a:r>
              <a:rPr lang="en-US" dirty="0">
                <a:latin typeface="IRANSans" panose="02040503050201020203" pitchFamily="18" charset="-78"/>
                <a:cs typeface="IRANSans" panose="02040503050201020203" pitchFamily="18" charset="-78"/>
              </a:rPr>
              <a:t>true</a:t>
            </a:r>
            <a:r>
              <a:rPr lang="fa-IR" dirty="0">
                <a:latin typeface="IRANSans" panose="02040503050201020203" pitchFamily="18" charset="-78"/>
                <a:cs typeface="IRANSans" panose="02040503050201020203" pitchFamily="18" charset="-78"/>
              </a:rPr>
              <a:t> باشد یعنی قبلا شوت زده شده و حالا ربات باید بچرخد و به عقب حرکت کند تا به دروازه حریف برسد. مقدار 80 که برای </a:t>
            </a:r>
            <a:r>
              <a:rPr lang="en-US" dirty="0" err="1">
                <a:latin typeface="IRANSans" panose="02040503050201020203" pitchFamily="18" charset="-78"/>
                <a:cs typeface="IRANSans" panose="02040503050201020203" pitchFamily="18" charset="-78"/>
              </a:rPr>
              <a:t>goal_time_out</a:t>
            </a:r>
            <a:r>
              <a:rPr lang="fa-IR" dirty="0">
                <a:latin typeface="IRANSans" panose="02040503050201020203" pitchFamily="18" charset="-78"/>
                <a:cs typeface="IRANSans" panose="02040503050201020203" pitchFamily="18" charset="-78"/>
              </a:rPr>
              <a:t> تنظیم شده مدت زمانی  است که ربات صبر میکند تا خازن شوت آن شارژ شده و سپس شوت بزند.</a:t>
            </a:r>
          </a:p>
          <a:p>
            <a:pPr algn="just" rtl="1">
              <a:lnSpc>
                <a:spcPct val="150000"/>
              </a:lnSpc>
            </a:pPr>
            <a:r>
              <a:rPr lang="fa-IR" dirty="0">
                <a:latin typeface="IRANSans" panose="02040503050201020203" pitchFamily="18" charset="-78"/>
                <a:cs typeface="IRANSans" panose="02040503050201020203" pitchFamily="18" charset="-78"/>
              </a:rPr>
              <a:t>اگرهم </a:t>
            </a:r>
            <a:r>
              <a:rPr lang="en-US" dirty="0" err="1">
                <a:latin typeface="IRANSans" panose="02040503050201020203" pitchFamily="18" charset="-78"/>
                <a:cs typeface="IRANSans" panose="02040503050201020203" pitchFamily="18" charset="-78"/>
              </a:rPr>
              <a:t>already_shooted</a:t>
            </a:r>
            <a:r>
              <a:rPr lang="fa-IR" dirty="0">
                <a:latin typeface="IRANSans" panose="02040503050201020203" pitchFamily="18" charset="-78"/>
                <a:cs typeface="IRANSans" panose="02040503050201020203" pitchFamily="18" charset="-78"/>
              </a:rPr>
              <a:t> برابر </a:t>
            </a:r>
            <a:r>
              <a:rPr lang="en-US" dirty="0">
                <a:latin typeface="IRANSans" panose="02040503050201020203" pitchFamily="18" charset="-78"/>
                <a:cs typeface="IRANSans" panose="02040503050201020203" pitchFamily="18" charset="-78"/>
              </a:rPr>
              <a:t>false</a:t>
            </a:r>
            <a:r>
              <a:rPr lang="fa-IR" dirty="0">
                <a:latin typeface="IRANSans" panose="02040503050201020203" pitchFamily="18" charset="-78"/>
                <a:cs typeface="IRANSans" panose="02040503050201020203" pitchFamily="18" charset="-78"/>
              </a:rPr>
              <a:t> باشد یک بار شوت میزند و آن را </a:t>
            </a:r>
            <a:r>
              <a:rPr lang="en-US" dirty="0">
                <a:latin typeface="IRANSans" panose="02040503050201020203" pitchFamily="18" charset="-78"/>
                <a:cs typeface="IRANSans" panose="02040503050201020203" pitchFamily="18" charset="-78"/>
              </a:rPr>
              <a:t>true</a:t>
            </a:r>
            <a:r>
              <a:rPr lang="fa-IR" dirty="0">
                <a:latin typeface="IRANSans" panose="02040503050201020203" pitchFamily="18" charset="-78"/>
                <a:cs typeface="IRANSans" panose="02040503050201020203" pitchFamily="18" charset="-78"/>
              </a:rPr>
              <a:t> میکند تا در ادامه در صورت خارج نشدن توپ ربات بچرخد.</a:t>
            </a:r>
          </a:p>
          <a:p>
            <a:pPr algn="just" rtl="1">
              <a:lnSpc>
                <a:spcPct val="150000"/>
              </a:lnSpc>
            </a:pPr>
            <a:endParaRPr lang="en-US" dirty="0">
              <a:latin typeface="IRANSans" panose="02040503050201020203" pitchFamily="18" charset="-78"/>
              <a:cs typeface="IRANSans" panose="02040503050201020203" pitchFamily="18" charset="-78"/>
            </a:endParaRPr>
          </a:p>
        </p:txBody>
      </p:sp>
      <p:sp>
        <p:nvSpPr>
          <p:cNvPr id="5" name="TextBox 4">
            <a:extLst>
              <a:ext uri="{FF2B5EF4-FFF2-40B4-BE49-F238E27FC236}">
                <a16:creationId xmlns:a16="http://schemas.microsoft.com/office/drawing/2014/main" id="{A84802A0-9A9C-61B7-611A-B1AAB0762192}"/>
              </a:ext>
            </a:extLst>
          </p:cNvPr>
          <p:cNvSpPr txBox="1"/>
          <p:nvPr/>
        </p:nvSpPr>
        <p:spPr>
          <a:xfrm>
            <a:off x="520700" y="248642"/>
            <a:ext cx="10782300" cy="6001643"/>
          </a:xfrm>
          <a:prstGeom prst="rect">
            <a:avLst/>
          </a:prstGeom>
          <a:noFill/>
        </p:spPr>
        <p:txBody>
          <a:bodyPr wrap="square">
            <a:spAutoFit/>
          </a:bodyPr>
          <a:lstStyle/>
          <a:p>
            <a:pPr>
              <a:buNone/>
            </a:pPr>
            <a:r>
              <a:rPr lang="en-US" sz="1600" b="0" dirty="0">
                <a:solidFill>
                  <a:srgbClr val="0CA1A6"/>
                </a:solidFill>
                <a:effectLst/>
                <a:latin typeface="Consolas" panose="020B0609020204030204" pitchFamily="49" charset="0"/>
              </a:rPr>
              <a:t>int</a:t>
            </a:r>
            <a:r>
              <a:rPr lang="en-US" sz="1600" b="0" dirty="0">
                <a:solidFill>
                  <a:srgbClr val="DAE3E3"/>
                </a:solidFill>
                <a:effectLst/>
                <a:latin typeface="Consolas" panose="020B0609020204030204" pitchFamily="49" charset="0"/>
              </a:rPr>
              <a:t> </a:t>
            </a:r>
            <a:r>
              <a:rPr lang="en-US" sz="1600" b="0" dirty="0" err="1">
                <a:solidFill>
                  <a:srgbClr val="DAE3E3"/>
                </a:solidFill>
                <a:effectLst/>
                <a:latin typeface="Consolas" panose="020B0609020204030204" pitchFamily="49" charset="0"/>
              </a:rPr>
              <a:t>goal_time_out</a:t>
            </a:r>
            <a:r>
              <a:rPr lang="en-US" sz="1600" b="0" dirty="0">
                <a:solidFill>
                  <a:srgbClr val="DAE3E3"/>
                </a:solidFill>
                <a:effectLst/>
                <a:latin typeface="Consolas" panose="020B0609020204030204" pitchFamily="49" charset="0"/>
              </a:rPr>
              <a:t> = </a:t>
            </a:r>
            <a:r>
              <a:rPr lang="en-US" sz="1600" b="0" dirty="0">
                <a:solidFill>
                  <a:srgbClr val="7FCBCD"/>
                </a:solidFill>
                <a:effectLst/>
                <a:latin typeface="Consolas" panose="020B0609020204030204" pitchFamily="49" charset="0"/>
              </a:rPr>
              <a:t>0</a:t>
            </a:r>
            <a:r>
              <a:rPr lang="en-US" sz="1600" b="0" dirty="0">
                <a:solidFill>
                  <a:srgbClr val="DAE3E3"/>
                </a:solidFill>
                <a:effectLst/>
                <a:latin typeface="Consolas" panose="020B0609020204030204" pitchFamily="49" charset="0"/>
              </a:rPr>
              <a:t>;</a:t>
            </a:r>
          </a:p>
          <a:p>
            <a:pPr>
              <a:buNone/>
            </a:pPr>
            <a:r>
              <a:rPr lang="en-US" sz="1600" b="0" dirty="0">
                <a:solidFill>
                  <a:srgbClr val="0CA1A6"/>
                </a:solidFill>
                <a:effectLst/>
                <a:latin typeface="Consolas" panose="020B0609020204030204" pitchFamily="49" charset="0"/>
              </a:rPr>
              <a:t>void</a:t>
            </a:r>
            <a:r>
              <a:rPr lang="en-US" sz="1600" b="0" dirty="0">
                <a:solidFill>
                  <a:srgbClr val="DAE3E3"/>
                </a:solidFill>
                <a:effectLst/>
                <a:latin typeface="Consolas" panose="020B0609020204030204" pitchFamily="49" charset="0"/>
              </a:rPr>
              <a:t> </a:t>
            </a:r>
            <a:r>
              <a:rPr lang="en-US" sz="1600" b="0" dirty="0">
                <a:solidFill>
                  <a:srgbClr val="F39C12"/>
                </a:solidFill>
                <a:effectLst/>
                <a:latin typeface="Consolas" panose="020B0609020204030204" pitchFamily="49" charset="0"/>
              </a:rPr>
              <a:t>goal</a:t>
            </a:r>
            <a:r>
              <a:rPr lang="en-US" sz="1600" b="0" dirty="0">
                <a:solidFill>
                  <a:srgbClr val="DAE3E3"/>
                </a:solidFill>
                <a:effectLst/>
                <a:latin typeface="Consolas" panose="020B0609020204030204" pitchFamily="49" charset="0"/>
              </a:rPr>
              <a:t>() {</a:t>
            </a:r>
          </a:p>
          <a:p>
            <a:pPr>
              <a:buNone/>
            </a:pPr>
            <a:r>
              <a:rPr lang="en-US" sz="1600" b="0" dirty="0">
                <a:solidFill>
                  <a:srgbClr val="DAE3E3"/>
                </a:solidFill>
                <a:effectLst/>
                <a:latin typeface="Consolas" panose="020B0609020204030204" pitchFamily="49" charset="0"/>
              </a:rPr>
              <a:t>  </a:t>
            </a:r>
            <a:r>
              <a:rPr lang="en-US" sz="1600" b="0" dirty="0">
                <a:solidFill>
                  <a:srgbClr val="C586C0"/>
                </a:solidFill>
                <a:effectLst/>
                <a:latin typeface="Consolas" panose="020B0609020204030204" pitchFamily="49" charset="0"/>
              </a:rPr>
              <a:t>if</a:t>
            </a:r>
            <a:r>
              <a:rPr lang="en-US" sz="1600" b="0" dirty="0">
                <a:solidFill>
                  <a:srgbClr val="DAE3E3"/>
                </a:solidFill>
                <a:effectLst/>
                <a:latin typeface="Consolas" panose="020B0609020204030204" pitchFamily="49" charset="0"/>
              </a:rPr>
              <a:t> (</a:t>
            </a:r>
            <a:r>
              <a:rPr lang="en-US" sz="1600" b="0" dirty="0" err="1">
                <a:solidFill>
                  <a:srgbClr val="DAE3E3"/>
                </a:solidFill>
                <a:effectLst/>
                <a:latin typeface="Consolas" panose="020B0609020204030204" pitchFamily="49" charset="0"/>
              </a:rPr>
              <a:t>already_shooted</a:t>
            </a:r>
            <a:r>
              <a:rPr lang="en-US" sz="1600" b="0" dirty="0">
                <a:solidFill>
                  <a:srgbClr val="DAE3E3"/>
                </a:solidFill>
                <a:effectLst/>
                <a:latin typeface="Consolas" panose="020B0609020204030204" pitchFamily="49" charset="0"/>
              </a:rPr>
              <a:t>) {</a:t>
            </a:r>
          </a:p>
          <a:p>
            <a:pPr>
              <a:buNone/>
            </a:pPr>
            <a:r>
              <a:rPr lang="en-US" sz="1600" b="0" dirty="0">
                <a:solidFill>
                  <a:srgbClr val="DAE3E3"/>
                </a:solidFill>
                <a:effectLst/>
                <a:latin typeface="Consolas" panose="020B0609020204030204" pitchFamily="49" charset="0"/>
              </a:rPr>
              <a:t>    </a:t>
            </a:r>
            <a:r>
              <a:rPr lang="en-US" sz="1600" b="0" dirty="0">
                <a:solidFill>
                  <a:srgbClr val="C586C0"/>
                </a:solidFill>
                <a:effectLst/>
                <a:latin typeface="Consolas" panose="020B0609020204030204" pitchFamily="49" charset="0"/>
              </a:rPr>
              <a:t>if</a:t>
            </a:r>
            <a:r>
              <a:rPr lang="en-US" sz="1600" b="0" dirty="0">
                <a:solidFill>
                  <a:srgbClr val="DAE3E3"/>
                </a:solidFill>
                <a:effectLst/>
                <a:latin typeface="Consolas" panose="020B0609020204030204" pitchFamily="49" charset="0"/>
              </a:rPr>
              <a:t> (</a:t>
            </a:r>
            <a:r>
              <a:rPr lang="en-US" sz="1600" b="0" dirty="0" err="1">
                <a:solidFill>
                  <a:srgbClr val="DAE3E3"/>
                </a:solidFill>
                <a:effectLst/>
                <a:latin typeface="Consolas" panose="020B0609020204030204" pitchFamily="49" charset="0"/>
              </a:rPr>
              <a:t>arrived_to_goal</a:t>
            </a:r>
            <a:r>
              <a:rPr lang="en-US" sz="1600" b="0" dirty="0">
                <a:solidFill>
                  <a:srgbClr val="DAE3E3"/>
                </a:solidFill>
                <a:effectLst/>
                <a:latin typeface="Consolas" panose="020B0609020204030204" pitchFamily="49" charset="0"/>
              </a:rPr>
              <a:t>) {</a:t>
            </a:r>
          </a:p>
          <a:p>
            <a:pPr>
              <a:buNone/>
            </a:pPr>
            <a:r>
              <a:rPr lang="en-US" sz="1600" b="0" dirty="0">
                <a:solidFill>
                  <a:srgbClr val="DAE3E3"/>
                </a:solidFill>
                <a:effectLst/>
                <a:latin typeface="Consolas" panose="020B0609020204030204" pitchFamily="49" charset="0"/>
              </a:rPr>
              <a:t>      </a:t>
            </a:r>
            <a:r>
              <a:rPr lang="en-US" sz="1600" b="0" dirty="0" err="1">
                <a:solidFill>
                  <a:srgbClr val="DAE3E3"/>
                </a:solidFill>
                <a:effectLst/>
                <a:latin typeface="Consolas" panose="020B0609020204030204" pitchFamily="49" charset="0"/>
              </a:rPr>
              <a:t>gyro_reverse</a:t>
            </a:r>
            <a:r>
              <a:rPr lang="en-US" sz="1600" b="0" dirty="0">
                <a:solidFill>
                  <a:srgbClr val="DAE3E3"/>
                </a:solidFill>
                <a:effectLst/>
                <a:latin typeface="Consolas" panose="020B0609020204030204" pitchFamily="49" charset="0"/>
              </a:rPr>
              <a:t> = </a:t>
            </a:r>
            <a:r>
              <a:rPr lang="en-US" sz="1600" b="0" dirty="0">
                <a:solidFill>
                  <a:srgbClr val="7FCBCD"/>
                </a:solidFill>
                <a:effectLst/>
                <a:latin typeface="Consolas" panose="020B0609020204030204" pitchFamily="49" charset="0"/>
              </a:rPr>
              <a:t>false</a:t>
            </a:r>
            <a:r>
              <a:rPr lang="en-US" sz="1600" b="0" dirty="0">
                <a:solidFill>
                  <a:srgbClr val="DAE3E3"/>
                </a:solidFill>
                <a:effectLst/>
                <a:latin typeface="Consolas" panose="020B0609020204030204" pitchFamily="49" charset="0"/>
              </a:rPr>
              <a:t>;</a:t>
            </a:r>
          </a:p>
          <a:p>
            <a:pPr>
              <a:buNone/>
            </a:pPr>
            <a:r>
              <a:rPr lang="en-US" sz="1600" b="0" dirty="0">
                <a:solidFill>
                  <a:srgbClr val="DAE3E3"/>
                </a:solidFill>
                <a:effectLst/>
                <a:latin typeface="Consolas" panose="020B0609020204030204" pitchFamily="49" charset="0"/>
              </a:rPr>
              <a:t>      </a:t>
            </a:r>
            <a:r>
              <a:rPr lang="en-US" sz="1600" b="0" dirty="0" err="1">
                <a:solidFill>
                  <a:srgbClr val="DAE3E3"/>
                </a:solidFill>
                <a:effectLst/>
                <a:latin typeface="Consolas" panose="020B0609020204030204" pitchFamily="49" charset="0"/>
              </a:rPr>
              <a:t>use_gyro</a:t>
            </a:r>
            <a:r>
              <a:rPr lang="en-US" sz="1600" b="0" dirty="0">
                <a:solidFill>
                  <a:srgbClr val="DAE3E3"/>
                </a:solidFill>
                <a:effectLst/>
                <a:latin typeface="Consolas" panose="020B0609020204030204" pitchFamily="49" charset="0"/>
              </a:rPr>
              <a:t> = </a:t>
            </a:r>
            <a:r>
              <a:rPr lang="en-US" sz="1600" b="0" dirty="0">
                <a:solidFill>
                  <a:srgbClr val="7FCBCD"/>
                </a:solidFill>
                <a:effectLst/>
                <a:latin typeface="Consolas" panose="020B0609020204030204" pitchFamily="49" charset="0"/>
              </a:rPr>
              <a:t>true</a:t>
            </a:r>
            <a:r>
              <a:rPr lang="en-US" sz="1600" b="0" dirty="0">
                <a:solidFill>
                  <a:srgbClr val="DAE3E3"/>
                </a:solidFill>
                <a:effectLst/>
                <a:latin typeface="Consolas" panose="020B0609020204030204" pitchFamily="49" charset="0"/>
              </a:rPr>
              <a:t>;</a:t>
            </a:r>
          </a:p>
          <a:p>
            <a:pPr>
              <a:buNone/>
            </a:pPr>
            <a:r>
              <a:rPr lang="en-US" sz="1600" b="0" dirty="0">
                <a:solidFill>
                  <a:srgbClr val="DAE3E3"/>
                </a:solidFill>
                <a:effectLst/>
                <a:latin typeface="Consolas" panose="020B0609020204030204" pitchFamily="49" charset="0"/>
              </a:rPr>
              <a:t>      </a:t>
            </a:r>
            <a:r>
              <a:rPr lang="en-US" sz="1600" b="0" dirty="0">
                <a:solidFill>
                  <a:srgbClr val="F39C12"/>
                </a:solidFill>
                <a:effectLst/>
                <a:latin typeface="Consolas" panose="020B0609020204030204" pitchFamily="49" charset="0"/>
              </a:rPr>
              <a:t>move</a:t>
            </a:r>
            <a:r>
              <a:rPr lang="en-US" sz="1600" b="0" dirty="0">
                <a:solidFill>
                  <a:srgbClr val="DAE3E3"/>
                </a:solidFill>
                <a:effectLst/>
                <a:latin typeface="Consolas" panose="020B0609020204030204" pitchFamily="49" charset="0"/>
              </a:rPr>
              <a:t>(</a:t>
            </a:r>
            <a:r>
              <a:rPr lang="en-US" sz="1600" b="0" dirty="0">
                <a:solidFill>
                  <a:srgbClr val="7FCBCD"/>
                </a:solidFill>
                <a:effectLst/>
                <a:latin typeface="Consolas" panose="020B0609020204030204" pitchFamily="49" charset="0"/>
              </a:rPr>
              <a:t>0</a:t>
            </a:r>
            <a:r>
              <a:rPr lang="en-US" sz="1600" b="0" dirty="0">
                <a:solidFill>
                  <a:srgbClr val="DAE3E3"/>
                </a:solidFill>
                <a:effectLst/>
                <a:latin typeface="Consolas" panose="020B0609020204030204" pitchFamily="49" charset="0"/>
              </a:rPr>
              <a:t>, VERYLOW_SPEED);</a:t>
            </a:r>
          </a:p>
          <a:p>
            <a:pPr>
              <a:buNone/>
            </a:pPr>
            <a:r>
              <a:rPr lang="en-US" sz="1600" b="0" dirty="0">
                <a:solidFill>
                  <a:srgbClr val="DAE3E3"/>
                </a:solidFill>
                <a:effectLst/>
                <a:latin typeface="Consolas" panose="020B0609020204030204" pitchFamily="49" charset="0"/>
              </a:rPr>
              <a:t>      </a:t>
            </a:r>
            <a:r>
              <a:rPr lang="en-US" sz="1600" b="0" dirty="0">
                <a:solidFill>
                  <a:srgbClr val="C586C0"/>
                </a:solidFill>
                <a:effectLst/>
                <a:latin typeface="Consolas" panose="020B0609020204030204" pitchFamily="49" charset="0"/>
              </a:rPr>
              <a:t>if</a:t>
            </a:r>
            <a:r>
              <a:rPr lang="en-US" sz="1600" b="0" dirty="0">
                <a:solidFill>
                  <a:srgbClr val="DAE3E3"/>
                </a:solidFill>
                <a:effectLst/>
                <a:latin typeface="Consolas" panose="020B0609020204030204" pitchFamily="49" charset="0"/>
              </a:rPr>
              <a:t> (</a:t>
            </a:r>
            <a:r>
              <a:rPr lang="en-US" sz="1600" b="0" dirty="0" err="1">
                <a:solidFill>
                  <a:srgbClr val="DAE3E3"/>
                </a:solidFill>
                <a:effectLst/>
                <a:latin typeface="Consolas" panose="020B0609020204030204" pitchFamily="49" charset="0"/>
              </a:rPr>
              <a:t>robot_angle</a:t>
            </a:r>
            <a:r>
              <a:rPr lang="en-US" sz="1600" b="0" dirty="0">
                <a:solidFill>
                  <a:srgbClr val="DAE3E3"/>
                </a:solidFill>
                <a:effectLst/>
                <a:latin typeface="Consolas" panose="020B0609020204030204" pitchFamily="49" charset="0"/>
              </a:rPr>
              <a:t> &gt; -</a:t>
            </a:r>
            <a:r>
              <a:rPr lang="en-US" sz="1600" b="0" dirty="0">
                <a:solidFill>
                  <a:srgbClr val="7FCBCD"/>
                </a:solidFill>
                <a:effectLst/>
                <a:latin typeface="Consolas" panose="020B0609020204030204" pitchFamily="49" charset="0"/>
              </a:rPr>
              <a:t>20</a:t>
            </a:r>
            <a:r>
              <a:rPr lang="en-US" sz="1600" b="0" dirty="0">
                <a:solidFill>
                  <a:srgbClr val="DAE3E3"/>
                </a:solidFill>
                <a:effectLst/>
                <a:latin typeface="Consolas" panose="020B0609020204030204" pitchFamily="49" charset="0"/>
              </a:rPr>
              <a:t> &amp;&amp; </a:t>
            </a:r>
            <a:r>
              <a:rPr lang="en-US" sz="1600" b="0" dirty="0" err="1">
                <a:solidFill>
                  <a:srgbClr val="DAE3E3"/>
                </a:solidFill>
                <a:effectLst/>
                <a:latin typeface="Consolas" panose="020B0609020204030204" pitchFamily="49" charset="0"/>
              </a:rPr>
              <a:t>robot_angle</a:t>
            </a:r>
            <a:r>
              <a:rPr lang="en-US" sz="1600" b="0" dirty="0">
                <a:solidFill>
                  <a:srgbClr val="DAE3E3"/>
                </a:solidFill>
                <a:effectLst/>
                <a:latin typeface="Consolas" panose="020B0609020204030204" pitchFamily="49" charset="0"/>
              </a:rPr>
              <a:t> &lt; </a:t>
            </a:r>
            <a:r>
              <a:rPr lang="en-US" sz="1600" b="0" dirty="0">
                <a:solidFill>
                  <a:srgbClr val="7FCBCD"/>
                </a:solidFill>
                <a:effectLst/>
                <a:latin typeface="Consolas" panose="020B0609020204030204" pitchFamily="49" charset="0"/>
              </a:rPr>
              <a:t>20</a:t>
            </a:r>
            <a:r>
              <a:rPr lang="en-US" sz="1600" b="0" dirty="0">
                <a:solidFill>
                  <a:srgbClr val="DAE3E3"/>
                </a:solidFill>
                <a:effectLst/>
                <a:latin typeface="Consolas" panose="020B0609020204030204" pitchFamily="49" charset="0"/>
              </a:rPr>
              <a:t> &amp;&amp; </a:t>
            </a:r>
            <a:r>
              <a:rPr lang="en-US" sz="1600" b="0" dirty="0" err="1">
                <a:solidFill>
                  <a:srgbClr val="DAE3E3"/>
                </a:solidFill>
                <a:effectLst/>
                <a:latin typeface="Consolas" panose="020B0609020204030204" pitchFamily="49" charset="0"/>
              </a:rPr>
              <a:t>goal_time_out</a:t>
            </a:r>
            <a:r>
              <a:rPr lang="en-US" sz="1600" b="0" dirty="0">
                <a:solidFill>
                  <a:srgbClr val="DAE3E3"/>
                </a:solidFill>
                <a:effectLst/>
                <a:latin typeface="Consolas" panose="020B0609020204030204" pitchFamily="49" charset="0"/>
              </a:rPr>
              <a:t> &gt; </a:t>
            </a:r>
            <a:r>
              <a:rPr lang="en-US" sz="1600" b="0" dirty="0">
                <a:solidFill>
                  <a:srgbClr val="7FCBCD"/>
                </a:solidFill>
                <a:effectLst/>
                <a:latin typeface="Consolas" panose="020B0609020204030204" pitchFamily="49" charset="0"/>
              </a:rPr>
              <a:t>80</a:t>
            </a:r>
            <a:r>
              <a:rPr lang="en-US" sz="1600" b="0" dirty="0">
                <a:solidFill>
                  <a:srgbClr val="DAE3E3"/>
                </a:solidFill>
                <a:effectLst/>
                <a:latin typeface="Consolas" panose="020B0609020204030204" pitchFamily="49" charset="0"/>
              </a:rPr>
              <a:t>) </a:t>
            </a:r>
            <a:r>
              <a:rPr lang="en-US" sz="1600" b="0" dirty="0" err="1">
                <a:solidFill>
                  <a:srgbClr val="DAE3E3"/>
                </a:solidFill>
                <a:effectLst/>
                <a:latin typeface="Consolas" panose="020B0609020204030204" pitchFamily="49" charset="0"/>
              </a:rPr>
              <a:t>already_shooted</a:t>
            </a:r>
            <a:r>
              <a:rPr lang="en-US" sz="1600" b="0" dirty="0">
                <a:solidFill>
                  <a:srgbClr val="DAE3E3"/>
                </a:solidFill>
                <a:effectLst/>
                <a:latin typeface="Consolas" panose="020B0609020204030204" pitchFamily="49" charset="0"/>
              </a:rPr>
              <a:t> = </a:t>
            </a:r>
            <a:r>
              <a:rPr lang="en-US" sz="1600" b="0" dirty="0">
                <a:solidFill>
                  <a:srgbClr val="7FCBCD"/>
                </a:solidFill>
                <a:effectLst/>
                <a:latin typeface="Consolas" panose="020B0609020204030204" pitchFamily="49" charset="0"/>
              </a:rPr>
              <a:t>false</a:t>
            </a:r>
            <a:r>
              <a:rPr lang="en-US" sz="1600" b="0" dirty="0">
                <a:solidFill>
                  <a:srgbClr val="DAE3E3"/>
                </a:solidFill>
                <a:effectLst/>
                <a:latin typeface="Consolas" panose="020B0609020204030204" pitchFamily="49" charset="0"/>
              </a:rPr>
              <a:t>;</a:t>
            </a:r>
          </a:p>
          <a:p>
            <a:pPr>
              <a:buNone/>
            </a:pPr>
            <a:r>
              <a:rPr lang="en-US" sz="1600" b="0" dirty="0">
                <a:solidFill>
                  <a:srgbClr val="DAE3E3"/>
                </a:solidFill>
                <a:effectLst/>
                <a:latin typeface="Consolas" panose="020B0609020204030204" pitchFamily="49" charset="0"/>
              </a:rPr>
              <a:t>      </a:t>
            </a:r>
            <a:r>
              <a:rPr lang="en-US" sz="1600" b="0" dirty="0" err="1">
                <a:solidFill>
                  <a:srgbClr val="DAE3E3"/>
                </a:solidFill>
                <a:effectLst/>
                <a:latin typeface="Consolas" panose="020B0609020204030204" pitchFamily="49" charset="0"/>
              </a:rPr>
              <a:t>goal_time_out</a:t>
            </a:r>
            <a:r>
              <a:rPr lang="en-US" sz="1600" b="0" dirty="0">
                <a:solidFill>
                  <a:srgbClr val="DAE3E3"/>
                </a:solidFill>
                <a:effectLst/>
                <a:latin typeface="Consolas" panose="020B0609020204030204" pitchFamily="49" charset="0"/>
              </a:rPr>
              <a:t>++;</a:t>
            </a:r>
          </a:p>
          <a:p>
            <a:pPr>
              <a:buNone/>
            </a:pPr>
            <a:r>
              <a:rPr lang="en-US" sz="1600" b="0" dirty="0">
                <a:solidFill>
                  <a:srgbClr val="DAE3E3"/>
                </a:solidFill>
                <a:effectLst/>
                <a:latin typeface="Consolas" panose="020B0609020204030204" pitchFamily="49" charset="0"/>
              </a:rPr>
              <a:t>    } </a:t>
            </a:r>
            <a:r>
              <a:rPr lang="en-US" sz="1600" b="0" dirty="0">
                <a:solidFill>
                  <a:srgbClr val="C586C0"/>
                </a:solidFill>
                <a:effectLst/>
                <a:latin typeface="Consolas" panose="020B0609020204030204" pitchFamily="49" charset="0"/>
              </a:rPr>
              <a:t>else</a:t>
            </a:r>
            <a:r>
              <a:rPr lang="en-US" sz="1600" b="0" dirty="0">
                <a:solidFill>
                  <a:srgbClr val="DAE3E3"/>
                </a:solidFill>
                <a:effectLst/>
                <a:latin typeface="Consolas" panose="020B0609020204030204" pitchFamily="49" charset="0"/>
              </a:rPr>
              <a:t> {</a:t>
            </a:r>
          </a:p>
          <a:p>
            <a:pPr>
              <a:buNone/>
            </a:pPr>
            <a:r>
              <a:rPr lang="en-US" sz="1600" b="0" dirty="0">
                <a:solidFill>
                  <a:srgbClr val="DAE3E3"/>
                </a:solidFill>
                <a:effectLst/>
                <a:latin typeface="Consolas" panose="020B0609020204030204" pitchFamily="49" charset="0"/>
              </a:rPr>
              <a:t>      </a:t>
            </a:r>
            <a:r>
              <a:rPr lang="en-US" sz="1600" b="0" dirty="0" err="1">
                <a:solidFill>
                  <a:srgbClr val="DAE3E3"/>
                </a:solidFill>
                <a:effectLst/>
                <a:latin typeface="Consolas" panose="020B0609020204030204" pitchFamily="49" charset="0"/>
              </a:rPr>
              <a:t>gyro_reverse</a:t>
            </a:r>
            <a:r>
              <a:rPr lang="en-US" sz="1600" b="0" dirty="0">
                <a:solidFill>
                  <a:srgbClr val="DAE3E3"/>
                </a:solidFill>
                <a:effectLst/>
                <a:latin typeface="Consolas" panose="020B0609020204030204" pitchFamily="49" charset="0"/>
              </a:rPr>
              <a:t> = </a:t>
            </a:r>
            <a:r>
              <a:rPr lang="en-US" sz="1600" b="0" dirty="0">
                <a:solidFill>
                  <a:srgbClr val="7FCBCD"/>
                </a:solidFill>
                <a:effectLst/>
                <a:latin typeface="Consolas" panose="020B0609020204030204" pitchFamily="49" charset="0"/>
              </a:rPr>
              <a:t>true</a:t>
            </a:r>
            <a:r>
              <a:rPr lang="en-US" sz="1600" b="0" dirty="0">
                <a:solidFill>
                  <a:srgbClr val="DAE3E3"/>
                </a:solidFill>
                <a:effectLst/>
                <a:latin typeface="Consolas" panose="020B0609020204030204" pitchFamily="49" charset="0"/>
              </a:rPr>
              <a:t>;</a:t>
            </a:r>
          </a:p>
          <a:p>
            <a:pPr>
              <a:buNone/>
            </a:pPr>
            <a:r>
              <a:rPr lang="en-US" sz="1600" b="0" dirty="0">
                <a:solidFill>
                  <a:srgbClr val="DAE3E3"/>
                </a:solidFill>
                <a:effectLst/>
                <a:latin typeface="Consolas" panose="020B0609020204030204" pitchFamily="49" charset="0"/>
              </a:rPr>
              <a:t>      </a:t>
            </a:r>
            <a:r>
              <a:rPr lang="en-US" sz="1600" b="0" dirty="0" err="1">
                <a:solidFill>
                  <a:srgbClr val="DAE3E3"/>
                </a:solidFill>
                <a:effectLst/>
                <a:latin typeface="Consolas" panose="020B0609020204030204" pitchFamily="49" charset="0"/>
              </a:rPr>
              <a:t>use_gyro</a:t>
            </a:r>
            <a:r>
              <a:rPr lang="en-US" sz="1600" b="0" dirty="0">
                <a:solidFill>
                  <a:srgbClr val="DAE3E3"/>
                </a:solidFill>
                <a:effectLst/>
                <a:latin typeface="Consolas" panose="020B0609020204030204" pitchFamily="49" charset="0"/>
              </a:rPr>
              <a:t> = </a:t>
            </a:r>
            <a:r>
              <a:rPr lang="en-US" sz="1600" b="0" dirty="0">
                <a:solidFill>
                  <a:srgbClr val="7FCBCD"/>
                </a:solidFill>
                <a:effectLst/>
                <a:latin typeface="Consolas" panose="020B0609020204030204" pitchFamily="49" charset="0"/>
              </a:rPr>
              <a:t>true</a:t>
            </a:r>
            <a:r>
              <a:rPr lang="en-US" sz="1600" b="0" dirty="0">
                <a:solidFill>
                  <a:srgbClr val="DAE3E3"/>
                </a:solidFill>
                <a:effectLst/>
                <a:latin typeface="Consolas" panose="020B0609020204030204" pitchFamily="49" charset="0"/>
              </a:rPr>
              <a:t>;</a:t>
            </a:r>
          </a:p>
          <a:p>
            <a:pPr>
              <a:buNone/>
            </a:pPr>
            <a:r>
              <a:rPr lang="en-US" sz="1600" b="0" dirty="0">
                <a:solidFill>
                  <a:srgbClr val="DAE3E3"/>
                </a:solidFill>
                <a:effectLst/>
                <a:latin typeface="Consolas" panose="020B0609020204030204" pitchFamily="49" charset="0"/>
              </a:rPr>
              <a:t>      </a:t>
            </a:r>
            <a:r>
              <a:rPr lang="en-US" sz="1600" b="0" dirty="0">
                <a:solidFill>
                  <a:srgbClr val="F39C12"/>
                </a:solidFill>
                <a:effectLst/>
                <a:latin typeface="Consolas" panose="020B0609020204030204" pitchFamily="49" charset="0"/>
              </a:rPr>
              <a:t>move</a:t>
            </a:r>
            <a:r>
              <a:rPr lang="en-US" sz="1600" b="0" dirty="0">
                <a:solidFill>
                  <a:srgbClr val="DAE3E3"/>
                </a:solidFill>
                <a:effectLst/>
                <a:latin typeface="Consolas" panose="020B0609020204030204" pitchFamily="49" charset="0"/>
              </a:rPr>
              <a:t>(</a:t>
            </a:r>
            <a:r>
              <a:rPr lang="en-US" sz="1600" b="0" dirty="0">
                <a:solidFill>
                  <a:srgbClr val="7FCBCD"/>
                </a:solidFill>
                <a:effectLst/>
                <a:latin typeface="Consolas" panose="020B0609020204030204" pitchFamily="49" charset="0"/>
              </a:rPr>
              <a:t>180</a:t>
            </a:r>
            <a:r>
              <a:rPr lang="en-US" sz="1600" b="0" dirty="0">
                <a:solidFill>
                  <a:srgbClr val="DAE3E3"/>
                </a:solidFill>
                <a:effectLst/>
                <a:latin typeface="Consolas" panose="020B0609020204030204" pitchFamily="49" charset="0"/>
              </a:rPr>
              <a:t>, LOW_SPEED);</a:t>
            </a:r>
          </a:p>
          <a:p>
            <a:pPr>
              <a:buNone/>
            </a:pPr>
            <a:r>
              <a:rPr lang="en-US" sz="1600" b="0" dirty="0">
                <a:solidFill>
                  <a:srgbClr val="DAE3E3"/>
                </a:solidFill>
                <a:effectLst/>
                <a:latin typeface="Consolas" panose="020B0609020204030204" pitchFamily="49" charset="0"/>
              </a:rPr>
              <a:t>      </a:t>
            </a:r>
            <a:r>
              <a:rPr lang="en-US" sz="1600" b="0" dirty="0" err="1">
                <a:solidFill>
                  <a:srgbClr val="DAE3E3"/>
                </a:solidFill>
                <a:effectLst/>
                <a:latin typeface="Consolas" panose="020B0609020204030204" pitchFamily="49" charset="0"/>
              </a:rPr>
              <a:t>goal_time_out</a:t>
            </a:r>
            <a:r>
              <a:rPr lang="en-US" sz="1600" b="0" dirty="0">
                <a:solidFill>
                  <a:srgbClr val="DAE3E3"/>
                </a:solidFill>
                <a:effectLst/>
                <a:latin typeface="Consolas" panose="020B0609020204030204" pitchFamily="49" charset="0"/>
              </a:rPr>
              <a:t> = </a:t>
            </a:r>
            <a:r>
              <a:rPr lang="en-US" sz="1600" b="0" dirty="0">
                <a:solidFill>
                  <a:srgbClr val="7FCBCD"/>
                </a:solidFill>
                <a:effectLst/>
                <a:latin typeface="Consolas" panose="020B0609020204030204" pitchFamily="49" charset="0"/>
              </a:rPr>
              <a:t>0</a:t>
            </a:r>
            <a:r>
              <a:rPr lang="en-US" sz="1600" b="0" dirty="0">
                <a:solidFill>
                  <a:srgbClr val="DAE3E3"/>
                </a:solidFill>
                <a:effectLst/>
                <a:latin typeface="Consolas" panose="020B0609020204030204" pitchFamily="49" charset="0"/>
              </a:rPr>
              <a:t>;</a:t>
            </a:r>
          </a:p>
          <a:p>
            <a:pPr>
              <a:buNone/>
            </a:pPr>
            <a:r>
              <a:rPr lang="en-US" sz="1600" b="0" dirty="0">
                <a:solidFill>
                  <a:srgbClr val="DAE3E3"/>
                </a:solidFill>
                <a:effectLst/>
                <a:latin typeface="Consolas" panose="020B0609020204030204" pitchFamily="49" charset="0"/>
              </a:rPr>
              <a:t>    }</a:t>
            </a:r>
          </a:p>
          <a:p>
            <a:pPr>
              <a:buNone/>
            </a:pPr>
            <a:r>
              <a:rPr lang="en-US" sz="1600" b="0" dirty="0">
                <a:solidFill>
                  <a:srgbClr val="DAE3E3"/>
                </a:solidFill>
                <a:effectLst/>
                <a:latin typeface="Consolas" panose="020B0609020204030204" pitchFamily="49" charset="0"/>
              </a:rPr>
              <a:t>  } </a:t>
            </a:r>
            <a:r>
              <a:rPr lang="en-US" sz="1600" b="0" dirty="0">
                <a:solidFill>
                  <a:srgbClr val="C586C0"/>
                </a:solidFill>
                <a:effectLst/>
                <a:latin typeface="Consolas" panose="020B0609020204030204" pitchFamily="49" charset="0"/>
              </a:rPr>
              <a:t>else</a:t>
            </a:r>
            <a:r>
              <a:rPr lang="en-US" sz="1600" b="0" dirty="0">
                <a:solidFill>
                  <a:srgbClr val="DAE3E3"/>
                </a:solidFill>
                <a:effectLst/>
                <a:latin typeface="Consolas" panose="020B0609020204030204" pitchFamily="49" charset="0"/>
              </a:rPr>
              <a:t> {</a:t>
            </a:r>
          </a:p>
          <a:p>
            <a:pPr>
              <a:buNone/>
            </a:pPr>
            <a:r>
              <a:rPr lang="en-US" sz="1600" b="0" dirty="0">
                <a:solidFill>
                  <a:srgbClr val="DAE3E3"/>
                </a:solidFill>
                <a:effectLst/>
                <a:latin typeface="Consolas" panose="020B0609020204030204" pitchFamily="49" charset="0"/>
              </a:rPr>
              <a:t>    </a:t>
            </a:r>
            <a:r>
              <a:rPr lang="en-US" sz="1600" b="0" dirty="0" err="1">
                <a:solidFill>
                  <a:srgbClr val="DAE3E3"/>
                </a:solidFill>
                <a:effectLst/>
                <a:latin typeface="Consolas" panose="020B0609020204030204" pitchFamily="49" charset="0"/>
              </a:rPr>
              <a:t>gyro_reverse</a:t>
            </a:r>
            <a:r>
              <a:rPr lang="en-US" sz="1600" b="0" dirty="0">
                <a:solidFill>
                  <a:srgbClr val="DAE3E3"/>
                </a:solidFill>
                <a:effectLst/>
                <a:latin typeface="Consolas" panose="020B0609020204030204" pitchFamily="49" charset="0"/>
              </a:rPr>
              <a:t> = </a:t>
            </a:r>
            <a:r>
              <a:rPr lang="en-US" sz="1600" b="0" dirty="0">
                <a:solidFill>
                  <a:srgbClr val="7FCBCD"/>
                </a:solidFill>
                <a:effectLst/>
                <a:latin typeface="Consolas" panose="020B0609020204030204" pitchFamily="49" charset="0"/>
              </a:rPr>
              <a:t>false</a:t>
            </a:r>
            <a:r>
              <a:rPr lang="en-US" sz="1600" b="0" dirty="0">
                <a:solidFill>
                  <a:srgbClr val="DAE3E3"/>
                </a:solidFill>
                <a:effectLst/>
                <a:latin typeface="Consolas" panose="020B0609020204030204" pitchFamily="49" charset="0"/>
              </a:rPr>
              <a:t>;</a:t>
            </a:r>
          </a:p>
          <a:p>
            <a:pPr>
              <a:buNone/>
            </a:pPr>
            <a:r>
              <a:rPr lang="en-US" sz="1600" b="0" dirty="0">
                <a:solidFill>
                  <a:srgbClr val="DAE3E3"/>
                </a:solidFill>
                <a:effectLst/>
                <a:latin typeface="Consolas" panose="020B0609020204030204" pitchFamily="49" charset="0"/>
              </a:rPr>
              <a:t>    </a:t>
            </a:r>
            <a:r>
              <a:rPr lang="en-US" sz="1600" b="0" dirty="0" err="1">
                <a:solidFill>
                  <a:srgbClr val="DAE3E3"/>
                </a:solidFill>
                <a:effectLst/>
                <a:latin typeface="Consolas" panose="020B0609020204030204" pitchFamily="49" charset="0"/>
              </a:rPr>
              <a:t>use_gyro</a:t>
            </a:r>
            <a:r>
              <a:rPr lang="en-US" sz="1600" b="0" dirty="0">
                <a:solidFill>
                  <a:srgbClr val="DAE3E3"/>
                </a:solidFill>
                <a:effectLst/>
                <a:latin typeface="Consolas" panose="020B0609020204030204" pitchFamily="49" charset="0"/>
              </a:rPr>
              <a:t> = </a:t>
            </a:r>
            <a:r>
              <a:rPr lang="en-US" sz="1600" b="0" dirty="0">
                <a:solidFill>
                  <a:srgbClr val="7FCBCD"/>
                </a:solidFill>
                <a:effectLst/>
                <a:latin typeface="Consolas" panose="020B0609020204030204" pitchFamily="49" charset="0"/>
              </a:rPr>
              <a:t>true</a:t>
            </a:r>
            <a:r>
              <a:rPr lang="en-US" sz="1600" b="0" dirty="0">
                <a:solidFill>
                  <a:srgbClr val="DAE3E3"/>
                </a:solidFill>
                <a:effectLst/>
                <a:latin typeface="Consolas" panose="020B0609020204030204" pitchFamily="49" charset="0"/>
              </a:rPr>
              <a:t>;</a:t>
            </a:r>
          </a:p>
          <a:p>
            <a:pPr>
              <a:buNone/>
            </a:pPr>
            <a:r>
              <a:rPr lang="en-US" sz="1600" b="0" dirty="0">
                <a:solidFill>
                  <a:srgbClr val="DAE3E3"/>
                </a:solidFill>
                <a:effectLst/>
                <a:latin typeface="Consolas" panose="020B0609020204030204" pitchFamily="49" charset="0"/>
              </a:rPr>
              <a:t>    </a:t>
            </a:r>
            <a:r>
              <a:rPr lang="en-US" sz="1600" b="0" dirty="0" err="1">
                <a:solidFill>
                  <a:srgbClr val="DAE3E3"/>
                </a:solidFill>
                <a:effectLst/>
                <a:latin typeface="Consolas" panose="020B0609020204030204" pitchFamily="49" charset="0"/>
              </a:rPr>
              <a:t>already_shooted</a:t>
            </a:r>
            <a:r>
              <a:rPr lang="en-US" sz="1600" b="0" dirty="0">
                <a:solidFill>
                  <a:srgbClr val="DAE3E3"/>
                </a:solidFill>
                <a:effectLst/>
                <a:latin typeface="Consolas" panose="020B0609020204030204" pitchFamily="49" charset="0"/>
              </a:rPr>
              <a:t> = </a:t>
            </a:r>
            <a:r>
              <a:rPr lang="en-US" sz="1600" b="0" dirty="0">
                <a:solidFill>
                  <a:srgbClr val="7FCBCD"/>
                </a:solidFill>
                <a:effectLst/>
                <a:latin typeface="Consolas" panose="020B0609020204030204" pitchFamily="49" charset="0"/>
              </a:rPr>
              <a:t>true</a:t>
            </a:r>
            <a:r>
              <a:rPr lang="en-US" sz="1600" b="0" dirty="0">
                <a:solidFill>
                  <a:srgbClr val="DAE3E3"/>
                </a:solidFill>
                <a:effectLst/>
                <a:latin typeface="Consolas" panose="020B0609020204030204" pitchFamily="49" charset="0"/>
              </a:rPr>
              <a:t>;</a:t>
            </a:r>
          </a:p>
          <a:p>
            <a:pPr>
              <a:buNone/>
            </a:pPr>
            <a:r>
              <a:rPr lang="en-US" sz="1600" b="0" dirty="0">
                <a:solidFill>
                  <a:srgbClr val="DAE3E3"/>
                </a:solidFill>
                <a:effectLst/>
                <a:latin typeface="Consolas" panose="020B0609020204030204" pitchFamily="49" charset="0"/>
              </a:rPr>
              <a:t>    </a:t>
            </a:r>
            <a:r>
              <a:rPr lang="en-US" sz="1600" b="0" dirty="0" err="1">
                <a:solidFill>
                  <a:srgbClr val="DAE3E3"/>
                </a:solidFill>
                <a:effectLst/>
                <a:latin typeface="Consolas" panose="020B0609020204030204" pitchFamily="49" charset="0"/>
              </a:rPr>
              <a:t>arrived_to_goal</a:t>
            </a:r>
            <a:r>
              <a:rPr lang="en-US" sz="1600" b="0" dirty="0">
                <a:solidFill>
                  <a:srgbClr val="DAE3E3"/>
                </a:solidFill>
                <a:effectLst/>
                <a:latin typeface="Consolas" panose="020B0609020204030204" pitchFamily="49" charset="0"/>
              </a:rPr>
              <a:t> = </a:t>
            </a:r>
            <a:r>
              <a:rPr lang="en-US" sz="1600" b="0" dirty="0">
                <a:solidFill>
                  <a:srgbClr val="7FCBCD"/>
                </a:solidFill>
                <a:effectLst/>
                <a:latin typeface="Consolas" panose="020B0609020204030204" pitchFamily="49" charset="0"/>
              </a:rPr>
              <a:t>false</a:t>
            </a:r>
            <a:r>
              <a:rPr lang="en-US" sz="1600" b="0" dirty="0">
                <a:solidFill>
                  <a:srgbClr val="DAE3E3"/>
                </a:solidFill>
                <a:effectLst/>
                <a:latin typeface="Consolas" panose="020B0609020204030204" pitchFamily="49" charset="0"/>
              </a:rPr>
              <a:t>;</a:t>
            </a:r>
          </a:p>
          <a:p>
            <a:pPr>
              <a:buNone/>
            </a:pPr>
            <a:r>
              <a:rPr lang="en-US" sz="1600" b="0" dirty="0">
                <a:solidFill>
                  <a:srgbClr val="DAE3E3"/>
                </a:solidFill>
                <a:effectLst/>
                <a:latin typeface="Consolas" panose="020B0609020204030204" pitchFamily="49" charset="0"/>
              </a:rPr>
              <a:t>    </a:t>
            </a:r>
            <a:r>
              <a:rPr lang="en-US" sz="1600" b="0" dirty="0">
                <a:solidFill>
                  <a:srgbClr val="F39C12"/>
                </a:solidFill>
                <a:effectLst/>
                <a:latin typeface="Consolas" panose="020B0609020204030204" pitchFamily="49" charset="0"/>
              </a:rPr>
              <a:t>move</a:t>
            </a:r>
            <a:r>
              <a:rPr lang="en-US" sz="1600" b="0" dirty="0">
                <a:solidFill>
                  <a:srgbClr val="DAE3E3"/>
                </a:solidFill>
                <a:effectLst/>
                <a:latin typeface="Consolas" panose="020B0609020204030204" pitchFamily="49" charset="0"/>
              </a:rPr>
              <a:t>(</a:t>
            </a:r>
            <a:r>
              <a:rPr lang="en-US" sz="1600" b="0" dirty="0">
                <a:solidFill>
                  <a:srgbClr val="7FCBCD"/>
                </a:solidFill>
                <a:effectLst/>
                <a:latin typeface="Consolas" panose="020B0609020204030204" pitchFamily="49" charset="0"/>
              </a:rPr>
              <a:t>0</a:t>
            </a:r>
            <a:r>
              <a:rPr lang="en-US" sz="1600" b="0" dirty="0">
                <a:solidFill>
                  <a:srgbClr val="DAE3E3"/>
                </a:solidFill>
                <a:effectLst/>
                <a:latin typeface="Consolas" panose="020B0609020204030204" pitchFamily="49" charset="0"/>
              </a:rPr>
              <a:t>, HIGH_SPEED);</a:t>
            </a:r>
          </a:p>
          <a:p>
            <a:pPr>
              <a:buNone/>
            </a:pPr>
            <a:r>
              <a:rPr lang="en-US" sz="1600" b="0" dirty="0">
                <a:solidFill>
                  <a:srgbClr val="DAE3E3"/>
                </a:solidFill>
                <a:effectLst/>
                <a:latin typeface="Consolas" panose="020B0609020204030204" pitchFamily="49" charset="0"/>
              </a:rPr>
              <a:t>    </a:t>
            </a:r>
            <a:r>
              <a:rPr lang="en-US" sz="1600" b="0" dirty="0">
                <a:solidFill>
                  <a:srgbClr val="F39C12"/>
                </a:solidFill>
                <a:effectLst/>
                <a:latin typeface="Consolas" panose="020B0609020204030204" pitchFamily="49" charset="0"/>
              </a:rPr>
              <a:t>shoot</a:t>
            </a:r>
            <a:r>
              <a:rPr lang="en-US" sz="1600" b="0" dirty="0">
                <a:solidFill>
                  <a:srgbClr val="DAE3E3"/>
                </a:solidFill>
                <a:effectLst/>
                <a:latin typeface="Consolas" panose="020B0609020204030204" pitchFamily="49" charset="0"/>
              </a:rPr>
              <a:t>();</a:t>
            </a:r>
          </a:p>
          <a:p>
            <a:pPr>
              <a:buNone/>
            </a:pPr>
            <a:r>
              <a:rPr lang="en-US" sz="1600" b="0" dirty="0">
                <a:solidFill>
                  <a:srgbClr val="DAE3E3"/>
                </a:solidFill>
                <a:effectLst/>
                <a:latin typeface="Consolas" panose="020B0609020204030204" pitchFamily="49" charset="0"/>
              </a:rPr>
              <a:t>  }</a:t>
            </a:r>
          </a:p>
          <a:p>
            <a:pPr>
              <a:buNone/>
            </a:pPr>
            <a:r>
              <a:rPr lang="en-US" sz="1600" b="0" dirty="0">
                <a:solidFill>
                  <a:srgbClr val="DAE3E3"/>
                </a:solidFill>
                <a:effectLst/>
                <a:latin typeface="Consolas" panose="020B0609020204030204" pitchFamily="49" charset="0"/>
              </a:rPr>
              <a:t>}</a:t>
            </a:r>
          </a:p>
        </p:txBody>
      </p:sp>
    </p:spTree>
    <p:extLst>
      <p:ext uri="{BB962C8B-B14F-4D97-AF65-F5344CB8AC3E}">
        <p14:creationId xmlns:p14="http://schemas.microsoft.com/office/powerpoint/2010/main" val="36771174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43F16E-8D43-229C-BDCA-8E2499638B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1943D1-F122-61A8-2687-98F8DF1DABEC}"/>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الگوریتم دروازه بان</a:t>
            </a:r>
            <a:endParaRPr lang="en-US" sz="3600" dirty="0">
              <a:latin typeface="IRANSans" panose="02040503050201020203" pitchFamily="18" charset="-78"/>
              <a:cs typeface="B Titr" panose="00000700000000000000" pitchFamily="2" charset="-78"/>
            </a:endParaRPr>
          </a:p>
        </p:txBody>
      </p:sp>
      <p:sp>
        <p:nvSpPr>
          <p:cNvPr id="6" name="TextBox 5">
            <a:extLst>
              <a:ext uri="{FF2B5EF4-FFF2-40B4-BE49-F238E27FC236}">
                <a16:creationId xmlns:a16="http://schemas.microsoft.com/office/drawing/2014/main" id="{36C4280E-7233-8EB2-EDE7-00AAA497C8F9}"/>
              </a:ext>
            </a:extLst>
          </p:cNvPr>
          <p:cNvSpPr txBox="1"/>
          <p:nvPr/>
        </p:nvSpPr>
        <p:spPr>
          <a:xfrm>
            <a:off x="919118" y="1432117"/>
            <a:ext cx="10353764" cy="888705"/>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هر ربات با استفاده از کلید </a:t>
            </a:r>
            <a:r>
              <a:rPr lang="en-US" dirty="0">
                <a:latin typeface="IRANSans" panose="02040503050201020203" pitchFamily="18" charset="-78"/>
                <a:cs typeface="IRANSans" panose="02040503050201020203" pitchFamily="18" charset="-78"/>
              </a:rPr>
              <a:t>deep switch</a:t>
            </a:r>
            <a:r>
              <a:rPr lang="fa-IR" dirty="0">
                <a:latin typeface="IRANSans" panose="02040503050201020203" pitchFamily="18" charset="-78"/>
                <a:cs typeface="IRANSans" panose="02040503050201020203" pitchFamily="18" charset="-78"/>
              </a:rPr>
              <a:t> که بر پایه </a:t>
            </a:r>
            <a:r>
              <a:rPr lang="en-US" dirty="0">
                <a:latin typeface="IRANSans" panose="02040503050201020203" pitchFamily="18" charset="-78"/>
                <a:cs typeface="IRANSans" panose="02040503050201020203" pitchFamily="18" charset="-78"/>
              </a:rPr>
              <a:t>PA11</a:t>
            </a:r>
            <a:r>
              <a:rPr lang="fa-IR" dirty="0">
                <a:latin typeface="IRANSans" panose="02040503050201020203" pitchFamily="18" charset="-78"/>
                <a:cs typeface="IRANSans" panose="02040503050201020203" pitchFamily="18" charset="-78"/>
              </a:rPr>
              <a:t> قرار گرفته می‌تواند روی حالت دروازه بان یا مهاجم تنظیم شود. برای اضافه کردن برنامه دروازه بان حلقه </a:t>
            </a:r>
            <a:r>
              <a:rPr lang="en-US" dirty="0">
                <a:latin typeface="IRANSans" panose="02040503050201020203" pitchFamily="18" charset="-78"/>
                <a:cs typeface="IRANSans" panose="02040503050201020203" pitchFamily="18" charset="-78"/>
              </a:rPr>
              <a:t>loop</a:t>
            </a:r>
            <a:r>
              <a:rPr lang="fa-IR" dirty="0">
                <a:latin typeface="IRANSans" panose="02040503050201020203" pitchFamily="18" charset="-78"/>
                <a:cs typeface="IRANSans" panose="02040503050201020203" pitchFamily="18" charset="-78"/>
              </a:rPr>
              <a:t> را به این صورت تغییر دهید:</a:t>
            </a:r>
            <a:endParaRPr lang="en-US" dirty="0">
              <a:latin typeface="IRANSans" panose="02040503050201020203" pitchFamily="18" charset="-78"/>
              <a:cs typeface="IRANSans" panose="02040503050201020203" pitchFamily="18" charset="-78"/>
            </a:endParaRPr>
          </a:p>
        </p:txBody>
      </p:sp>
      <p:sp>
        <p:nvSpPr>
          <p:cNvPr id="5" name="TextBox 4">
            <a:extLst>
              <a:ext uri="{FF2B5EF4-FFF2-40B4-BE49-F238E27FC236}">
                <a16:creationId xmlns:a16="http://schemas.microsoft.com/office/drawing/2014/main" id="{4BE19228-2CFB-8C39-9B8A-E7DFFD8F1DFF}"/>
              </a:ext>
            </a:extLst>
          </p:cNvPr>
          <p:cNvSpPr txBox="1"/>
          <p:nvPr/>
        </p:nvSpPr>
        <p:spPr>
          <a:xfrm>
            <a:off x="919118" y="2823270"/>
            <a:ext cx="8515350" cy="3539430"/>
          </a:xfrm>
          <a:prstGeom prst="rect">
            <a:avLst/>
          </a:prstGeom>
          <a:noFill/>
        </p:spPr>
        <p:txBody>
          <a:bodyPr wrap="square">
            <a:spAutoFit/>
          </a:bodyPr>
          <a:lstStyle/>
          <a:p>
            <a:pPr>
              <a:buNone/>
            </a:pPr>
            <a:r>
              <a:rPr lang="en-US" sz="3200" b="0" dirty="0">
                <a:solidFill>
                  <a:srgbClr val="0CA1A6"/>
                </a:solidFill>
                <a:effectLst/>
                <a:latin typeface="Consolas" panose="020B0609020204030204" pitchFamily="49" charset="0"/>
              </a:rPr>
              <a:t>void</a:t>
            </a:r>
            <a:r>
              <a:rPr lang="en-US" sz="3200" b="0" dirty="0">
                <a:solidFill>
                  <a:srgbClr val="DAE3E3"/>
                </a:solidFill>
                <a:effectLst/>
                <a:latin typeface="Consolas" panose="020B0609020204030204" pitchFamily="49" charset="0"/>
              </a:rPr>
              <a:t> </a:t>
            </a:r>
            <a:r>
              <a:rPr lang="en-US" sz="3200" b="0" dirty="0">
                <a:solidFill>
                  <a:srgbClr val="F39C12"/>
                </a:solidFill>
                <a:effectLst/>
                <a:latin typeface="Consolas" panose="020B0609020204030204" pitchFamily="49" charset="0"/>
              </a:rPr>
              <a:t>loop</a:t>
            </a:r>
            <a:r>
              <a:rPr lang="en-US" sz="3200" b="0" dirty="0">
                <a:solidFill>
                  <a:srgbClr val="DAE3E3"/>
                </a:solidFill>
                <a:effectLst/>
                <a:latin typeface="Consolas" panose="020B0609020204030204" pitchFamily="49" charset="0"/>
              </a:rPr>
              <a:t>() {</a:t>
            </a:r>
          </a:p>
          <a:p>
            <a:pPr>
              <a:buNone/>
            </a:pPr>
            <a:r>
              <a:rPr lang="en-US" sz="3200" b="0" dirty="0">
                <a:solidFill>
                  <a:srgbClr val="DAE3E3"/>
                </a:solidFill>
                <a:effectLst/>
                <a:latin typeface="Consolas" panose="020B0609020204030204" pitchFamily="49" charset="0"/>
              </a:rPr>
              <a:t>  </a:t>
            </a:r>
            <a:r>
              <a:rPr lang="en-US" sz="3200" b="0" dirty="0" err="1">
                <a:solidFill>
                  <a:srgbClr val="F39C12"/>
                </a:solidFill>
                <a:effectLst/>
                <a:latin typeface="Consolas" panose="020B0609020204030204" pitchFamily="49" charset="0"/>
              </a:rPr>
              <a:t>update_all</a:t>
            </a:r>
            <a:r>
              <a:rPr lang="en-US" sz="3200" b="0" dirty="0">
                <a:solidFill>
                  <a:srgbClr val="DAE3E3"/>
                </a:solidFill>
                <a:effectLst/>
                <a:latin typeface="Consolas" panose="020B0609020204030204" pitchFamily="49" charset="0"/>
              </a:rPr>
              <a:t>();</a:t>
            </a:r>
          </a:p>
          <a:p>
            <a:pPr>
              <a:buNone/>
            </a:pPr>
            <a:r>
              <a:rPr lang="en-US" sz="3200" b="0" dirty="0">
                <a:solidFill>
                  <a:srgbClr val="DAE3E3"/>
                </a:solidFill>
                <a:effectLst/>
                <a:latin typeface="Consolas" panose="020B0609020204030204" pitchFamily="49" charset="0"/>
              </a:rPr>
              <a:t>  </a:t>
            </a:r>
            <a:r>
              <a:rPr lang="en-US" sz="3200" b="0" dirty="0">
                <a:solidFill>
                  <a:srgbClr val="C586C0"/>
                </a:solidFill>
                <a:effectLst/>
                <a:latin typeface="Consolas" panose="020B0609020204030204" pitchFamily="49" charset="0"/>
              </a:rPr>
              <a:t>if</a:t>
            </a:r>
            <a:r>
              <a:rPr lang="en-US" sz="3200" b="0" dirty="0">
                <a:solidFill>
                  <a:srgbClr val="DAE3E3"/>
                </a:solidFill>
                <a:effectLst/>
                <a:latin typeface="Consolas" panose="020B0609020204030204" pitchFamily="49" charset="0"/>
              </a:rPr>
              <a:t> (</a:t>
            </a:r>
            <a:r>
              <a:rPr lang="en-US" sz="3200" b="0" dirty="0" err="1">
                <a:solidFill>
                  <a:srgbClr val="DAE3E3"/>
                </a:solidFill>
                <a:effectLst/>
                <a:latin typeface="Consolas" panose="020B0609020204030204" pitchFamily="49" charset="0"/>
              </a:rPr>
              <a:t>IS_Goaler</a:t>
            </a:r>
            <a:r>
              <a:rPr lang="en-US" sz="3200" b="0" dirty="0">
                <a:solidFill>
                  <a:srgbClr val="DAE3E3"/>
                </a:solidFill>
                <a:effectLst/>
                <a:latin typeface="Consolas" panose="020B0609020204030204" pitchFamily="49" charset="0"/>
              </a:rPr>
              <a:t>) </a:t>
            </a:r>
            <a:r>
              <a:rPr lang="en-US" sz="3200" b="0" dirty="0" err="1">
                <a:solidFill>
                  <a:srgbClr val="F39C12"/>
                </a:solidFill>
                <a:effectLst/>
                <a:latin typeface="Consolas" panose="020B0609020204030204" pitchFamily="49" charset="0"/>
              </a:rPr>
              <a:t>defend_goal</a:t>
            </a:r>
            <a:r>
              <a:rPr lang="en-US" sz="3200" b="0" dirty="0">
                <a:solidFill>
                  <a:srgbClr val="DAE3E3"/>
                </a:solidFill>
                <a:effectLst/>
                <a:latin typeface="Consolas" panose="020B0609020204030204" pitchFamily="49" charset="0"/>
              </a:rPr>
              <a:t>();</a:t>
            </a:r>
          </a:p>
          <a:p>
            <a:pPr>
              <a:buNone/>
            </a:pPr>
            <a:r>
              <a:rPr lang="en-US" sz="3200" b="0" dirty="0">
                <a:solidFill>
                  <a:srgbClr val="DAE3E3"/>
                </a:solidFill>
                <a:effectLst/>
                <a:latin typeface="Consolas" panose="020B0609020204030204" pitchFamily="49" charset="0"/>
              </a:rPr>
              <a:t>  </a:t>
            </a:r>
            <a:r>
              <a:rPr lang="en-US" sz="3200" b="0" dirty="0">
                <a:solidFill>
                  <a:srgbClr val="C586C0"/>
                </a:solidFill>
                <a:effectLst/>
                <a:latin typeface="Consolas" panose="020B0609020204030204" pitchFamily="49" charset="0"/>
              </a:rPr>
              <a:t>else</a:t>
            </a:r>
            <a:r>
              <a:rPr lang="en-US" sz="3200" b="0" dirty="0">
                <a:solidFill>
                  <a:srgbClr val="DAE3E3"/>
                </a:solidFill>
                <a:effectLst/>
                <a:latin typeface="Consolas" panose="020B0609020204030204" pitchFamily="49" charset="0"/>
              </a:rPr>
              <a:t> </a:t>
            </a:r>
            <a:r>
              <a:rPr lang="en-US" sz="3200" b="0" dirty="0">
                <a:solidFill>
                  <a:srgbClr val="F39C12"/>
                </a:solidFill>
                <a:effectLst/>
                <a:latin typeface="Consolas" panose="020B0609020204030204" pitchFamily="49" charset="0"/>
              </a:rPr>
              <a:t>forward</a:t>
            </a:r>
            <a:r>
              <a:rPr lang="en-US" sz="3200" b="0" dirty="0">
                <a:solidFill>
                  <a:srgbClr val="DAE3E3"/>
                </a:solidFill>
                <a:effectLst/>
                <a:latin typeface="Consolas" panose="020B0609020204030204" pitchFamily="49" charset="0"/>
              </a:rPr>
              <a:t>();</a:t>
            </a:r>
          </a:p>
          <a:p>
            <a:pPr>
              <a:buNone/>
            </a:pPr>
            <a:r>
              <a:rPr lang="en-US" sz="3200" b="0" dirty="0">
                <a:solidFill>
                  <a:srgbClr val="DAE3E3"/>
                </a:solidFill>
                <a:effectLst/>
                <a:latin typeface="Consolas" panose="020B0609020204030204" pitchFamily="49" charset="0"/>
              </a:rPr>
              <a:t>}</a:t>
            </a:r>
          </a:p>
          <a:p>
            <a:pPr>
              <a:buNone/>
            </a:pPr>
            <a:br>
              <a:rPr lang="en-US" sz="3200" b="0" dirty="0">
                <a:solidFill>
                  <a:srgbClr val="DAE3E3"/>
                </a:solidFill>
                <a:effectLst/>
                <a:latin typeface="Consolas" panose="020B0609020204030204" pitchFamily="49" charset="0"/>
              </a:rPr>
            </a:br>
            <a:endParaRPr lang="en-US" sz="3200" b="0" dirty="0">
              <a:solidFill>
                <a:srgbClr val="DAE3E3"/>
              </a:solidFill>
              <a:effectLst/>
              <a:latin typeface="Consolas" panose="020B0609020204030204" pitchFamily="49" charset="0"/>
            </a:endParaRPr>
          </a:p>
        </p:txBody>
      </p:sp>
    </p:spTree>
    <p:extLst>
      <p:ext uri="{BB962C8B-B14F-4D97-AF65-F5344CB8AC3E}">
        <p14:creationId xmlns:p14="http://schemas.microsoft.com/office/powerpoint/2010/main" val="30800629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69A050-2E5B-502A-9468-031025AB59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E9BA0F-F4B4-DCB4-AE04-FB7E1C561A59}"/>
              </a:ext>
            </a:extLst>
          </p:cNvPr>
          <p:cNvSpPr>
            <a:spLocks noGrp="1"/>
          </p:cNvSpPr>
          <p:nvPr>
            <p:ph type="title"/>
          </p:nvPr>
        </p:nvSpPr>
        <p:spPr>
          <a:xfrm>
            <a:off x="919119" y="495300"/>
            <a:ext cx="10353762" cy="812800"/>
          </a:xfrm>
        </p:spPr>
        <p:txBody>
          <a:bodyPr>
            <a:normAutofit/>
          </a:bodyPr>
          <a:lstStyle/>
          <a:p>
            <a:pPr rtl="1"/>
            <a:r>
              <a:rPr lang="fa-IR" sz="3600" dirty="0">
                <a:latin typeface="IRANSans" panose="02040503050201020203" pitchFamily="18" charset="-78"/>
                <a:cs typeface="B Titr" panose="00000700000000000000" pitchFamily="2" charset="-78"/>
              </a:rPr>
              <a:t>الگوریتم دروازه بان</a:t>
            </a:r>
            <a:endParaRPr lang="en-US" sz="3600" dirty="0">
              <a:latin typeface="IRANSans" panose="02040503050201020203" pitchFamily="18" charset="-78"/>
              <a:cs typeface="B Titr" panose="00000700000000000000" pitchFamily="2" charset="-78"/>
            </a:endParaRPr>
          </a:p>
        </p:txBody>
      </p:sp>
      <p:sp>
        <p:nvSpPr>
          <p:cNvPr id="6" name="TextBox 5">
            <a:extLst>
              <a:ext uri="{FF2B5EF4-FFF2-40B4-BE49-F238E27FC236}">
                <a16:creationId xmlns:a16="http://schemas.microsoft.com/office/drawing/2014/main" id="{34ED6F8F-D28E-D86C-EEEE-A6802B91B779}"/>
              </a:ext>
            </a:extLst>
          </p:cNvPr>
          <p:cNvSpPr txBox="1"/>
          <p:nvPr/>
        </p:nvSpPr>
        <p:spPr>
          <a:xfrm>
            <a:off x="6654800" y="3088955"/>
            <a:ext cx="4948281" cy="3381695"/>
          </a:xfrm>
          <a:prstGeom prst="rect">
            <a:avLst/>
          </a:prstGeom>
          <a:noFill/>
          <a:ln>
            <a:noFill/>
          </a:ln>
        </p:spPr>
        <p:txBody>
          <a:bodyPr wrap="square" rtlCol="0">
            <a:spAutoFit/>
          </a:bodyPr>
          <a:lstStyle/>
          <a:p>
            <a:pPr algn="just" rtl="1">
              <a:lnSpc>
                <a:spcPct val="150000"/>
              </a:lnSpc>
            </a:pPr>
            <a:r>
              <a:rPr lang="fa-IR" dirty="0">
                <a:latin typeface="IRANSans" panose="02040503050201020203" pitchFamily="18" charset="-78"/>
                <a:cs typeface="IRANSans" panose="02040503050201020203" pitchFamily="18" charset="-78"/>
              </a:rPr>
              <a:t>تابع </a:t>
            </a:r>
            <a:r>
              <a:rPr lang="en-US" dirty="0" err="1">
                <a:latin typeface="IRANSans" panose="02040503050201020203" pitchFamily="18" charset="-78"/>
                <a:cs typeface="IRANSans" panose="02040503050201020203" pitchFamily="18" charset="-78"/>
              </a:rPr>
              <a:t>defend_goal</a:t>
            </a:r>
            <a:r>
              <a:rPr lang="fa-IR" dirty="0">
                <a:latin typeface="IRANSans" panose="02040503050201020203" pitchFamily="18" charset="-78"/>
                <a:cs typeface="IRANSans" panose="02040503050201020203" pitchFamily="18" charset="-78"/>
              </a:rPr>
              <a:t> را به این صورت در </a:t>
            </a:r>
            <a:r>
              <a:rPr lang="en-US" dirty="0">
                <a:latin typeface="IRANSans" panose="02040503050201020203" pitchFamily="18" charset="-78"/>
                <a:cs typeface="IRANSans" panose="02040503050201020203" pitchFamily="18" charset="-78"/>
              </a:rPr>
              <a:t>AI</a:t>
            </a:r>
            <a:r>
              <a:rPr lang="fa-IR" dirty="0">
                <a:latin typeface="IRANSans" panose="02040503050201020203" pitchFamily="18" charset="-78"/>
                <a:cs typeface="IRANSans" panose="02040503050201020203" pitchFamily="18" charset="-78"/>
              </a:rPr>
              <a:t> تعریف کنید. این تابع در صورت نزدیک بودن توپ همان کارهای ربات مهاجم را انجام می‌دهد. اما در صورت دور بودن توپ در راستای آن به چپ و راست حرکت میکند. عدد 800 فاصله ای است که ربات از پشت خود حفظ میکند. و ضریب 20000 سرعت چپ و راست شدن ربات را تعیین میکند. عدد 80 هم سرعت جلو و عقب رفتن ربات در هنگام دیده شدن توپ.</a:t>
            </a:r>
            <a:endParaRPr lang="en-US" dirty="0">
              <a:latin typeface="IRANSans" panose="02040503050201020203" pitchFamily="18" charset="-78"/>
              <a:cs typeface="IRANSans" panose="02040503050201020203" pitchFamily="18" charset="-78"/>
            </a:endParaRPr>
          </a:p>
        </p:txBody>
      </p:sp>
      <p:sp>
        <p:nvSpPr>
          <p:cNvPr id="4" name="TextBox 3">
            <a:extLst>
              <a:ext uri="{FF2B5EF4-FFF2-40B4-BE49-F238E27FC236}">
                <a16:creationId xmlns:a16="http://schemas.microsoft.com/office/drawing/2014/main" id="{AE11774A-2BA9-6631-55A0-102063FAD473}"/>
              </a:ext>
            </a:extLst>
          </p:cNvPr>
          <p:cNvSpPr txBox="1"/>
          <p:nvPr/>
        </p:nvSpPr>
        <p:spPr>
          <a:xfrm>
            <a:off x="919119" y="1308100"/>
            <a:ext cx="9112250" cy="5078313"/>
          </a:xfrm>
          <a:prstGeom prst="rect">
            <a:avLst/>
          </a:prstGeom>
          <a:noFill/>
        </p:spPr>
        <p:txBody>
          <a:bodyPr wrap="square">
            <a:spAutoFit/>
          </a:bodyPr>
          <a:lstStyle/>
          <a:p>
            <a:pPr>
              <a:buNone/>
            </a:pPr>
            <a:r>
              <a:rPr lang="en-US" b="0" dirty="0">
                <a:solidFill>
                  <a:srgbClr val="0CA1A6"/>
                </a:solidFill>
                <a:effectLst/>
                <a:latin typeface="Consolas" panose="020B0609020204030204" pitchFamily="49" charset="0"/>
              </a:rPr>
              <a:t>void</a:t>
            </a: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defend_goal</a:t>
            </a:r>
            <a:r>
              <a:rPr lang="en-US" b="0" dirty="0">
                <a:solidFill>
                  <a:srgbClr val="DAE3E3"/>
                </a:solidFill>
                <a:effectLst/>
                <a:latin typeface="Consolas" panose="020B0609020204030204" pitchFamily="49" charset="0"/>
              </a:rPr>
              <a:t>() {</a:t>
            </a: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AE3E3"/>
                </a:solidFill>
                <a:effectLst/>
                <a:latin typeface="Consolas" panose="020B0609020204030204" pitchFamily="49" charset="0"/>
              </a:rPr>
              <a:t> (BALL_IN_KICKER) {</a:t>
            </a:r>
          </a:p>
          <a:p>
            <a:pPr>
              <a:buNone/>
            </a:pPr>
            <a:r>
              <a:rPr lang="en-US" b="0" dirty="0">
                <a:solidFill>
                  <a:srgbClr val="DAE3E3"/>
                </a:solidFill>
                <a:effectLst/>
                <a:latin typeface="Consolas" panose="020B0609020204030204" pitchFamily="49" charset="0"/>
              </a:rPr>
              <a:t>    </a:t>
            </a:r>
            <a:r>
              <a:rPr lang="en-US" b="0" dirty="0">
                <a:solidFill>
                  <a:srgbClr val="F39C12"/>
                </a:solidFill>
                <a:effectLst/>
                <a:latin typeface="Consolas" panose="020B0609020204030204" pitchFamily="49" charset="0"/>
              </a:rPr>
              <a:t>goal</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 </a:t>
            </a:r>
            <a:r>
              <a:rPr lang="en-US" b="0" dirty="0">
                <a:solidFill>
                  <a:srgbClr val="C586C0"/>
                </a:solidFill>
                <a:effectLst/>
                <a:latin typeface="Consolas" panose="020B0609020204030204" pitchFamily="49" charset="0"/>
              </a:rPr>
              <a:t>else</a:t>
            </a: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AE3E3"/>
                </a:solidFill>
                <a:effectLst/>
                <a:latin typeface="Consolas" panose="020B0609020204030204" pitchFamily="49" charset="0"/>
              </a:rPr>
              <a:t> (</a:t>
            </a:r>
            <a:r>
              <a:rPr lang="en-US" b="0" dirty="0" err="1">
                <a:solidFill>
                  <a:srgbClr val="DAE3E3"/>
                </a:solidFill>
                <a:effectLst/>
                <a:latin typeface="Consolas" panose="020B0609020204030204" pitchFamily="49" charset="0"/>
              </a:rPr>
              <a:t>is_ball</a:t>
            </a:r>
            <a:r>
              <a:rPr lang="en-US" b="0" dirty="0">
                <a:solidFill>
                  <a:srgbClr val="DAE3E3"/>
                </a:solidFill>
                <a:effectLst/>
                <a:latin typeface="Consolas" panose="020B0609020204030204" pitchFamily="49" charset="0"/>
              </a:rPr>
              <a:t>) {</a:t>
            </a: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AE3E3"/>
                </a:solidFill>
                <a:effectLst/>
                <a:latin typeface="Consolas" panose="020B0609020204030204" pitchFamily="49" charset="0"/>
              </a:rPr>
              <a:t> (</a:t>
            </a:r>
            <a:r>
              <a:rPr lang="en-US" b="0" dirty="0" err="1">
                <a:solidFill>
                  <a:srgbClr val="DAE3E3"/>
                </a:solidFill>
                <a:effectLst/>
                <a:latin typeface="Consolas" panose="020B0609020204030204" pitchFamily="49" charset="0"/>
              </a:rPr>
              <a:t>ball_distance</a:t>
            </a:r>
            <a:r>
              <a:rPr lang="en-US" b="0" dirty="0">
                <a:solidFill>
                  <a:srgbClr val="DAE3E3"/>
                </a:solidFill>
                <a:effectLst/>
                <a:latin typeface="Consolas" panose="020B0609020204030204" pitchFamily="49" charset="0"/>
              </a:rPr>
              <a:t> &lt; </a:t>
            </a:r>
            <a:r>
              <a:rPr lang="en-US" b="0" dirty="0">
                <a:solidFill>
                  <a:srgbClr val="7FCBCD"/>
                </a:solidFill>
                <a:effectLst/>
                <a:latin typeface="Consolas" panose="020B0609020204030204" pitchFamily="49" charset="0"/>
              </a:rPr>
              <a:t>70</a:t>
            </a:r>
            <a:r>
              <a:rPr lang="en-US" b="0" dirty="0">
                <a:solidFill>
                  <a:srgbClr val="DAE3E3"/>
                </a:solidFill>
                <a:effectLst/>
                <a:latin typeface="Consolas" panose="020B0609020204030204" pitchFamily="49" charset="0"/>
              </a:rPr>
              <a:t> || </a:t>
            </a:r>
            <a:r>
              <a:rPr lang="en-US" b="0" dirty="0" err="1">
                <a:solidFill>
                  <a:srgbClr val="DAE3E3"/>
                </a:solidFill>
                <a:effectLst/>
                <a:latin typeface="Consolas" panose="020B0609020204030204" pitchFamily="49" charset="0"/>
              </a:rPr>
              <a:t>ball_angle</a:t>
            </a:r>
            <a:r>
              <a:rPr lang="en-US" b="0" dirty="0">
                <a:solidFill>
                  <a:srgbClr val="DAE3E3"/>
                </a:solidFill>
                <a:effectLst/>
                <a:latin typeface="Consolas" panose="020B0609020204030204" pitchFamily="49" charset="0"/>
              </a:rPr>
              <a:t> &gt; </a:t>
            </a:r>
            <a:r>
              <a:rPr lang="en-US" b="0" dirty="0">
                <a:solidFill>
                  <a:srgbClr val="7FCBCD"/>
                </a:solidFill>
                <a:effectLst/>
                <a:latin typeface="Consolas" panose="020B0609020204030204" pitchFamily="49" charset="0"/>
              </a:rPr>
              <a:t>120</a:t>
            </a:r>
            <a:r>
              <a:rPr lang="en-US" b="0" dirty="0">
                <a:solidFill>
                  <a:srgbClr val="DAE3E3"/>
                </a:solidFill>
                <a:effectLst/>
                <a:latin typeface="Consolas" panose="020B0609020204030204" pitchFamily="49" charset="0"/>
              </a:rPr>
              <a:t> || </a:t>
            </a:r>
            <a:r>
              <a:rPr lang="en-US" b="0" dirty="0" err="1">
                <a:solidFill>
                  <a:srgbClr val="DAE3E3"/>
                </a:solidFill>
                <a:effectLst/>
                <a:latin typeface="Consolas" panose="020B0609020204030204" pitchFamily="49" charset="0"/>
              </a:rPr>
              <a:t>ball_angle</a:t>
            </a:r>
            <a:r>
              <a:rPr lang="en-US" b="0" dirty="0">
                <a:solidFill>
                  <a:srgbClr val="DAE3E3"/>
                </a:solidFill>
                <a:effectLst/>
                <a:latin typeface="Consolas" panose="020B0609020204030204" pitchFamily="49" charset="0"/>
              </a:rPr>
              <a:t> &lt; -</a:t>
            </a:r>
            <a:r>
              <a:rPr lang="en-US" b="0" dirty="0">
                <a:solidFill>
                  <a:srgbClr val="7FCBCD"/>
                </a:solidFill>
                <a:effectLst/>
                <a:latin typeface="Consolas" panose="020B0609020204030204" pitchFamily="49" charset="0"/>
              </a:rPr>
              <a:t>120</a:t>
            </a:r>
            <a:r>
              <a:rPr lang="en-US" b="0" dirty="0">
                <a:solidFill>
                  <a:srgbClr val="DAE3E3"/>
                </a:solidFill>
                <a:effectLst/>
                <a:latin typeface="Consolas" panose="020B0609020204030204" pitchFamily="49" charset="0"/>
              </a:rPr>
              <a:t>) {</a:t>
            </a:r>
          </a:p>
          <a:p>
            <a:pPr>
              <a:buNone/>
            </a:pPr>
            <a:r>
              <a:rPr lang="en-US" b="0" dirty="0">
                <a:solidFill>
                  <a:srgbClr val="DAE3E3"/>
                </a:solidFill>
                <a:effectLst/>
                <a:latin typeface="Consolas" panose="020B0609020204030204" pitchFamily="49" charset="0"/>
              </a:rPr>
              <a:t>      </a:t>
            </a:r>
            <a:r>
              <a:rPr lang="en-US" b="0" dirty="0">
                <a:solidFill>
                  <a:srgbClr val="F39C12"/>
                </a:solidFill>
                <a:effectLst/>
                <a:latin typeface="Consolas" panose="020B0609020204030204" pitchFamily="49" charset="0"/>
              </a:rPr>
              <a:t>out</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catch_ball</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 </a:t>
            </a:r>
            <a:r>
              <a:rPr lang="en-US" b="0" dirty="0">
                <a:solidFill>
                  <a:srgbClr val="C586C0"/>
                </a:solidFill>
                <a:effectLst/>
                <a:latin typeface="Consolas" panose="020B0609020204030204" pitchFamily="49" charset="0"/>
              </a:rPr>
              <a:t>else</a:t>
            </a:r>
            <a:r>
              <a:rPr lang="en-US" b="0" dirty="0">
                <a:solidFill>
                  <a:srgbClr val="DAE3E3"/>
                </a:solidFill>
                <a:effectLst/>
                <a:latin typeface="Consolas" panose="020B0609020204030204" pitchFamily="49" charset="0"/>
              </a:rPr>
              <a:t> {</a:t>
            </a:r>
          </a:p>
          <a:p>
            <a:pPr>
              <a:buNone/>
            </a:pPr>
            <a:r>
              <a:rPr lang="en-US" b="0" dirty="0">
                <a:solidFill>
                  <a:srgbClr val="DAE3E3"/>
                </a:solidFill>
                <a:effectLst/>
                <a:latin typeface="Consolas" panose="020B0609020204030204" pitchFamily="49" charset="0"/>
              </a:rPr>
              <a:t>      </a:t>
            </a:r>
            <a:r>
              <a:rPr lang="en-US" b="0" dirty="0">
                <a:solidFill>
                  <a:srgbClr val="0CA1A6"/>
                </a:solidFill>
                <a:effectLst/>
                <a:latin typeface="Consolas" panose="020B0609020204030204" pitchFamily="49" charset="0"/>
              </a:rPr>
              <a:t>int</a:t>
            </a:r>
            <a:r>
              <a:rPr lang="en-US" b="0" dirty="0">
                <a:solidFill>
                  <a:srgbClr val="DAE3E3"/>
                </a:solidFill>
                <a:effectLst/>
                <a:latin typeface="Consolas" panose="020B0609020204030204" pitchFamily="49" charset="0"/>
              </a:rPr>
              <a:t> Vx = (</a:t>
            </a:r>
            <a:r>
              <a:rPr lang="en-US" b="0" dirty="0" err="1">
                <a:solidFill>
                  <a:srgbClr val="DAE3E3"/>
                </a:solidFill>
                <a:effectLst/>
                <a:latin typeface="Consolas" panose="020B0609020204030204" pitchFamily="49" charset="0"/>
              </a:rPr>
              <a:t>robot_x</a:t>
            </a:r>
            <a:r>
              <a:rPr lang="en-US" b="0" dirty="0">
                <a:solidFill>
                  <a:srgbClr val="DAE3E3"/>
                </a:solidFill>
                <a:effectLst/>
                <a:latin typeface="Consolas" panose="020B0609020204030204" pitchFamily="49" charset="0"/>
              </a:rPr>
              <a:t> - </a:t>
            </a:r>
            <a:r>
              <a:rPr lang="en-US" b="0" dirty="0" err="1">
                <a:solidFill>
                  <a:srgbClr val="DAE3E3"/>
                </a:solidFill>
                <a:effectLst/>
                <a:latin typeface="Consolas" panose="020B0609020204030204" pitchFamily="49" charset="0"/>
              </a:rPr>
              <a:t>ball_x</a:t>
            </a:r>
            <a:r>
              <a:rPr lang="en-US" b="0" dirty="0">
                <a:solidFill>
                  <a:srgbClr val="DAE3E3"/>
                </a:solidFill>
                <a:effectLst/>
                <a:latin typeface="Consolas" panose="020B0609020204030204" pitchFamily="49" charset="0"/>
              </a:rPr>
              <a:t>) * </a:t>
            </a:r>
            <a:r>
              <a:rPr lang="en-US" b="0" dirty="0">
                <a:solidFill>
                  <a:srgbClr val="7FCBCD"/>
                </a:solidFill>
                <a:effectLst/>
                <a:latin typeface="Consolas" panose="020B0609020204030204" pitchFamily="49" charset="0"/>
              </a:rPr>
              <a:t>2000</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a:solidFill>
                  <a:srgbClr val="0CA1A6"/>
                </a:solidFill>
                <a:effectLst/>
                <a:latin typeface="Consolas" panose="020B0609020204030204" pitchFamily="49" charset="0"/>
              </a:rPr>
              <a:t>int</a:t>
            </a:r>
            <a:r>
              <a:rPr lang="en-US" b="0" dirty="0">
                <a:solidFill>
                  <a:srgbClr val="DAE3E3"/>
                </a:solidFill>
                <a:effectLst/>
                <a:latin typeface="Consolas" panose="020B0609020204030204" pitchFamily="49" charset="0"/>
              </a:rPr>
              <a:t> Vy = (</a:t>
            </a:r>
            <a:r>
              <a:rPr lang="en-US" b="0" dirty="0">
                <a:solidFill>
                  <a:srgbClr val="7FCBCD"/>
                </a:solidFill>
                <a:effectLst/>
                <a:latin typeface="Consolas" panose="020B0609020204030204" pitchFamily="49" charset="0"/>
              </a:rPr>
              <a:t>800</a:t>
            </a:r>
            <a:r>
              <a:rPr lang="en-US" b="0" dirty="0">
                <a:solidFill>
                  <a:srgbClr val="DAE3E3"/>
                </a:solidFill>
                <a:effectLst/>
                <a:latin typeface="Consolas" panose="020B0609020204030204" pitchFamily="49" charset="0"/>
              </a:rPr>
              <a:t> - </a:t>
            </a:r>
            <a:r>
              <a:rPr lang="en-US" b="0" dirty="0" err="1">
                <a:solidFill>
                  <a:srgbClr val="DAE3E3"/>
                </a:solidFill>
                <a:effectLst/>
                <a:latin typeface="Consolas" panose="020B0609020204030204" pitchFamily="49" charset="0"/>
              </a:rPr>
              <a:t>shb</a:t>
            </a:r>
            <a:r>
              <a:rPr lang="en-US" b="0" dirty="0">
                <a:solidFill>
                  <a:srgbClr val="DAE3E3"/>
                </a:solidFill>
                <a:effectLst/>
                <a:latin typeface="Consolas" panose="020B0609020204030204" pitchFamily="49" charset="0"/>
              </a:rPr>
              <a:t>) * </a:t>
            </a:r>
            <a:r>
              <a:rPr lang="en-US" b="0" dirty="0">
                <a:solidFill>
                  <a:srgbClr val="7FCBCD"/>
                </a:solidFill>
                <a:effectLst/>
                <a:latin typeface="Consolas" panose="020B0609020204030204" pitchFamily="49" charset="0"/>
              </a:rPr>
              <a:t>80</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AE3E3"/>
                </a:solidFill>
                <a:effectLst/>
                <a:latin typeface="Consolas" panose="020B0609020204030204" pitchFamily="49" charset="0"/>
              </a:rPr>
              <a:t> (</a:t>
            </a:r>
            <a:r>
              <a:rPr lang="en-US" b="0" dirty="0" err="1">
                <a:solidFill>
                  <a:srgbClr val="DAE3E3"/>
                </a:solidFill>
                <a:effectLst/>
                <a:latin typeface="Consolas" panose="020B0609020204030204" pitchFamily="49" charset="0"/>
              </a:rPr>
              <a:t>shl</a:t>
            </a:r>
            <a:r>
              <a:rPr lang="en-US" b="0" dirty="0">
                <a:solidFill>
                  <a:srgbClr val="DAE3E3"/>
                </a:solidFill>
                <a:effectLst/>
                <a:latin typeface="Consolas" panose="020B0609020204030204" pitchFamily="49" charset="0"/>
              </a:rPr>
              <a:t> &lt; </a:t>
            </a:r>
            <a:r>
              <a:rPr lang="en-US" b="0" dirty="0">
                <a:solidFill>
                  <a:srgbClr val="7FCBCD"/>
                </a:solidFill>
                <a:effectLst/>
                <a:latin typeface="Consolas" panose="020B0609020204030204" pitchFamily="49" charset="0"/>
              </a:rPr>
              <a:t>400</a:t>
            </a:r>
            <a:r>
              <a:rPr lang="en-US" b="0" dirty="0">
                <a:solidFill>
                  <a:srgbClr val="DAE3E3"/>
                </a:solidFill>
                <a:effectLst/>
                <a:latin typeface="Consolas" panose="020B0609020204030204" pitchFamily="49" charset="0"/>
              </a:rPr>
              <a:t> &amp;&amp; Vx &lt; </a:t>
            </a:r>
            <a:r>
              <a:rPr lang="en-US" b="0" dirty="0">
                <a:solidFill>
                  <a:srgbClr val="7FCBCD"/>
                </a:solidFill>
                <a:effectLst/>
                <a:latin typeface="Consolas" panose="020B0609020204030204" pitchFamily="49" charset="0"/>
              </a:rPr>
              <a:t>0</a:t>
            </a:r>
            <a:r>
              <a:rPr lang="en-US" b="0" dirty="0">
                <a:solidFill>
                  <a:srgbClr val="DAE3E3"/>
                </a:solidFill>
                <a:effectLst/>
                <a:latin typeface="Consolas" panose="020B0609020204030204" pitchFamily="49" charset="0"/>
              </a:rPr>
              <a:t>) Vx = </a:t>
            </a:r>
            <a:r>
              <a:rPr lang="en-US" b="0" dirty="0">
                <a:solidFill>
                  <a:srgbClr val="7FCBCD"/>
                </a:solidFill>
                <a:effectLst/>
                <a:latin typeface="Consolas" panose="020B0609020204030204" pitchFamily="49" charset="0"/>
              </a:rPr>
              <a:t>0</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a:solidFill>
                  <a:srgbClr val="C586C0"/>
                </a:solidFill>
                <a:effectLst/>
                <a:latin typeface="Consolas" panose="020B0609020204030204" pitchFamily="49" charset="0"/>
              </a:rPr>
              <a:t>if</a:t>
            </a:r>
            <a:r>
              <a:rPr lang="en-US" b="0" dirty="0">
                <a:solidFill>
                  <a:srgbClr val="DAE3E3"/>
                </a:solidFill>
                <a:effectLst/>
                <a:latin typeface="Consolas" panose="020B0609020204030204" pitchFamily="49" charset="0"/>
              </a:rPr>
              <a:t> (</a:t>
            </a:r>
            <a:r>
              <a:rPr lang="en-US" b="0" dirty="0" err="1">
                <a:solidFill>
                  <a:srgbClr val="DAE3E3"/>
                </a:solidFill>
                <a:effectLst/>
                <a:latin typeface="Consolas" panose="020B0609020204030204" pitchFamily="49" charset="0"/>
              </a:rPr>
              <a:t>shr</a:t>
            </a:r>
            <a:r>
              <a:rPr lang="en-US" b="0" dirty="0">
                <a:solidFill>
                  <a:srgbClr val="DAE3E3"/>
                </a:solidFill>
                <a:effectLst/>
                <a:latin typeface="Consolas" panose="020B0609020204030204" pitchFamily="49" charset="0"/>
              </a:rPr>
              <a:t> &lt; </a:t>
            </a:r>
            <a:r>
              <a:rPr lang="en-US" b="0" dirty="0">
                <a:solidFill>
                  <a:srgbClr val="7FCBCD"/>
                </a:solidFill>
                <a:effectLst/>
                <a:latin typeface="Consolas" panose="020B0609020204030204" pitchFamily="49" charset="0"/>
              </a:rPr>
              <a:t>400</a:t>
            </a:r>
            <a:r>
              <a:rPr lang="en-US" b="0" dirty="0">
                <a:solidFill>
                  <a:srgbClr val="DAE3E3"/>
                </a:solidFill>
                <a:effectLst/>
                <a:latin typeface="Consolas" panose="020B0609020204030204" pitchFamily="49" charset="0"/>
              </a:rPr>
              <a:t> &amp;&amp; Vx &gt; </a:t>
            </a:r>
            <a:r>
              <a:rPr lang="en-US" b="0" dirty="0">
                <a:solidFill>
                  <a:srgbClr val="7FCBCD"/>
                </a:solidFill>
                <a:effectLst/>
                <a:latin typeface="Consolas" panose="020B0609020204030204" pitchFamily="49" charset="0"/>
              </a:rPr>
              <a:t>0</a:t>
            </a:r>
            <a:r>
              <a:rPr lang="en-US" b="0" dirty="0">
                <a:solidFill>
                  <a:srgbClr val="DAE3E3"/>
                </a:solidFill>
                <a:effectLst/>
                <a:latin typeface="Consolas" panose="020B0609020204030204" pitchFamily="49" charset="0"/>
              </a:rPr>
              <a:t>) Vx = </a:t>
            </a:r>
            <a:r>
              <a:rPr lang="en-US" b="0" dirty="0">
                <a:solidFill>
                  <a:srgbClr val="7FCBCD"/>
                </a:solidFill>
                <a:effectLst/>
                <a:latin typeface="Consolas" panose="020B0609020204030204" pitchFamily="49" charset="0"/>
              </a:rPr>
              <a:t>0</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moveXY</a:t>
            </a:r>
            <a:r>
              <a:rPr lang="en-US" b="0" dirty="0">
                <a:solidFill>
                  <a:srgbClr val="DAE3E3"/>
                </a:solidFill>
                <a:effectLst/>
                <a:latin typeface="Consolas" panose="020B0609020204030204" pitchFamily="49" charset="0"/>
              </a:rPr>
              <a:t>(Vx, Vy, </a:t>
            </a:r>
            <a:r>
              <a:rPr lang="en-US" b="0" dirty="0">
                <a:solidFill>
                  <a:srgbClr val="7FCBCD"/>
                </a:solidFill>
                <a:effectLst/>
                <a:latin typeface="Consolas" panose="020B0609020204030204" pitchFamily="49" charset="0"/>
              </a:rPr>
              <a:t>0</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p>
          <a:p>
            <a:pPr>
              <a:buNone/>
            </a:pPr>
            <a:r>
              <a:rPr lang="en-US" b="0" dirty="0">
                <a:solidFill>
                  <a:srgbClr val="DAE3E3"/>
                </a:solidFill>
                <a:effectLst/>
                <a:latin typeface="Consolas" panose="020B0609020204030204" pitchFamily="49" charset="0"/>
              </a:rPr>
              <a:t>  } </a:t>
            </a:r>
            <a:r>
              <a:rPr lang="en-US" b="0" dirty="0">
                <a:solidFill>
                  <a:srgbClr val="C586C0"/>
                </a:solidFill>
                <a:effectLst/>
                <a:latin typeface="Consolas" panose="020B0609020204030204" pitchFamily="49" charset="0"/>
              </a:rPr>
              <a:t>else</a:t>
            </a:r>
            <a:r>
              <a:rPr lang="en-US" b="0" dirty="0">
                <a:solidFill>
                  <a:srgbClr val="DAE3E3"/>
                </a:solidFill>
                <a:effectLst/>
                <a:latin typeface="Consolas" panose="020B0609020204030204" pitchFamily="49" charset="0"/>
              </a:rPr>
              <a:t> {</a:t>
            </a:r>
          </a:p>
          <a:p>
            <a:pPr>
              <a:buNone/>
            </a:pPr>
            <a:r>
              <a:rPr lang="en-US" b="0" dirty="0">
                <a:solidFill>
                  <a:srgbClr val="DAE3E3"/>
                </a:solidFill>
                <a:effectLst/>
                <a:latin typeface="Consolas" panose="020B0609020204030204" pitchFamily="49" charset="0"/>
              </a:rPr>
              <a:t>    </a:t>
            </a:r>
            <a:r>
              <a:rPr lang="en-US" b="0" dirty="0" err="1">
                <a:solidFill>
                  <a:srgbClr val="F39C12"/>
                </a:solidFill>
                <a:effectLst/>
                <a:latin typeface="Consolas" panose="020B0609020204030204" pitchFamily="49" charset="0"/>
              </a:rPr>
              <a:t>come_back</a:t>
            </a:r>
            <a:r>
              <a:rPr lang="en-US" b="0" dirty="0">
                <a:solidFill>
                  <a:srgbClr val="DAE3E3"/>
                </a:solidFill>
                <a:effectLst/>
                <a:latin typeface="Consolas" panose="020B0609020204030204" pitchFamily="49" charset="0"/>
              </a:rPr>
              <a:t>();</a:t>
            </a:r>
          </a:p>
          <a:p>
            <a:pPr>
              <a:buNone/>
            </a:pPr>
            <a:r>
              <a:rPr lang="en-US" b="0" dirty="0">
                <a:solidFill>
                  <a:srgbClr val="DAE3E3"/>
                </a:solidFill>
                <a:effectLst/>
                <a:latin typeface="Consolas" panose="020B0609020204030204" pitchFamily="49" charset="0"/>
              </a:rPr>
              <a:t>  }</a:t>
            </a:r>
          </a:p>
          <a:p>
            <a:pPr>
              <a:buNone/>
            </a:pPr>
            <a:r>
              <a:rPr lang="en-US" b="0" dirty="0">
                <a:solidFill>
                  <a:srgbClr val="DAE3E3"/>
                </a:solidFill>
                <a:effectLst/>
                <a:latin typeface="Consolas" panose="020B0609020204030204" pitchFamily="49" charset="0"/>
              </a:rPr>
              <a:t>}</a:t>
            </a:r>
          </a:p>
        </p:txBody>
      </p:sp>
    </p:spTree>
    <p:extLst>
      <p:ext uri="{BB962C8B-B14F-4D97-AF65-F5344CB8AC3E}">
        <p14:creationId xmlns:p14="http://schemas.microsoft.com/office/powerpoint/2010/main" val="17489659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Slate</Template>
  <TotalTime>360</TotalTime>
  <Words>6371</Words>
  <Application>Microsoft Office PowerPoint</Application>
  <PresentationFormat>Widescreen</PresentationFormat>
  <Paragraphs>651</Paragraphs>
  <Slides>46</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46</vt:i4>
      </vt:variant>
    </vt:vector>
  </HeadingPairs>
  <TitlesOfParts>
    <vt:vector size="54" baseType="lpstr">
      <vt:lpstr>Arial</vt:lpstr>
      <vt:lpstr>B Titr</vt:lpstr>
      <vt:lpstr>Calibri</vt:lpstr>
      <vt:lpstr>Calisto MT</vt:lpstr>
      <vt:lpstr>Consolas</vt:lpstr>
      <vt:lpstr>IRANSans</vt:lpstr>
      <vt:lpstr>Wingdings 2</vt:lpstr>
      <vt:lpstr>Slate</vt:lpstr>
      <vt:lpstr>ربات فوتبالیست وزن آزاد</vt:lpstr>
      <vt:lpstr>PowerPoint Presentation</vt:lpstr>
      <vt:lpstr>PowerPoint Presentation</vt:lpstr>
      <vt:lpstr>PowerPoint Presentation</vt:lpstr>
      <vt:lpstr>PowerPoint Presentation</vt:lpstr>
      <vt:lpstr>تعاریف اولیه</vt:lpstr>
      <vt:lpstr>خواندن شماره ربات</vt:lpstr>
      <vt:lpstr>راه اندازی موتور ها</vt:lpstr>
      <vt:lpstr>تابع تنظیمات موتورها</vt:lpstr>
      <vt:lpstr>تابع موتور</vt:lpstr>
      <vt:lpstr>جلوگیری از سرریز شدن pwm</vt:lpstr>
      <vt:lpstr>آزمایش تابع موتور</vt:lpstr>
      <vt:lpstr>تابع move</vt:lpstr>
      <vt:lpstr>تابع moveXY</vt:lpstr>
      <vt:lpstr>تابع moveXY</vt:lpstr>
      <vt:lpstr>تابع stop</vt:lpstr>
      <vt:lpstr>تست توابع حرکتی</vt:lpstr>
      <vt:lpstr>راه اندازی دوربین openMV</vt:lpstr>
      <vt:lpstr>PowerPoint Presentation</vt:lpstr>
      <vt:lpstr>راه اندازی دوربین openMV</vt:lpstr>
      <vt:lpstr>راه اندازی نمایشگر OLEd</vt:lpstr>
      <vt:lpstr>PowerPoint Presentation</vt:lpstr>
      <vt:lpstr>راه اندازی نمایشگر OLED</vt:lpstr>
      <vt:lpstr>نوشتن یک تعقیب توپ ساده</vt:lpstr>
      <vt:lpstr>نوشتن شیفت حرکت ها</vt:lpstr>
      <vt:lpstr>تعریف تابع clamp</vt:lpstr>
      <vt:lpstr>راه اندازی سنسور TDAxis12</vt:lpstr>
      <vt:lpstr>PowerPoint Presentation</vt:lpstr>
      <vt:lpstr>راه اندازی شوت و اسپین</vt:lpstr>
      <vt:lpstr>استفاده از شوت</vt:lpstr>
      <vt:lpstr>استفاده از اسپین</vt:lpstr>
      <vt:lpstr>خواندن سنسورهای کف</vt:lpstr>
      <vt:lpstr>الگوریتم اوت</vt:lpstr>
      <vt:lpstr>الگوریتم اوت</vt:lpstr>
      <vt:lpstr>الگوریتم اوت</vt:lpstr>
      <vt:lpstr>ساخت تابع آپدیت</vt:lpstr>
      <vt:lpstr>استفاده از تابع update در loop</vt:lpstr>
      <vt:lpstr>تعریف تابع out_detected</vt:lpstr>
      <vt:lpstr>بازگشت به دروازه</vt:lpstr>
      <vt:lpstr>بازگشت به دروازه</vt:lpstr>
      <vt:lpstr>چرخاندن توپ به سمت عقب</vt:lpstr>
      <vt:lpstr>چرخاندن توپ به سمت عقب</vt:lpstr>
      <vt:lpstr>تابع catch_ball</vt:lpstr>
      <vt:lpstr>PowerPoint Presentation</vt:lpstr>
      <vt:lpstr>الگوریتم دروازه بان</vt:lpstr>
      <vt:lpstr>الگوریتم دروازه بان</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farhan daemi</dc:creator>
  <cp:lastModifiedBy>farhan daemi</cp:lastModifiedBy>
  <cp:revision>153</cp:revision>
  <dcterms:created xsi:type="dcterms:W3CDTF">2026-02-01T17:36:35Z</dcterms:created>
  <dcterms:modified xsi:type="dcterms:W3CDTF">2026-02-03T06:59:02Z</dcterms:modified>
</cp:coreProperties>
</file>