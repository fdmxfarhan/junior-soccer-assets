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54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6FDB4-AD47-0F6D-63A4-8D724FAE8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7F53D-8C3C-D25D-3F68-33AC76ED2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EF96C-1519-82CB-25B7-D6F13B86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E32C8-B586-8451-15D9-CF4E9DDA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6CB36-A432-4F0B-D058-E3FDE66B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5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1BD65-1F0A-4AA5-112F-E257229CE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C6573-B97E-5093-C938-903B1F9F3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DDAA9-F0CB-991E-2CE1-CE03D35DC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BAE67-53C3-218D-5E94-E74AE7138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CBE41-5A13-D723-1828-A2800A8B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6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BCFA-CB64-B5AB-2310-E0AF5F7F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B425E-D9D7-3051-8B56-8E0412C40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46D25-4F6B-EF2C-781A-A3851B8C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B88F-FD6E-9998-ED75-8ED568CF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58721-6519-3CCA-3319-3869978D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A232-9247-9475-E42C-4B3E0BBB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6A89B-A181-5727-5E43-5FA4F9835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CD2D7-15F9-6AEC-CF59-790B923E7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1B6E2-B5E2-0997-E006-5459D6103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64DE6-0460-A5AD-1909-D6CB89C7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CF56A-E4CC-AA89-7025-C2E0EC88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8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D4C9-CA90-D299-FC3B-87297CDBF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24BF4-7953-1981-5819-C2769EC25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B3CDA-6B86-A0D0-2030-04661959E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3E89CC-C184-163E-6D3B-B39FA1791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1275F-D170-EE39-FC8F-1821D336D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DFD55C-5942-13B4-708E-4BB6CF48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2BF6A-EF8B-8475-4E93-6D388743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F6BCBF-DCDF-0489-807E-A5007D55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46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FC83-3B36-51DF-7D94-167882DD9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A32AF-D29F-2F3C-3BD9-628685BD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7E1BD-31D9-8846-6B78-ECB6A79CA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49E48-3F3E-6ADD-04F1-C4F532B8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1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30C685-48C7-D236-ACCF-933AB56F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562F19-E396-7289-3F5F-D24ABD2D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F7AB4-E996-E89F-1E09-5D20E151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6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9673-A007-FB92-0DD3-F76E4327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6B591-F498-152F-24AA-6F82A6519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E9D0D-650A-FB5F-0295-89E2764E7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CEF43-1E09-1A9F-3DB0-9F000233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C0CD9-9168-0DD7-B351-3D1C7CBF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A5BB2-6961-3A23-E803-09A438BC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9CD0-D544-B3E9-3A27-86EBA0DD5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25E70C-4503-1222-D1B8-1F8521F8C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15A22-2815-51D2-0C4D-FABC0E9B1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F348A-0EE3-C577-3B76-7AD7FA66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1DB35-AAB9-0D63-5D3C-0BD3842D8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A2E77-A89E-42A5-BA71-EE0290DD3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00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A544-9F41-0D5A-593D-A78ED1D5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8F1D3-B11A-0722-FE7C-C0CFE329D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4CF53-49D0-0567-BFCE-815C0B7B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29B8B-1999-C539-D8B7-3CFB677E9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659E4-4F9B-862A-18D3-762775E4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52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273517-BF99-F8FC-7E40-2F6E9A1113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5D621-74E5-B616-E4F8-909906BF1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AE4B8-22D8-1188-FB66-3EC31262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23E90-08AD-1ED7-75B3-C168559F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DE968-FEA3-05BF-757C-BF021249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7BB239-31C4-52C0-B863-C4D3B0D7B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3552F-298A-5248-FFFA-F4824D48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90E22-3430-02F3-4A5C-AA17A76082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3E44F-8D7E-4C2E-AF7B-DAEDF01C860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CD206-D63F-3358-EE47-25D53C0C6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88608-5724-08F3-150F-D870C2A4A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0F64E-D5DB-4AF5-AD51-CD3C7DCA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6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3B367B-CB26-C13B-EB0C-3999E61E3FF8}"/>
              </a:ext>
            </a:extLst>
          </p:cNvPr>
          <p:cNvGrpSpPr/>
          <p:nvPr/>
        </p:nvGrpSpPr>
        <p:grpSpPr>
          <a:xfrm>
            <a:off x="4740180" y="3725461"/>
            <a:ext cx="2711640" cy="2258779"/>
            <a:chOff x="4216400" y="1863305"/>
            <a:chExt cx="3759199" cy="3131389"/>
          </a:xfrm>
        </p:grpSpPr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23B86B61-6AE8-2060-F1AE-57B2A5C0BC10}"/>
                </a:ext>
              </a:extLst>
            </p:cNvPr>
            <p:cNvSpPr/>
            <p:nvPr/>
          </p:nvSpPr>
          <p:spPr>
            <a:xfrm>
              <a:off x="4879675" y="1863305"/>
              <a:ext cx="2432649" cy="3131389"/>
            </a:xfrm>
            <a:prstGeom prst="flowChartProcess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CEEFA095-622B-BCA4-E9EE-76ED83A5066E}"/>
                </a:ext>
              </a:extLst>
            </p:cNvPr>
            <p:cNvSpPr/>
            <p:nvPr/>
          </p:nvSpPr>
          <p:spPr>
            <a:xfrm>
              <a:off x="4216400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337F3E62-B0FA-4C9D-71D1-EFD00D9B7373}"/>
                </a:ext>
              </a:extLst>
            </p:cNvPr>
            <p:cNvSpPr/>
            <p:nvPr/>
          </p:nvSpPr>
          <p:spPr>
            <a:xfrm>
              <a:off x="7312324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ADCAB0-B5B7-4707-6E14-F612F90E4FAE}"/>
              </a:ext>
            </a:extLst>
          </p:cNvPr>
          <p:cNvCxnSpPr/>
          <p:nvPr/>
        </p:nvCxnSpPr>
        <p:spPr>
          <a:xfrm flipV="1">
            <a:off x="4439920" y="4453530"/>
            <a:ext cx="0" cy="8026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048CAC-A34C-DC18-802A-B2F1BEFA8B4B}"/>
              </a:ext>
            </a:extLst>
          </p:cNvPr>
          <p:cNvCxnSpPr/>
          <p:nvPr/>
        </p:nvCxnSpPr>
        <p:spPr>
          <a:xfrm flipV="1">
            <a:off x="7743837" y="4453530"/>
            <a:ext cx="0" cy="8026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15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-0.47083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54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0.00065 -0.48079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405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7037E-7 L 0.00065 -0.47431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3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3B367B-CB26-C13B-EB0C-3999E61E3FF8}"/>
              </a:ext>
            </a:extLst>
          </p:cNvPr>
          <p:cNvGrpSpPr/>
          <p:nvPr/>
        </p:nvGrpSpPr>
        <p:grpSpPr>
          <a:xfrm>
            <a:off x="4740180" y="3725461"/>
            <a:ext cx="2711640" cy="2258779"/>
            <a:chOff x="4216400" y="1863305"/>
            <a:chExt cx="3759199" cy="3131389"/>
          </a:xfrm>
        </p:grpSpPr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23B86B61-6AE8-2060-F1AE-57B2A5C0BC10}"/>
                </a:ext>
              </a:extLst>
            </p:cNvPr>
            <p:cNvSpPr/>
            <p:nvPr/>
          </p:nvSpPr>
          <p:spPr>
            <a:xfrm>
              <a:off x="4879675" y="1863305"/>
              <a:ext cx="2432649" cy="3131389"/>
            </a:xfrm>
            <a:prstGeom prst="flowChartProcess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CEEFA095-622B-BCA4-E9EE-76ED83A5066E}"/>
                </a:ext>
              </a:extLst>
            </p:cNvPr>
            <p:cNvSpPr/>
            <p:nvPr/>
          </p:nvSpPr>
          <p:spPr>
            <a:xfrm>
              <a:off x="4216400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337F3E62-B0FA-4C9D-71D1-EFD00D9B7373}"/>
                </a:ext>
              </a:extLst>
            </p:cNvPr>
            <p:cNvSpPr/>
            <p:nvPr/>
          </p:nvSpPr>
          <p:spPr>
            <a:xfrm>
              <a:off x="7312324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ADCAB0-B5B7-4707-6E14-F612F90E4FAE}"/>
              </a:ext>
            </a:extLst>
          </p:cNvPr>
          <p:cNvCxnSpPr/>
          <p:nvPr/>
        </p:nvCxnSpPr>
        <p:spPr>
          <a:xfrm flipV="1">
            <a:off x="4439920" y="4453530"/>
            <a:ext cx="0" cy="8026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048CAC-A34C-DC18-802A-B2F1BEFA8B4B}"/>
              </a:ext>
            </a:extLst>
          </p:cNvPr>
          <p:cNvCxnSpPr>
            <a:cxnSpLocks/>
          </p:cNvCxnSpPr>
          <p:nvPr/>
        </p:nvCxnSpPr>
        <p:spPr>
          <a:xfrm>
            <a:off x="7749238" y="4482994"/>
            <a:ext cx="0" cy="77317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0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A170004-5F70-5219-0539-94A24054ED81}"/>
              </a:ext>
            </a:extLst>
          </p:cNvPr>
          <p:cNvGrpSpPr/>
          <p:nvPr/>
        </p:nvGrpSpPr>
        <p:grpSpPr>
          <a:xfrm>
            <a:off x="4439920" y="3725461"/>
            <a:ext cx="3309318" cy="2258779"/>
            <a:chOff x="4439920" y="3725461"/>
            <a:chExt cx="3309318" cy="22587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B3B367B-CB26-C13B-EB0C-3999E61E3FF8}"/>
                </a:ext>
              </a:extLst>
            </p:cNvPr>
            <p:cNvGrpSpPr/>
            <p:nvPr/>
          </p:nvGrpSpPr>
          <p:grpSpPr>
            <a:xfrm>
              <a:off x="4740180" y="3725461"/>
              <a:ext cx="2711640" cy="2258779"/>
              <a:chOff x="4216400" y="1863305"/>
              <a:chExt cx="3759199" cy="3131389"/>
            </a:xfrm>
          </p:grpSpPr>
          <p:sp>
            <p:nvSpPr>
              <p:cNvPr id="4" name="Flowchart: Process 3">
                <a:extLst>
                  <a:ext uri="{FF2B5EF4-FFF2-40B4-BE49-F238E27FC236}">
                    <a16:creationId xmlns:a16="http://schemas.microsoft.com/office/drawing/2014/main" id="{23B86B61-6AE8-2060-F1AE-57B2A5C0BC10}"/>
                  </a:ext>
                </a:extLst>
              </p:cNvPr>
              <p:cNvSpPr/>
              <p:nvPr/>
            </p:nvSpPr>
            <p:spPr>
              <a:xfrm>
                <a:off x="4879675" y="1863305"/>
                <a:ext cx="2432649" cy="3131389"/>
              </a:xfrm>
              <a:prstGeom prst="flowChartProcess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Flowchart: Alternate Process 4">
                <a:extLst>
                  <a:ext uri="{FF2B5EF4-FFF2-40B4-BE49-F238E27FC236}">
                    <a16:creationId xmlns:a16="http://schemas.microsoft.com/office/drawing/2014/main" id="{CEEFA095-622B-BCA4-E9EE-76ED83A5066E}"/>
                  </a:ext>
                </a:extLst>
              </p:cNvPr>
              <p:cNvSpPr/>
              <p:nvPr/>
            </p:nvSpPr>
            <p:spPr>
              <a:xfrm>
                <a:off x="4216400" y="2695754"/>
                <a:ext cx="663275" cy="146649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Flowchart: Alternate Process 6">
                <a:extLst>
                  <a:ext uri="{FF2B5EF4-FFF2-40B4-BE49-F238E27FC236}">
                    <a16:creationId xmlns:a16="http://schemas.microsoft.com/office/drawing/2014/main" id="{337F3E62-B0FA-4C9D-71D1-EFD00D9B7373}"/>
                  </a:ext>
                </a:extLst>
              </p:cNvPr>
              <p:cNvSpPr/>
              <p:nvPr/>
            </p:nvSpPr>
            <p:spPr>
              <a:xfrm>
                <a:off x="7312324" y="2695754"/>
                <a:ext cx="663275" cy="146649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5ADCAB0-B5B7-4707-6E14-F612F90E4FAE}"/>
                </a:ext>
              </a:extLst>
            </p:cNvPr>
            <p:cNvCxnSpPr/>
            <p:nvPr/>
          </p:nvCxnSpPr>
          <p:spPr>
            <a:xfrm flipV="1">
              <a:off x="4439920" y="4453530"/>
              <a:ext cx="0" cy="80264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5048CAC-A34C-DC18-802A-B2F1BEFA8B4B}"/>
                </a:ext>
              </a:extLst>
            </p:cNvPr>
            <p:cNvCxnSpPr>
              <a:cxnSpLocks/>
            </p:cNvCxnSpPr>
            <p:nvPr/>
          </p:nvCxnSpPr>
          <p:spPr>
            <a:xfrm>
              <a:off x="7749238" y="4482994"/>
              <a:ext cx="0" cy="77317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448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3B367B-CB26-C13B-EB0C-3999E61E3FF8}"/>
              </a:ext>
            </a:extLst>
          </p:cNvPr>
          <p:cNvGrpSpPr/>
          <p:nvPr/>
        </p:nvGrpSpPr>
        <p:grpSpPr>
          <a:xfrm>
            <a:off x="4740180" y="3725461"/>
            <a:ext cx="2711640" cy="2258779"/>
            <a:chOff x="4216400" y="1863305"/>
            <a:chExt cx="3759199" cy="3131389"/>
          </a:xfrm>
        </p:grpSpPr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23B86B61-6AE8-2060-F1AE-57B2A5C0BC10}"/>
                </a:ext>
              </a:extLst>
            </p:cNvPr>
            <p:cNvSpPr/>
            <p:nvPr/>
          </p:nvSpPr>
          <p:spPr>
            <a:xfrm>
              <a:off x="4879675" y="1863305"/>
              <a:ext cx="2432649" cy="3131389"/>
            </a:xfrm>
            <a:prstGeom prst="flowChartProcess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CEEFA095-622B-BCA4-E9EE-76ED83A5066E}"/>
                </a:ext>
              </a:extLst>
            </p:cNvPr>
            <p:cNvSpPr/>
            <p:nvPr/>
          </p:nvSpPr>
          <p:spPr>
            <a:xfrm>
              <a:off x="4216400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337F3E62-B0FA-4C9D-71D1-EFD00D9B7373}"/>
                </a:ext>
              </a:extLst>
            </p:cNvPr>
            <p:cNvSpPr/>
            <p:nvPr/>
          </p:nvSpPr>
          <p:spPr>
            <a:xfrm>
              <a:off x="7312324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ADCAB0-B5B7-4707-6E14-F612F90E4FAE}"/>
              </a:ext>
            </a:extLst>
          </p:cNvPr>
          <p:cNvCxnSpPr>
            <a:cxnSpLocks/>
          </p:cNvCxnSpPr>
          <p:nvPr/>
        </p:nvCxnSpPr>
        <p:spPr>
          <a:xfrm flipV="1">
            <a:off x="4439920" y="4236720"/>
            <a:ext cx="0" cy="10194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4ACF533-811E-9770-10A0-03866F582161}"/>
              </a:ext>
            </a:extLst>
          </p:cNvPr>
          <p:cNvCxnSpPr>
            <a:cxnSpLocks/>
          </p:cNvCxnSpPr>
          <p:nvPr/>
        </p:nvCxnSpPr>
        <p:spPr>
          <a:xfrm flipV="1">
            <a:off x="7716520" y="4663440"/>
            <a:ext cx="0" cy="3793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96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6C3017A-ECC9-DE1F-65C4-5A91AE1EC8CA}"/>
              </a:ext>
            </a:extLst>
          </p:cNvPr>
          <p:cNvGrpSpPr/>
          <p:nvPr/>
        </p:nvGrpSpPr>
        <p:grpSpPr>
          <a:xfrm>
            <a:off x="4439920" y="3725461"/>
            <a:ext cx="3276600" cy="2258779"/>
            <a:chOff x="4439920" y="3725461"/>
            <a:chExt cx="3276600" cy="22587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B3B367B-CB26-C13B-EB0C-3999E61E3FF8}"/>
                </a:ext>
              </a:extLst>
            </p:cNvPr>
            <p:cNvGrpSpPr/>
            <p:nvPr/>
          </p:nvGrpSpPr>
          <p:grpSpPr>
            <a:xfrm>
              <a:off x="4740180" y="3725461"/>
              <a:ext cx="2711640" cy="2258779"/>
              <a:chOff x="4216400" y="1863305"/>
              <a:chExt cx="3759199" cy="3131389"/>
            </a:xfrm>
          </p:grpSpPr>
          <p:sp>
            <p:nvSpPr>
              <p:cNvPr id="4" name="Flowchart: Process 3">
                <a:extLst>
                  <a:ext uri="{FF2B5EF4-FFF2-40B4-BE49-F238E27FC236}">
                    <a16:creationId xmlns:a16="http://schemas.microsoft.com/office/drawing/2014/main" id="{23B86B61-6AE8-2060-F1AE-57B2A5C0BC10}"/>
                  </a:ext>
                </a:extLst>
              </p:cNvPr>
              <p:cNvSpPr/>
              <p:nvPr/>
            </p:nvSpPr>
            <p:spPr>
              <a:xfrm>
                <a:off x="4879675" y="1863305"/>
                <a:ext cx="2432649" cy="3131389"/>
              </a:xfrm>
              <a:prstGeom prst="flowChartProcess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lowchart: Alternate Process 4">
                <a:extLst>
                  <a:ext uri="{FF2B5EF4-FFF2-40B4-BE49-F238E27FC236}">
                    <a16:creationId xmlns:a16="http://schemas.microsoft.com/office/drawing/2014/main" id="{CEEFA095-622B-BCA4-E9EE-76ED83A5066E}"/>
                  </a:ext>
                </a:extLst>
              </p:cNvPr>
              <p:cNvSpPr/>
              <p:nvPr/>
            </p:nvSpPr>
            <p:spPr>
              <a:xfrm>
                <a:off x="4216400" y="2695754"/>
                <a:ext cx="663275" cy="146649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Flowchart: Alternate Process 6">
                <a:extLst>
                  <a:ext uri="{FF2B5EF4-FFF2-40B4-BE49-F238E27FC236}">
                    <a16:creationId xmlns:a16="http://schemas.microsoft.com/office/drawing/2014/main" id="{337F3E62-B0FA-4C9D-71D1-EFD00D9B7373}"/>
                  </a:ext>
                </a:extLst>
              </p:cNvPr>
              <p:cNvSpPr/>
              <p:nvPr/>
            </p:nvSpPr>
            <p:spPr>
              <a:xfrm>
                <a:off x="7312324" y="2695754"/>
                <a:ext cx="663275" cy="146649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5ADCAB0-B5B7-4707-6E14-F612F90E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920" y="4236720"/>
              <a:ext cx="0" cy="101945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54ACF533-811E-9770-10A0-03866F582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6520" y="4663440"/>
              <a:ext cx="0" cy="37937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938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648 L 0.00325 0.00648 C 0.00377 -0.02546 0.0039 -0.05741 0.00508 -0.08912 C 0.00521 -0.09352 0.00625 -0.09792 0.0069 -0.10231 C 0.01406 -0.15671 0.00195 -0.07014 0.0125 -0.13518 C 0.01328 -0.14051 0.01354 -0.1463 0.01432 -0.15162 C 0.01471 -0.15509 0.01562 -0.1581 0.01614 -0.16157 C 0.01679 -0.16528 0.01719 -0.16921 0.01797 -0.17292 C 0.01979 -0.18125 0.02213 -0.19306 0.02539 -0.20093 C 0.02682 -0.2044 0.02877 -0.20741 0.03008 -0.21088 C 0.03125 -0.21389 0.03177 -0.21759 0.03281 -0.22083 C 0.03581 -0.22963 0.03737 -0.23241 0.04114 -0.24051 C 0.04179 -0.24375 0.04206 -0.24722 0.04297 -0.25046 C 0.04427 -0.25463 0.04622 -0.25787 0.04765 -0.26181 C 0.0487 -0.26458 0.04935 -0.26759 0.05039 -0.27014 C 0.05247 -0.27523 0.05442 -0.28056 0.0569 -0.28495 C 0.05781 -0.28657 0.05885 -0.28819 0.05963 -0.28981 C 0.06081 -0.29213 0.0638 -0.30185 0.06432 -0.30301 C 0.06484 -0.30463 0.06536 -0.30648 0.06614 -0.30787 C 0.07005 -0.31481 0.072 -0.31505 0.0763 -0.32106 C 0.08268 -0.32986 0.075 -0.32315 0.08372 -0.3294 C 0.08711 -0.33426 0.09023 -0.34028 0.09401 -0.34421 C 0.09544 -0.34583 0.09713 -0.34722 0.09857 -0.34907 C 0.09961 -0.35046 0.10026 -0.35278 0.1013 -0.35417 C 0.10273 -0.35556 0.10456 -0.35579 0.10599 -0.35741 C 0.10768 -0.35926 0.10898 -0.36204 0.11067 -0.36389 C 0.1151 -0.36944 0.11445 -0.36852 0.11901 -0.3706 C 0.12044 -0.37338 0.12187 -0.37639 0.12357 -0.3787 C 0.12617 -0.38241 0.12903 -0.38426 0.1319 -0.38704 C 0.13346 -0.38843 0.13502 -0.39005 0.13659 -0.3919 C 0.13789 -0.39352 0.13893 -0.3956 0.14023 -0.39676 C 0.1414 -0.39792 0.14271 -0.39792 0.14401 -0.39861 C 0.14557 -0.40023 0.147 -0.40185 0.14857 -0.40347 C 0.14987 -0.40463 0.15117 -0.40532 0.15234 -0.40671 C 0.15338 -0.4081 0.1539 -0.41042 0.15508 -0.41157 C 0.15625 -0.41273 0.15755 -0.4125 0.15872 -0.41343 C 0.16536 -0.41806 0.16289 -0.41829 0.16901 -0.42153 C 0.18711 -0.43148 0.16823 -0.42037 0.18099 -0.42639 C 0.19284 -0.43218 0.17956 -0.42755 0.19401 -0.4331 C 0.19583 -0.4338 0.19765 -0.43403 0.19948 -0.43472 C 0.20104 -0.43518 0.2026 -0.43588 0.20416 -0.43634 C 0.21302 -0.44259 0.20442 -0.43727 0.21432 -0.4412 C 0.21653 -0.44213 0.21862 -0.44444 0.22083 -0.44468 C 0.23841 -0.4456 0.25599 -0.44468 0.2737 -0.44468 " pathEditMode="relative" ptsTypes="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800000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3B367B-CB26-C13B-EB0C-3999E61E3FF8}"/>
              </a:ext>
            </a:extLst>
          </p:cNvPr>
          <p:cNvGrpSpPr/>
          <p:nvPr/>
        </p:nvGrpSpPr>
        <p:grpSpPr>
          <a:xfrm>
            <a:off x="4740180" y="3725461"/>
            <a:ext cx="2711640" cy="2258779"/>
            <a:chOff x="4216400" y="1863305"/>
            <a:chExt cx="3759199" cy="3131389"/>
          </a:xfrm>
        </p:grpSpPr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23B86B61-6AE8-2060-F1AE-57B2A5C0BC10}"/>
                </a:ext>
              </a:extLst>
            </p:cNvPr>
            <p:cNvSpPr/>
            <p:nvPr/>
          </p:nvSpPr>
          <p:spPr>
            <a:xfrm>
              <a:off x="4879675" y="1863305"/>
              <a:ext cx="2432649" cy="3131389"/>
            </a:xfrm>
            <a:prstGeom prst="flowChartProcess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CEEFA095-622B-BCA4-E9EE-76ED83A5066E}"/>
                </a:ext>
              </a:extLst>
            </p:cNvPr>
            <p:cNvSpPr/>
            <p:nvPr/>
          </p:nvSpPr>
          <p:spPr>
            <a:xfrm>
              <a:off x="4216400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337F3E62-B0FA-4C9D-71D1-EFD00D9B7373}"/>
                </a:ext>
              </a:extLst>
            </p:cNvPr>
            <p:cNvSpPr/>
            <p:nvPr/>
          </p:nvSpPr>
          <p:spPr>
            <a:xfrm>
              <a:off x="7312324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AF73D8-B970-0876-17C8-4A8F8230AE81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096000" y="1794933"/>
            <a:ext cx="0" cy="19305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AC67CCC-6B0F-7889-64F0-75FF0CBA7B5C}"/>
              </a:ext>
            </a:extLst>
          </p:cNvPr>
          <p:cNvCxnSpPr>
            <a:cxnSpLocks/>
            <a:stCxn id="4" idx="0"/>
          </p:cNvCxnSpPr>
          <p:nvPr/>
        </p:nvCxnSpPr>
        <p:spPr>
          <a:xfrm rot="5400000" flipH="1" flipV="1">
            <a:off x="6141091" y="1851442"/>
            <a:ext cx="1828928" cy="1919111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8B074A98-6925-39EC-CFC6-663701136522}"/>
              </a:ext>
            </a:extLst>
          </p:cNvPr>
          <p:cNvCxnSpPr>
            <a:cxnSpLocks/>
            <a:stCxn id="4" idx="0"/>
          </p:cNvCxnSpPr>
          <p:nvPr/>
        </p:nvCxnSpPr>
        <p:spPr>
          <a:xfrm rot="5400000" flipH="1" flipV="1">
            <a:off x="6389447" y="2099798"/>
            <a:ext cx="1332217" cy="1919111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42FE3A0-A0F8-B072-B8D7-E0D375144CEB}"/>
              </a:ext>
            </a:extLst>
          </p:cNvPr>
          <p:cNvCxnSpPr>
            <a:cxnSpLocks/>
            <a:stCxn id="4" idx="0"/>
          </p:cNvCxnSpPr>
          <p:nvPr/>
        </p:nvCxnSpPr>
        <p:spPr>
          <a:xfrm rot="5400000" flipH="1" flipV="1">
            <a:off x="6671669" y="2382020"/>
            <a:ext cx="767772" cy="1919111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C99D3EDF-CC94-B114-D053-748E75392F2C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21978" y="1800640"/>
            <a:ext cx="1828928" cy="1919111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7602314B-925E-D621-A75F-F8FA95A5E7A2}"/>
              </a:ext>
            </a:extLst>
          </p:cNvPr>
          <p:cNvCxnSpPr>
            <a:cxnSpLocks/>
          </p:cNvCxnSpPr>
          <p:nvPr/>
        </p:nvCxnSpPr>
        <p:spPr>
          <a:xfrm rot="16200000" flipV="1">
            <a:off x="4470334" y="2048996"/>
            <a:ext cx="1332217" cy="1919111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4058116-9C83-0F9E-45F9-96809EFAD574}"/>
              </a:ext>
            </a:extLst>
          </p:cNvPr>
          <p:cNvCxnSpPr>
            <a:cxnSpLocks/>
          </p:cNvCxnSpPr>
          <p:nvPr/>
        </p:nvCxnSpPr>
        <p:spPr>
          <a:xfrm rot="16200000" flipV="1">
            <a:off x="4752556" y="2331218"/>
            <a:ext cx="767772" cy="1919111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07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3B367B-CB26-C13B-EB0C-3999E61E3FF8}"/>
              </a:ext>
            </a:extLst>
          </p:cNvPr>
          <p:cNvGrpSpPr/>
          <p:nvPr/>
        </p:nvGrpSpPr>
        <p:grpSpPr>
          <a:xfrm>
            <a:off x="4740180" y="2099861"/>
            <a:ext cx="2711640" cy="2258779"/>
            <a:chOff x="4216400" y="1863305"/>
            <a:chExt cx="3759199" cy="3131389"/>
          </a:xfrm>
        </p:grpSpPr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23B86B61-6AE8-2060-F1AE-57B2A5C0BC10}"/>
                </a:ext>
              </a:extLst>
            </p:cNvPr>
            <p:cNvSpPr/>
            <p:nvPr/>
          </p:nvSpPr>
          <p:spPr>
            <a:xfrm>
              <a:off x="4879675" y="1863305"/>
              <a:ext cx="2432649" cy="3131389"/>
            </a:xfrm>
            <a:prstGeom prst="flowChartProcess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CEEFA095-622B-BCA4-E9EE-76ED83A5066E}"/>
                </a:ext>
              </a:extLst>
            </p:cNvPr>
            <p:cNvSpPr/>
            <p:nvPr/>
          </p:nvSpPr>
          <p:spPr>
            <a:xfrm>
              <a:off x="4216400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337F3E62-B0FA-4C9D-71D1-EFD00D9B7373}"/>
                </a:ext>
              </a:extLst>
            </p:cNvPr>
            <p:cNvSpPr/>
            <p:nvPr/>
          </p:nvSpPr>
          <p:spPr>
            <a:xfrm>
              <a:off x="7312324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517A3C9-9F87-DF72-D745-E3D035BB0038}"/>
              </a:ext>
            </a:extLst>
          </p:cNvPr>
          <p:cNvCxnSpPr>
            <a:cxnSpLocks/>
          </p:cNvCxnSpPr>
          <p:nvPr/>
        </p:nvCxnSpPr>
        <p:spPr>
          <a:xfrm flipV="1">
            <a:off x="6096000" y="699911"/>
            <a:ext cx="0" cy="2607862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Arrow: U-Turn 9">
            <a:extLst>
              <a:ext uri="{FF2B5EF4-FFF2-40B4-BE49-F238E27FC236}">
                <a16:creationId xmlns:a16="http://schemas.microsoft.com/office/drawing/2014/main" id="{F2ABE0EE-6F69-A17C-54CF-E787E50AE715}"/>
              </a:ext>
            </a:extLst>
          </p:cNvPr>
          <p:cNvSpPr/>
          <p:nvPr/>
        </p:nvSpPr>
        <p:spPr>
          <a:xfrm>
            <a:off x="5591733" y="2756124"/>
            <a:ext cx="1080577" cy="718055"/>
          </a:xfrm>
          <a:prstGeom prst="uturnArrow">
            <a:avLst>
              <a:gd name="adj1" fmla="val 7307"/>
              <a:gd name="adj2" fmla="val 11857"/>
              <a:gd name="adj3" fmla="val 13879"/>
              <a:gd name="adj4" fmla="val 71142"/>
              <a:gd name="adj5" fmla="val 100000"/>
            </a:avLst>
          </a:prstGeom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762B83-662E-319F-4338-E3C70667F829}"/>
              </a:ext>
            </a:extLst>
          </p:cNvPr>
          <p:cNvSpPr txBox="1"/>
          <p:nvPr/>
        </p:nvSpPr>
        <p:spPr>
          <a:xfrm>
            <a:off x="6239047" y="643256"/>
            <a:ext cx="131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Vx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3D0A2-2521-1B00-D924-7E4E5571EA80}"/>
              </a:ext>
            </a:extLst>
          </p:cNvPr>
          <p:cNvSpPr txBox="1"/>
          <p:nvPr/>
        </p:nvSpPr>
        <p:spPr>
          <a:xfrm>
            <a:off x="6239047" y="3167030"/>
            <a:ext cx="131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2"/>
                </a:solidFill>
                <a:latin typeface="Consolas" panose="020B0609020204030204" pitchFamily="49" charset="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24940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3B367B-CB26-C13B-EB0C-3999E61E3FF8}"/>
              </a:ext>
            </a:extLst>
          </p:cNvPr>
          <p:cNvGrpSpPr/>
          <p:nvPr/>
        </p:nvGrpSpPr>
        <p:grpSpPr>
          <a:xfrm>
            <a:off x="8792890" y="2299610"/>
            <a:ext cx="2711640" cy="2258779"/>
            <a:chOff x="4216400" y="1863305"/>
            <a:chExt cx="3759199" cy="3131389"/>
          </a:xfrm>
        </p:grpSpPr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23B86B61-6AE8-2060-F1AE-57B2A5C0BC10}"/>
                </a:ext>
              </a:extLst>
            </p:cNvPr>
            <p:cNvSpPr/>
            <p:nvPr/>
          </p:nvSpPr>
          <p:spPr>
            <a:xfrm>
              <a:off x="4879675" y="1863305"/>
              <a:ext cx="2432649" cy="3131389"/>
            </a:xfrm>
            <a:prstGeom prst="flowChartProcess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CEEFA095-622B-BCA4-E9EE-76ED83A5066E}"/>
                </a:ext>
              </a:extLst>
            </p:cNvPr>
            <p:cNvSpPr/>
            <p:nvPr/>
          </p:nvSpPr>
          <p:spPr>
            <a:xfrm>
              <a:off x="4216400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337F3E62-B0FA-4C9D-71D1-EFD00D9B7373}"/>
                </a:ext>
              </a:extLst>
            </p:cNvPr>
            <p:cNvSpPr/>
            <p:nvPr/>
          </p:nvSpPr>
          <p:spPr>
            <a:xfrm>
              <a:off x="7312324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517A3C9-9F87-DF72-D745-E3D035BB0038}"/>
              </a:ext>
            </a:extLst>
          </p:cNvPr>
          <p:cNvCxnSpPr>
            <a:cxnSpLocks/>
          </p:cNvCxnSpPr>
          <p:nvPr/>
        </p:nvCxnSpPr>
        <p:spPr>
          <a:xfrm flipV="1">
            <a:off x="10148710" y="899660"/>
            <a:ext cx="0" cy="2607862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Arrow: U-Turn 9">
            <a:extLst>
              <a:ext uri="{FF2B5EF4-FFF2-40B4-BE49-F238E27FC236}">
                <a16:creationId xmlns:a16="http://schemas.microsoft.com/office/drawing/2014/main" id="{F2ABE0EE-6F69-A17C-54CF-E787E50AE715}"/>
              </a:ext>
            </a:extLst>
          </p:cNvPr>
          <p:cNvSpPr/>
          <p:nvPr/>
        </p:nvSpPr>
        <p:spPr>
          <a:xfrm>
            <a:off x="9644443" y="2955873"/>
            <a:ext cx="1080577" cy="718055"/>
          </a:xfrm>
          <a:prstGeom prst="uturnArrow">
            <a:avLst>
              <a:gd name="adj1" fmla="val 7307"/>
              <a:gd name="adj2" fmla="val 11857"/>
              <a:gd name="adj3" fmla="val 13879"/>
              <a:gd name="adj4" fmla="val 71142"/>
              <a:gd name="adj5" fmla="val 100000"/>
            </a:avLst>
          </a:prstGeom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762B83-662E-319F-4338-E3C70667F829}"/>
              </a:ext>
            </a:extLst>
          </p:cNvPr>
          <p:cNvSpPr txBox="1"/>
          <p:nvPr/>
        </p:nvSpPr>
        <p:spPr>
          <a:xfrm>
            <a:off x="10291757" y="843005"/>
            <a:ext cx="131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Vx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3D0A2-2521-1B00-D924-7E4E5571EA80}"/>
              </a:ext>
            </a:extLst>
          </p:cNvPr>
          <p:cNvSpPr txBox="1"/>
          <p:nvPr/>
        </p:nvSpPr>
        <p:spPr>
          <a:xfrm>
            <a:off x="10291757" y="3366779"/>
            <a:ext cx="131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2"/>
                </a:solidFill>
                <a:latin typeface="Consolas" panose="020B0609020204030204" pitchFamily="49" charset="0"/>
              </a:rPr>
              <a:t>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D5497-D5F0-861C-DD86-8EFEA971F9C9}"/>
                  </a:ext>
                </a:extLst>
              </p:cNvPr>
              <p:cNvSpPr txBox="1"/>
              <p:nvPr/>
            </p:nvSpPr>
            <p:spPr>
              <a:xfrm>
                <a:off x="1073044" y="2023074"/>
                <a:ext cx="78251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D5497-D5F0-861C-DD86-8EFEA971F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4" y="2023074"/>
                <a:ext cx="782517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8F6D5-76FC-0E3A-A34A-97B4B3EB493D}"/>
                  </a:ext>
                </a:extLst>
              </p:cNvPr>
              <p:cNvSpPr txBox="1"/>
              <p:nvPr/>
            </p:nvSpPr>
            <p:spPr>
              <a:xfrm>
                <a:off x="1073043" y="3383845"/>
                <a:ext cx="78251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8F6D5-76FC-0E3A-A34A-97B4B3EB4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3" y="3383845"/>
                <a:ext cx="7825179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3329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3B367B-CB26-C13B-EB0C-3999E61E3FF8}"/>
              </a:ext>
            </a:extLst>
          </p:cNvPr>
          <p:cNvGrpSpPr/>
          <p:nvPr/>
        </p:nvGrpSpPr>
        <p:grpSpPr>
          <a:xfrm>
            <a:off x="8792890" y="2299610"/>
            <a:ext cx="2711640" cy="2258779"/>
            <a:chOff x="4216400" y="1863305"/>
            <a:chExt cx="3759199" cy="3131389"/>
          </a:xfrm>
        </p:grpSpPr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23B86B61-6AE8-2060-F1AE-57B2A5C0BC10}"/>
                </a:ext>
              </a:extLst>
            </p:cNvPr>
            <p:cNvSpPr/>
            <p:nvPr/>
          </p:nvSpPr>
          <p:spPr>
            <a:xfrm>
              <a:off x="4879675" y="1863305"/>
              <a:ext cx="2432649" cy="3131389"/>
            </a:xfrm>
            <a:prstGeom prst="flowChartProcess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CEEFA095-622B-BCA4-E9EE-76ED83A5066E}"/>
                </a:ext>
              </a:extLst>
            </p:cNvPr>
            <p:cNvSpPr/>
            <p:nvPr/>
          </p:nvSpPr>
          <p:spPr>
            <a:xfrm>
              <a:off x="4216400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337F3E62-B0FA-4C9D-71D1-EFD00D9B7373}"/>
                </a:ext>
              </a:extLst>
            </p:cNvPr>
            <p:cNvSpPr/>
            <p:nvPr/>
          </p:nvSpPr>
          <p:spPr>
            <a:xfrm>
              <a:off x="7312324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517A3C9-9F87-DF72-D745-E3D035BB0038}"/>
              </a:ext>
            </a:extLst>
          </p:cNvPr>
          <p:cNvCxnSpPr>
            <a:cxnSpLocks/>
          </p:cNvCxnSpPr>
          <p:nvPr/>
        </p:nvCxnSpPr>
        <p:spPr>
          <a:xfrm flipV="1">
            <a:off x="10148710" y="899660"/>
            <a:ext cx="0" cy="2607862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Arrow: U-Turn 9">
            <a:extLst>
              <a:ext uri="{FF2B5EF4-FFF2-40B4-BE49-F238E27FC236}">
                <a16:creationId xmlns:a16="http://schemas.microsoft.com/office/drawing/2014/main" id="{F2ABE0EE-6F69-A17C-54CF-E787E50AE715}"/>
              </a:ext>
            </a:extLst>
          </p:cNvPr>
          <p:cNvSpPr/>
          <p:nvPr/>
        </p:nvSpPr>
        <p:spPr>
          <a:xfrm>
            <a:off x="9644443" y="2955873"/>
            <a:ext cx="1080577" cy="718055"/>
          </a:xfrm>
          <a:prstGeom prst="uturnArrow">
            <a:avLst>
              <a:gd name="adj1" fmla="val 7307"/>
              <a:gd name="adj2" fmla="val 11857"/>
              <a:gd name="adj3" fmla="val 13879"/>
              <a:gd name="adj4" fmla="val 71142"/>
              <a:gd name="adj5" fmla="val 100000"/>
            </a:avLst>
          </a:prstGeom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762B83-662E-319F-4338-E3C70667F829}"/>
              </a:ext>
            </a:extLst>
          </p:cNvPr>
          <p:cNvSpPr txBox="1"/>
          <p:nvPr/>
        </p:nvSpPr>
        <p:spPr>
          <a:xfrm>
            <a:off x="10291757" y="843005"/>
            <a:ext cx="131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Vx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3D0A2-2521-1B00-D924-7E4E5571EA80}"/>
              </a:ext>
            </a:extLst>
          </p:cNvPr>
          <p:cNvSpPr txBox="1"/>
          <p:nvPr/>
        </p:nvSpPr>
        <p:spPr>
          <a:xfrm>
            <a:off x="10291757" y="3366779"/>
            <a:ext cx="131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2"/>
                </a:solidFill>
                <a:latin typeface="Consolas" panose="020B0609020204030204" pitchFamily="49" charset="0"/>
              </a:rPr>
              <a:t>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D5497-D5F0-861C-DD86-8EFEA971F9C9}"/>
                  </a:ext>
                </a:extLst>
              </p:cNvPr>
              <p:cNvSpPr txBox="1"/>
              <p:nvPr/>
            </p:nvSpPr>
            <p:spPr>
              <a:xfrm>
                <a:off x="1073044" y="2023074"/>
                <a:ext cx="78251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D5497-D5F0-861C-DD86-8EFEA971F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4" y="2023074"/>
                <a:ext cx="782517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8F6D5-76FC-0E3A-A34A-97B4B3EB493D}"/>
                  </a:ext>
                </a:extLst>
              </p:cNvPr>
              <p:cNvSpPr txBox="1"/>
              <p:nvPr/>
            </p:nvSpPr>
            <p:spPr>
              <a:xfrm>
                <a:off x="1073043" y="3383845"/>
                <a:ext cx="78251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8F6D5-76FC-0E3A-A34A-97B4B3EB4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3" y="3383845"/>
                <a:ext cx="7825179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F4EE8-FF8E-BE8E-BBEF-97CCD03D5E18}"/>
                  </a:ext>
                </a:extLst>
              </p:cNvPr>
              <p:cNvSpPr txBox="1"/>
              <p:nvPr/>
            </p:nvSpPr>
            <p:spPr>
              <a:xfrm>
                <a:off x="1073042" y="1068656"/>
                <a:ext cx="78251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F4EE8-FF8E-BE8E-BBEF-97CCD03D5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2" y="1068656"/>
                <a:ext cx="7825179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CDFA44-CA49-B127-786F-0A435246C2B0}"/>
                  </a:ext>
                </a:extLst>
              </p:cNvPr>
              <p:cNvSpPr txBox="1"/>
              <p:nvPr/>
            </p:nvSpPr>
            <p:spPr>
              <a:xfrm>
                <a:off x="5577743" y="2299610"/>
                <a:ext cx="17266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CDFA44-CA49-B127-786F-0A435246C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743" y="2299610"/>
                <a:ext cx="172660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CD904F-372C-44C4-4373-552F5ED9CD2B}"/>
                  </a:ext>
                </a:extLst>
              </p:cNvPr>
              <p:cNvSpPr txBox="1"/>
              <p:nvPr/>
            </p:nvSpPr>
            <p:spPr>
              <a:xfrm>
                <a:off x="5577743" y="3603971"/>
                <a:ext cx="17266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CD904F-372C-44C4-4373-552F5ED9C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743" y="3603971"/>
                <a:ext cx="1726602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79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3B367B-CB26-C13B-EB0C-3999E61E3FF8}"/>
              </a:ext>
            </a:extLst>
          </p:cNvPr>
          <p:cNvGrpSpPr/>
          <p:nvPr/>
        </p:nvGrpSpPr>
        <p:grpSpPr>
          <a:xfrm>
            <a:off x="8792890" y="2299610"/>
            <a:ext cx="2711640" cy="2258779"/>
            <a:chOff x="4216400" y="1863305"/>
            <a:chExt cx="3759199" cy="3131389"/>
          </a:xfrm>
        </p:grpSpPr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23B86B61-6AE8-2060-F1AE-57B2A5C0BC10}"/>
                </a:ext>
              </a:extLst>
            </p:cNvPr>
            <p:cNvSpPr/>
            <p:nvPr/>
          </p:nvSpPr>
          <p:spPr>
            <a:xfrm>
              <a:off x="4879675" y="1863305"/>
              <a:ext cx="2432649" cy="3131389"/>
            </a:xfrm>
            <a:prstGeom prst="flowChartProcess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CEEFA095-622B-BCA4-E9EE-76ED83A5066E}"/>
                </a:ext>
              </a:extLst>
            </p:cNvPr>
            <p:cNvSpPr/>
            <p:nvPr/>
          </p:nvSpPr>
          <p:spPr>
            <a:xfrm>
              <a:off x="4216400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337F3E62-B0FA-4C9D-71D1-EFD00D9B7373}"/>
                </a:ext>
              </a:extLst>
            </p:cNvPr>
            <p:cNvSpPr/>
            <p:nvPr/>
          </p:nvSpPr>
          <p:spPr>
            <a:xfrm>
              <a:off x="7312324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517A3C9-9F87-DF72-D745-E3D035BB0038}"/>
              </a:ext>
            </a:extLst>
          </p:cNvPr>
          <p:cNvCxnSpPr>
            <a:cxnSpLocks/>
          </p:cNvCxnSpPr>
          <p:nvPr/>
        </p:nvCxnSpPr>
        <p:spPr>
          <a:xfrm flipV="1">
            <a:off x="10148710" y="899660"/>
            <a:ext cx="0" cy="2607862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Arrow: U-Turn 9">
            <a:extLst>
              <a:ext uri="{FF2B5EF4-FFF2-40B4-BE49-F238E27FC236}">
                <a16:creationId xmlns:a16="http://schemas.microsoft.com/office/drawing/2014/main" id="{F2ABE0EE-6F69-A17C-54CF-E787E50AE715}"/>
              </a:ext>
            </a:extLst>
          </p:cNvPr>
          <p:cNvSpPr/>
          <p:nvPr/>
        </p:nvSpPr>
        <p:spPr>
          <a:xfrm>
            <a:off x="9644443" y="2955873"/>
            <a:ext cx="1080577" cy="718055"/>
          </a:xfrm>
          <a:prstGeom prst="uturnArrow">
            <a:avLst>
              <a:gd name="adj1" fmla="val 7307"/>
              <a:gd name="adj2" fmla="val 11857"/>
              <a:gd name="adj3" fmla="val 13879"/>
              <a:gd name="adj4" fmla="val 71142"/>
              <a:gd name="adj5" fmla="val 100000"/>
            </a:avLst>
          </a:prstGeom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762B83-662E-319F-4338-E3C70667F829}"/>
              </a:ext>
            </a:extLst>
          </p:cNvPr>
          <p:cNvSpPr txBox="1"/>
          <p:nvPr/>
        </p:nvSpPr>
        <p:spPr>
          <a:xfrm>
            <a:off x="10291757" y="843005"/>
            <a:ext cx="131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Vx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3D0A2-2521-1B00-D924-7E4E5571EA80}"/>
              </a:ext>
            </a:extLst>
          </p:cNvPr>
          <p:cNvSpPr txBox="1"/>
          <p:nvPr/>
        </p:nvSpPr>
        <p:spPr>
          <a:xfrm>
            <a:off x="10291757" y="3366779"/>
            <a:ext cx="131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2"/>
                </a:solidFill>
                <a:latin typeface="Consolas" panose="020B0609020204030204" pitchFamily="49" charset="0"/>
              </a:rPr>
              <a:t>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D5497-D5F0-861C-DD86-8EFEA971F9C9}"/>
                  </a:ext>
                </a:extLst>
              </p:cNvPr>
              <p:cNvSpPr txBox="1"/>
              <p:nvPr/>
            </p:nvSpPr>
            <p:spPr>
              <a:xfrm>
                <a:off x="1073044" y="2023074"/>
                <a:ext cx="78251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D5497-D5F0-861C-DD86-8EFEA971F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4" y="2023074"/>
                <a:ext cx="782517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8F6D5-76FC-0E3A-A34A-97B4B3EB493D}"/>
                  </a:ext>
                </a:extLst>
              </p:cNvPr>
              <p:cNvSpPr txBox="1"/>
              <p:nvPr/>
            </p:nvSpPr>
            <p:spPr>
              <a:xfrm>
                <a:off x="1073043" y="3383845"/>
                <a:ext cx="78251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8F6D5-76FC-0E3A-A34A-97B4B3EB4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3" y="3383845"/>
                <a:ext cx="7825179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F4EE8-FF8E-BE8E-BBEF-97CCD03D5E18}"/>
                  </a:ext>
                </a:extLst>
              </p:cNvPr>
              <p:cNvSpPr txBox="1"/>
              <p:nvPr/>
            </p:nvSpPr>
            <p:spPr>
              <a:xfrm>
                <a:off x="1073042" y="1068656"/>
                <a:ext cx="78251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F4EE8-FF8E-BE8E-BBEF-97CCD03D5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2" y="1068656"/>
                <a:ext cx="7825179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CDFA44-CA49-B127-786F-0A435246C2B0}"/>
                  </a:ext>
                </a:extLst>
              </p:cNvPr>
              <p:cNvSpPr txBox="1"/>
              <p:nvPr/>
            </p:nvSpPr>
            <p:spPr>
              <a:xfrm>
                <a:off x="5577743" y="2299610"/>
                <a:ext cx="17266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CDFA44-CA49-B127-786F-0A435246C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743" y="2299610"/>
                <a:ext cx="172660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CD904F-372C-44C4-4373-552F5ED9CD2B}"/>
                  </a:ext>
                </a:extLst>
              </p:cNvPr>
              <p:cNvSpPr txBox="1"/>
              <p:nvPr/>
            </p:nvSpPr>
            <p:spPr>
              <a:xfrm>
                <a:off x="5577743" y="3603971"/>
                <a:ext cx="17266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CD904F-372C-44C4-4373-552F5ED9C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743" y="3603971"/>
                <a:ext cx="1726602" cy="707886"/>
              </a:xfrm>
              <a:prstGeom prst="rect">
                <a:avLst/>
              </a:prstGeom>
              <a:blipFill>
                <a:blip r:embed="rId6"/>
                <a:stretch>
                  <a:fillRect r="-8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544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3B367B-CB26-C13B-EB0C-3999E61E3FF8}"/>
              </a:ext>
            </a:extLst>
          </p:cNvPr>
          <p:cNvGrpSpPr/>
          <p:nvPr/>
        </p:nvGrpSpPr>
        <p:grpSpPr>
          <a:xfrm>
            <a:off x="8792890" y="2299610"/>
            <a:ext cx="2711640" cy="2258779"/>
            <a:chOff x="4216400" y="1863305"/>
            <a:chExt cx="3759199" cy="3131389"/>
          </a:xfrm>
        </p:grpSpPr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23B86B61-6AE8-2060-F1AE-57B2A5C0BC10}"/>
                </a:ext>
              </a:extLst>
            </p:cNvPr>
            <p:cNvSpPr/>
            <p:nvPr/>
          </p:nvSpPr>
          <p:spPr>
            <a:xfrm>
              <a:off x="4879675" y="1863305"/>
              <a:ext cx="2432649" cy="3131389"/>
            </a:xfrm>
            <a:prstGeom prst="flowChartProcess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CEEFA095-622B-BCA4-E9EE-76ED83A5066E}"/>
                </a:ext>
              </a:extLst>
            </p:cNvPr>
            <p:cNvSpPr/>
            <p:nvPr/>
          </p:nvSpPr>
          <p:spPr>
            <a:xfrm>
              <a:off x="4216400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337F3E62-B0FA-4C9D-71D1-EFD00D9B7373}"/>
                </a:ext>
              </a:extLst>
            </p:cNvPr>
            <p:cNvSpPr/>
            <p:nvPr/>
          </p:nvSpPr>
          <p:spPr>
            <a:xfrm>
              <a:off x="7312324" y="2695754"/>
              <a:ext cx="663275" cy="146649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517A3C9-9F87-DF72-D745-E3D035BB0038}"/>
              </a:ext>
            </a:extLst>
          </p:cNvPr>
          <p:cNvCxnSpPr>
            <a:cxnSpLocks/>
          </p:cNvCxnSpPr>
          <p:nvPr/>
        </p:nvCxnSpPr>
        <p:spPr>
          <a:xfrm flipV="1">
            <a:off x="10148710" y="899660"/>
            <a:ext cx="0" cy="2607862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Arrow: U-Turn 9">
            <a:extLst>
              <a:ext uri="{FF2B5EF4-FFF2-40B4-BE49-F238E27FC236}">
                <a16:creationId xmlns:a16="http://schemas.microsoft.com/office/drawing/2014/main" id="{F2ABE0EE-6F69-A17C-54CF-E787E50AE715}"/>
              </a:ext>
            </a:extLst>
          </p:cNvPr>
          <p:cNvSpPr/>
          <p:nvPr/>
        </p:nvSpPr>
        <p:spPr>
          <a:xfrm>
            <a:off x="9644443" y="2955873"/>
            <a:ext cx="1080577" cy="718055"/>
          </a:xfrm>
          <a:prstGeom prst="uturnArrow">
            <a:avLst>
              <a:gd name="adj1" fmla="val 7307"/>
              <a:gd name="adj2" fmla="val 11857"/>
              <a:gd name="adj3" fmla="val 13879"/>
              <a:gd name="adj4" fmla="val 71142"/>
              <a:gd name="adj5" fmla="val 100000"/>
            </a:avLst>
          </a:prstGeom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762B83-662E-319F-4338-E3C70667F829}"/>
              </a:ext>
            </a:extLst>
          </p:cNvPr>
          <p:cNvSpPr txBox="1"/>
          <p:nvPr/>
        </p:nvSpPr>
        <p:spPr>
          <a:xfrm>
            <a:off x="10291757" y="843005"/>
            <a:ext cx="131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Vx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3D0A2-2521-1B00-D924-7E4E5571EA80}"/>
              </a:ext>
            </a:extLst>
          </p:cNvPr>
          <p:cNvSpPr txBox="1"/>
          <p:nvPr/>
        </p:nvSpPr>
        <p:spPr>
          <a:xfrm>
            <a:off x="10291757" y="3366779"/>
            <a:ext cx="131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2"/>
                </a:solidFill>
                <a:latin typeface="Consolas" panose="020B0609020204030204" pitchFamily="49" charset="0"/>
              </a:rPr>
              <a:t>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D5497-D5F0-861C-DD86-8EFEA971F9C9}"/>
                  </a:ext>
                </a:extLst>
              </p:cNvPr>
              <p:cNvSpPr txBox="1"/>
              <p:nvPr/>
            </p:nvSpPr>
            <p:spPr>
              <a:xfrm>
                <a:off x="1073044" y="2023074"/>
                <a:ext cx="78251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D5497-D5F0-861C-DD86-8EFEA971F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4" y="2023074"/>
                <a:ext cx="7825179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8F6D5-76FC-0E3A-A34A-97B4B3EB493D}"/>
                  </a:ext>
                </a:extLst>
              </p:cNvPr>
              <p:cNvSpPr txBox="1"/>
              <p:nvPr/>
            </p:nvSpPr>
            <p:spPr>
              <a:xfrm>
                <a:off x="1073043" y="3383845"/>
                <a:ext cx="78251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6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8F6D5-76FC-0E3A-A34A-97B4B3EB4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3" y="3383845"/>
                <a:ext cx="7825179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F4EE8-FF8E-BE8E-BBEF-97CCD03D5E18}"/>
                  </a:ext>
                </a:extLst>
              </p:cNvPr>
              <p:cNvSpPr txBox="1"/>
              <p:nvPr/>
            </p:nvSpPr>
            <p:spPr>
              <a:xfrm>
                <a:off x="1073042" y="1068656"/>
                <a:ext cx="78251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F4EE8-FF8E-BE8E-BBEF-97CCD03D5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2" y="1068656"/>
                <a:ext cx="7825179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CDFA44-CA49-B127-786F-0A435246C2B0}"/>
                  </a:ext>
                </a:extLst>
              </p:cNvPr>
              <p:cNvSpPr txBox="1"/>
              <p:nvPr/>
            </p:nvSpPr>
            <p:spPr>
              <a:xfrm>
                <a:off x="5577743" y="2299610"/>
                <a:ext cx="17266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𝟏𝟓𝟎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CDFA44-CA49-B127-786F-0A435246C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743" y="2299610"/>
                <a:ext cx="172660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CD904F-372C-44C4-4373-552F5ED9CD2B}"/>
                  </a:ext>
                </a:extLst>
              </p:cNvPr>
              <p:cNvSpPr txBox="1"/>
              <p:nvPr/>
            </p:nvSpPr>
            <p:spPr>
              <a:xfrm>
                <a:off x="5577743" y="3603971"/>
                <a:ext cx="17266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CD904F-372C-44C4-4373-552F5ED9C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743" y="3603971"/>
                <a:ext cx="1726602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34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80A470-65B9-364E-4894-82B5B7C02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8448" y1="70939" x2="61552" y2="72383"/>
                        <a14:foregroundMark x1="31949" y1="53610" x2="32852" y2="48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178" t="13043" r="27965" b="11224"/>
          <a:stretch/>
        </p:blipFill>
        <p:spPr>
          <a:xfrm>
            <a:off x="8010454" y="1055681"/>
            <a:ext cx="2314222" cy="399626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181E28A5-7BC1-1A2F-B52F-46EC2018CB53}"/>
              </a:ext>
            </a:extLst>
          </p:cNvPr>
          <p:cNvGrpSpPr/>
          <p:nvPr/>
        </p:nvGrpSpPr>
        <p:grpSpPr>
          <a:xfrm>
            <a:off x="1512710" y="1659467"/>
            <a:ext cx="4594578" cy="1941689"/>
            <a:chOff x="1320800" y="2246489"/>
            <a:chExt cx="4594578" cy="1941689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0EA40BC-26BD-4A84-29C0-C212EFAC6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0800" y="2246489"/>
              <a:ext cx="0" cy="1941689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7300577-DC1B-9341-3312-C6BCECF28078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4188178"/>
              <a:ext cx="4594578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61EBAEC-E4AB-1F88-2B49-DB51DB57C6D4}"/>
                </a:ext>
              </a:extLst>
            </p:cNvPr>
            <p:cNvCxnSpPr/>
            <p:nvPr/>
          </p:nvCxnSpPr>
          <p:spPr>
            <a:xfrm>
              <a:off x="1320800" y="3070578"/>
              <a:ext cx="677333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5C5BE12-ACEF-A153-34E1-C856382A5845}"/>
                </a:ext>
              </a:extLst>
            </p:cNvPr>
            <p:cNvCxnSpPr>
              <a:cxnSpLocks/>
            </p:cNvCxnSpPr>
            <p:nvPr/>
          </p:nvCxnSpPr>
          <p:spPr>
            <a:xfrm>
              <a:off x="1998133" y="3059289"/>
              <a:ext cx="0" cy="94826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F75E500-C675-37E2-9341-9590AA755086}"/>
                </a:ext>
              </a:extLst>
            </p:cNvPr>
            <p:cNvCxnSpPr/>
            <p:nvPr/>
          </p:nvCxnSpPr>
          <p:spPr>
            <a:xfrm>
              <a:off x="1998133" y="4007556"/>
              <a:ext cx="801511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1833F7-3BFD-82D7-94DA-85F0CDBF0F9F}"/>
                </a:ext>
              </a:extLst>
            </p:cNvPr>
            <p:cNvCxnSpPr/>
            <p:nvPr/>
          </p:nvCxnSpPr>
          <p:spPr>
            <a:xfrm flipV="1">
              <a:off x="2799644" y="3070578"/>
              <a:ext cx="0" cy="93697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85EA13-E857-D275-C926-2F3FAA7C05AD}"/>
                </a:ext>
              </a:extLst>
            </p:cNvPr>
            <p:cNvCxnSpPr/>
            <p:nvPr/>
          </p:nvCxnSpPr>
          <p:spPr>
            <a:xfrm>
              <a:off x="2788355" y="3081867"/>
              <a:ext cx="677333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D17B43E-01B5-2762-A612-52E697B7C4C2}"/>
                </a:ext>
              </a:extLst>
            </p:cNvPr>
            <p:cNvCxnSpPr>
              <a:cxnSpLocks/>
            </p:cNvCxnSpPr>
            <p:nvPr/>
          </p:nvCxnSpPr>
          <p:spPr>
            <a:xfrm>
              <a:off x="3465688" y="3070578"/>
              <a:ext cx="0" cy="94826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3B81B61-8878-3831-4609-F0162256F2FD}"/>
                </a:ext>
              </a:extLst>
            </p:cNvPr>
            <p:cNvCxnSpPr/>
            <p:nvPr/>
          </p:nvCxnSpPr>
          <p:spPr>
            <a:xfrm>
              <a:off x="3465688" y="4018845"/>
              <a:ext cx="801511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6C2595-F506-ACA1-B2FC-5617BDF64153}"/>
                </a:ext>
              </a:extLst>
            </p:cNvPr>
            <p:cNvCxnSpPr/>
            <p:nvPr/>
          </p:nvCxnSpPr>
          <p:spPr>
            <a:xfrm flipV="1">
              <a:off x="4267199" y="3081867"/>
              <a:ext cx="0" cy="93697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402587C-EDE8-E6F1-F66A-1202BE36A5ED}"/>
                </a:ext>
              </a:extLst>
            </p:cNvPr>
            <p:cNvCxnSpPr/>
            <p:nvPr/>
          </p:nvCxnSpPr>
          <p:spPr>
            <a:xfrm>
              <a:off x="4267200" y="3081867"/>
              <a:ext cx="677333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9CCB0C-2AFE-950F-4A73-E457D0524FE4}"/>
                </a:ext>
              </a:extLst>
            </p:cNvPr>
            <p:cNvCxnSpPr>
              <a:cxnSpLocks/>
            </p:cNvCxnSpPr>
            <p:nvPr/>
          </p:nvCxnSpPr>
          <p:spPr>
            <a:xfrm>
              <a:off x="4944533" y="3070578"/>
              <a:ext cx="0" cy="94826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BB17BB7-ACBD-1228-A04F-067D6F5A1EB4}"/>
                </a:ext>
              </a:extLst>
            </p:cNvPr>
            <p:cNvCxnSpPr/>
            <p:nvPr/>
          </p:nvCxnSpPr>
          <p:spPr>
            <a:xfrm>
              <a:off x="4944533" y="4018845"/>
              <a:ext cx="801511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3DE1DD3-7722-34E0-F323-FB7B570EB87F}"/>
              </a:ext>
            </a:extLst>
          </p:cNvPr>
          <p:cNvSpPr txBox="1"/>
          <p:nvPr/>
        </p:nvSpPr>
        <p:spPr>
          <a:xfrm>
            <a:off x="1342386" y="4589440"/>
            <a:ext cx="78251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6000" b="1" dirty="0">
                <a:solidFill>
                  <a:schemeClr val="accent2"/>
                </a:solidFill>
                <a:latin typeface="Consolas" panose="020B0609020204030204" pitchFamily="49" charset="0"/>
              </a:rPr>
              <a:t>motor</a:t>
            </a:r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6000" b="1" dirty="0">
                <a:solidFill>
                  <a:srgbClr val="00B0F0"/>
                </a:solidFill>
                <a:latin typeface="Consolas" panose="020B0609020204030204" pitchFamily="49" charset="0"/>
              </a:rPr>
              <a:t>VL</a:t>
            </a:r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6000" b="1" dirty="0">
                <a:solidFill>
                  <a:srgbClr val="00B0F0"/>
                </a:solidFill>
                <a:latin typeface="Consolas" panose="020B0609020204030204" pitchFamily="49" charset="0"/>
              </a:rPr>
              <a:t>VR</a:t>
            </a:r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8983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5C3A74-4A3E-F22D-88D6-E547F0E1271B}"/>
              </a:ext>
            </a:extLst>
          </p:cNvPr>
          <p:cNvSpPr txBox="1"/>
          <p:nvPr/>
        </p:nvSpPr>
        <p:spPr>
          <a:xfrm>
            <a:off x="1015504" y="1135040"/>
            <a:ext cx="101609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5400" b="1" dirty="0">
                <a:solidFill>
                  <a:srgbClr val="00B0F0"/>
                </a:solidFill>
                <a:latin typeface="Consolas" panose="020B0609020204030204" pitchFamily="49" charset="0"/>
              </a:rPr>
              <a:t>void</a:t>
            </a:r>
            <a:r>
              <a:rPr lang="en-US" sz="5400" b="1" dirty="0">
                <a:solidFill>
                  <a:schemeClr val="accent2"/>
                </a:solidFill>
                <a:latin typeface="Consolas" panose="020B0609020204030204" pitchFamily="49" charset="0"/>
              </a:rPr>
              <a:t> move</a:t>
            </a:r>
            <a:r>
              <a:rPr lang="en-US" sz="54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5400" b="1" dirty="0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5400" b="1" dirty="0">
                <a:solidFill>
                  <a:schemeClr val="bg1"/>
                </a:solidFill>
                <a:latin typeface="Consolas" panose="020B0609020204030204" pitchFamily="49" charset="0"/>
              </a:rPr>
              <a:t> Vx, </a:t>
            </a:r>
            <a:r>
              <a:rPr lang="en-US" sz="5400" b="1" dirty="0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5400" b="1" dirty="0">
                <a:solidFill>
                  <a:schemeClr val="bg1"/>
                </a:solidFill>
                <a:latin typeface="Consolas" panose="020B0609020204030204" pitchFamily="49" charset="0"/>
              </a:rPr>
              <a:t> w){</a:t>
            </a:r>
          </a:p>
          <a:p>
            <a:pPr/>
            <a:r>
              <a:rPr lang="en-US" sz="54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5400" b="1" dirty="0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5400" b="1" dirty="0">
                <a:solidFill>
                  <a:schemeClr val="bg1"/>
                </a:solidFill>
                <a:latin typeface="Consolas" panose="020B0609020204030204" pitchFamily="49" charset="0"/>
              </a:rPr>
              <a:t> VL = Vx + w;</a:t>
            </a:r>
          </a:p>
          <a:p>
            <a:pPr/>
            <a:r>
              <a:rPr lang="en-US" sz="54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5400" b="1" dirty="0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5400" b="1" dirty="0">
                <a:solidFill>
                  <a:schemeClr val="bg1"/>
                </a:solidFill>
                <a:latin typeface="Consolas" panose="020B0609020204030204" pitchFamily="49" charset="0"/>
              </a:rPr>
              <a:t> VR = Vx – w;</a:t>
            </a:r>
          </a:p>
          <a:p>
            <a:pPr/>
            <a:r>
              <a:rPr lang="en-US" sz="54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5400" b="1" dirty="0">
                <a:solidFill>
                  <a:schemeClr val="accent2"/>
                </a:solidFill>
                <a:latin typeface="Consolas" panose="020B0609020204030204" pitchFamily="49" charset="0"/>
              </a:rPr>
              <a:t>motor</a:t>
            </a:r>
            <a:r>
              <a:rPr lang="en-US" sz="5400" b="1" dirty="0">
                <a:solidFill>
                  <a:schemeClr val="bg1"/>
                </a:solidFill>
                <a:latin typeface="Consolas" panose="020B0609020204030204" pitchFamily="49" charset="0"/>
              </a:rPr>
              <a:t>(VL, VR);</a:t>
            </a:r>
          </a:p>
          <a:p>
            <a:pPr/>
            <a:r>
              <a:rPr lang="en-US" sz="54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780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EF7B48-176D-9735-B3A2-0E1E0EFBD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4569" y1="39340" x2="63198" y2="46954"/>
                        <a14:foregroundMark x1="63198" y1="46954" x2="66244" y2="515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427" t="24563" r="15482" b="23322"/>
          <a:stretch/>
        </p:blipFill>
        <p:spPr>
          <a:xfrm>
            <a:off x="4323644" y="1285469"/>
            <a:ext cx="3544712" cy="428706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30AA2C8-A79C-13EA-31A0-67CC3EE4638E}"/>
              </a:ext>
            </a:extLst>
          </p:cNvPr>
          <p:cNvGrpSpPr/>
          <p:nvPr/>
        </p:nvGrpSpPr>
        <p:grpSpPr>
          <a:xfrm>
            <a:off x="987788" y="1822684"/>
            <a:ext cx="3335856" cy="3212632"/>
            <a:chOff x="1012335" y="2236985"/>
            <a:chExt cx="3335856" cy="3212632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A51053E5-89F5-85F2-3455-47C1C3AC1A56}"/>
                </a:ext>
              </a:extLst>
            </p:cNvPr>
            <p:cNvSpPr/>
            <p:nvPr/>
          </p:nvSpPr>
          <p:spPr>
            <a:xfrm>
              <a:off x="1264356" y="2415822"/>
              <a:ext cx="2799644" cy="2799644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Alternate Process 5">
              <a:extLst>
                <a:ext uri="{FF2B5EF4-FFF2-40B4-BE49-F238E27FC236}">
                  <a16:creationId xmlns:a16="http://schemas.microsoft.com/office/drawing/2014/main" id="{C8D5EC62-E8B7-40FE-447E-9DF4509A0A10}"/>
                </a:ext>
              </a:extLst>
            </p:cNvPr>
            <p:cNvSpPr/>
            <p:nvPr/>
          </p:nvSpPr>
          <p:spPr>
            <a:xfrm rot="2700000">
              <a:off x="1302028" y="2236984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8AE19F1A-FB35-EA10-2B5A-7FF767F193E3}"/>
                </a:ext>
              </a:extLst>
            </p:cNvPr>
            <p:cNvSpPr/>
            <p:nvPr/>
          </p:nvSpPr>
          <p:spPr>
            <a:xfrm rot="18900000">
              <a:off x="3580054" y="2236985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Alternate Process 9">
              <a:extLst>
                <a:ext uri="{FF2B5EF4-FFF2-40B4-BE49-F238E27FC236}">
                  <a16:creationId xmlns:a16="http://schemas.microsoft.com/office/drawing/2014/main" id="{67D8FC4A-1C08-BCA3-A159-CB3827F6ED61}"/>
                </a:ext>
              </a:extLst>
            </p:cNvPr>
            <p:cNvSpPr/>
            <p:nvPr/>
          </p:nvSpPr>
          <p:spPr>
            <a:xfrm rot="18900000">
              <a:off x="1302028" y="4391787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BC19A4BB-154D-E11E-BFF5-7FB747FDA678}"/>
                </a:ext>
              </a:extLst>
            </p:cNvPr>
            <p:cNvSpPr/>
            <p:nvPr/>
          </p:nvSpPr>
          <p:spPr>
            <a:xfrm rot="2700000">
              <a:off x="3580054" y="4391787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91306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00CA2A-30D8-09A8-C963-7B3A727934BE}"/>
              </a:ext>
            </a:extLst>
          </p:cNvPr>
          <p:cNvGrpSpPr/>
          <p:nvPr/>
        </p:nvGrpSpPr>
        <p:grpSpPr>
          <a:xfrm>
            <a:off x="4428072" y="2679211"/>
            <a:ext cx="3335856" cy="3212632"/>
            <a:chOff x="1012335" y="2236985"/>
            <a:chExt cx="3335856" cy="3212632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9D287C8D-E0E6-91C6-5A01-678B3CB3367C}"/>
                </a:ext>
              </a:extLst>
            </p:cNvPr>
            <p:cNvSpPr/>
            <p:nvPr/>
          </p:nvSpPr>
          <p:spPr>
            <a:xfrm>
              <a:off x="1264356" y="2415822"/>
              <a:ext cx="2799644" cy="2799644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Alternate Process 3">
              <a:extLst>
                <a:ext uri="{FF2B5EF4-FFF2-40B4-BE49-F238E27FC236}">
                  <a16:creationId xmlns:a16="http://schemas.microsoft.com/office/drawing/2014/main" id="{39FA633A-E56B-BBAB-85A3-6F072AA5A4D5}"/>
                </a:ext>
              </a:extLst>
            </p:cNvPr>
            <p:cNvSpPr/>
            <p:nvPr/>
          </p:nvSpPr>
          <p:spPr>
            <a:xfrm rot="2700000">
              <a:off x="1302028" y="2236984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2F0E6C8F-0FDA-DFB0-687F-527B8CB08C12}"/>
                </a:ext>
              </a:extLst>
            </p:cNvPr>
            <p:cNvSpPr/>
            <p:nvPr/>
          </p:nvSpPr>
          <p:spPr>
            <a:xfrm rot="18900000">
              <a:off x="3580054" y="2236985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Alternate Process 5">
              <a:extLst>
                <a:ext uri="{FF2B5EF4-FFF2-40B4-BE49-F238E27FC236}">
                  <a16:creationId xmlns:a16="http://schemas.microsoft.com/office/drawing/2014/main" id="{64184DD7-6CD9-3AB7-9C6D-FD6EEA58BB0A}"/>
                </a:ext>
              </a:extLst>
            </p:cNvPr>
            <p:cNvSpPr/>
            <p:nvPr/>
          </p:nvSpPr>
          <p:spPr>
            <a:xfrm rot="18900000">
              <a:off x="1302028" y="4391787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D597298E-4AEE-8B08-A0BE-530B61D645D9}"/>
                </a:ext>
              </a:extLst>
            </p:cNvPr>
            <p:cNvSpPr/>
            <p:nvPr/>
          </p:nvSpPr>
          <p:spPr>
            <a:xfrm rot="2700000">
              <a:off x="3580054" y="4391787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954218-1E1A-E853-F6B1-16BB328BD218}"/>
              </a:ext>
            </a:extLst>
          </p:cNvPr>
          <p:cNvCxnSpPr>
            <a:cxnSpLocks/>
          </p:cNvCxnSpPr>
          <p:nvPr/>
        </p:nvCxnSpPr>
        <p:spPr>
          <a:xfrm flipH="1" flipV="1">
            <a:off x="4191555" y="5362928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938C2C-05BE-EDA7-3B6B-74FF6B7AB8CE}"/>
              </a:ext>
            </a:extLst>
          </p:cNvPr>
          <p:cNvCxnSpPr>
            <a:cxnSpLocks/>
          </p:cNvCxnSpPr>
          <p:nvPr/>
        </p:nvCxnSpPr>
        <p:spPr>
          <a:xfrm flipH="1" flipV="1">
            <a:off x="7235012" y="2504900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B1A4F0-F049-2ADE-3A65-1F9131B1521A}"/>
              </a:ext>
            </a:extLst>
          </p:cNvPr>
          <p:cNvCxnSpPr>
            <a:cxnSpLocks/>
          </p:cNvCxnSpPr>
          <p:nvPr/>
        </p:nvCxnSpPr>
        <p:spPr>
          <a:xfrm flipV="1">
            <a:off x="4246172" y="2515233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163901-48AA-ED49-7CD5-79F547830ED4}"/>
              </a:ext>
            </a:extLst>
          </p:cNvPr>
          <p:cNvCxnSpPr>
            <a:cxnSpLocks/>
          </p:cNvCxnSpPr>
          <p:nvPr/>
        </p:nvCxnSpPr>
        <p:spPr>
          <a:xfrm flipV="1">
            <a:off x="7235012" y="5314877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3918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2F1ED47-0B15-8889-2390-332066B94F6D}"/>
              </a:ext>
            </a:extLst>
          </p:cNvPr>
          <p:cNvGrpSpPr/>
          <p:nvPr/>
        </p:nvGrpSpPr>
        <p:grpSpPr>
          <a:xfrm>
            <a:off x="4428072" y="2679211"/>
            <a:ext cx="3335856" cy="3212632"/>
            <a:chOff x="1012335" y="2236985"/>
            <a:chExt cx="3335856" cy="3212632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BB41AACB-AFD0-BF61-C447-4B4E91CB5198}"/>
                </a:ext>
              </a:extLst>
            </p:cNvPr>
            <p:cNvSpPr/>
            <p:nvPr/>
          </p:nvSpPr>
          <p:spPr>
            <a:xfrm>
              <a:off x="1264356" y="2415822"/>
              <a:ext cx="2799644" cy="2799644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D36615DB-F4A9-7718-821A-0FD687AD158A}"/>
                </a:ext>
              </a:extLst>
            </p:cNvPr>
            <p:cNvSpPr/>
            <p:nvPr/>
          </p:nvSpPr>
          <p:spPr>
            <a:xfrm rot="2700000">
              <a:off x="1302028" y="2236984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lowchart: Alternate Process 9">
              <a:extLst>
                <a:ext uri="{FF2B5EF4-FFF2-40B4-BE49-F238E27FC236}">
                  <a16:creationId xmlns:a16="http://schemas.microsoft.com/office/drawing/2014/main" id="{29DC3CA7-59C9-06CF-1FB0-C2FABE603452}"/>
                </a:ext>
              </a:extLst>
            </p:cNvPr>
            <p:cNvSpPr/>
            <p:nvPr/>
          </p:nvSpPr>
          <p:spPr>
            <a:xfrm rot="18900000">
              <a:off x="3580054" y="2236985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C83CA030-26A9-1921-F938-4BD141AC8144}"/>
                </a:ext>
              </a:extLst>
            </p:cNvPr>
            <p:cNvSpPr/>
            <p:nvPr/>
          </p:nvSpPr>
          <p:spPr>
            <a:xfrm rot="18900000">
              <a:off x="1302028" y="4391787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EEB7961D-2926-1ABB-CDC7-306994A1124D}"/>
                </a:ext>
              </a:extLst>
            </p:cNvPr>
            <p:cNvSpPr/>
            <p:nvPr/>
          </p:nvSpPr>
          <p:spPr>
            <a:xfrm rot="2700000">
              <a:off x="3580054" y="4391787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177986-DF2B-F14B-131D-7C2FF6CC71CB}"/>
              </a:ext>
            </a:extLst>
          </p:cNvPr>
          <p:cNvCxnSpPr>
            <a:cxnSpLocks/>
          </p:cNvCxnSpPr>
          <p:nvPr/>
        </p:nvCxnSpPr>
        <p:spPr>
          <a:xfrm flipV="1">
            <a:off x="4246172" y="2515233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2A5C97-12C2-CF1F-634A-C819005698C8}"/>
              </a:ext>
            </a:extLst>
          </p:cNvPr>
          <p:cNvCxnSpPr>
            <a:cxnSpLocks/>
          </p:cNvCxnSpPr>
          <p:nvPr/>
        </p:nvCxnSpPr>
        <p:spPr>
          <a:xfrm flipV="1">
            <a:off x="7235012" y="5314877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FD1E80-1AA5-301A-6DE1-8942D5A9F6CF}"/>
              </a:ext>
            </a:extLst>
          </p:cNvPr>
          <p:cNvCxnSpPr>
            <a:cxnSpLocks/>
          </p:cNvCxnSpPr>
          <p:nvPr/>
        </p:nvCxnSpPr>
        <p:spPr>
          <a:xfrm>
            <a:off x="7156499" y="2522496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C204E6-3289-60E2-6F1F-6BED7D21DAF9}"/>
              </a:ext>
            </a:extLst>
          </p:cNvPr>
          <p:cNvCxnSpPr>
            <a:cxnSpLocks/>
          </p:cNvCxnSpPr>
          <p:nvPr/>
        </p:nvCxnSpPr>
        <p:spPr>
          <a:xfrm>
            <a:off x="4260768" y="5386115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51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2F1ED47-0B15-8889-2390-332066B94F6D}"/>
              </a:ext>
            </a:extLst>
          </p:cNvPr>
          <p:cNvGrpSpPr/>
          <p:nvPr/>
        </p:nvGrpSpPr>
        <p:grpSpPr>
          <a:xfrm>
            <a:off x="4428072" y="2679211"/>
            <a:ext cx="3335856" cy="3212632"/>
            <a:chOff x="1012335" y="2236985"/>
            <a:chExt cx="3335856" cy="3212632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BB41AACB-AFD0-BF61-C447-4B4E91CB5198}"/>
                </a:ext>
              </a:extLst>
            </p:cNvPr>
            <p:cNvSpPr/>
            <p:nvPr/>
          </p:nvSpPr>
          <p:spPr>
            <a:xfrm>
              <a:off x="1264356" y="2415822"/>
              <a:ext cx="2799644" cy="2799644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D36615DB-F4A9-7718-821A-0FD687AD158A}"/>
                </a:ext>
              </a:extLst>
            </p:cNvPr>
            <p:cNvSpPr/>
            <p:nvPr/>
          </p:nvSpPr>
          <p:spPr>
            <a:xfrm rot="2700000">
              <a:off x="1302028" y="2236984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lowchart: Alternate Process 9">
              <a:extLst>
                <a:ext uri="{FF2B5EF4-FFF2-40B4-BE49-F238E27FC236}">
                  <a16:creationId xmlns:a16="http://schemas.microsoft.com/office/drawing/2014/main" id="{29DC3CA7-59C9-06CF-1FB0-C2FABE603452}"/>
                </a:ext>
              </a:extLst>
            </p:cNvPr>
            <p:cNvSpPr/>
            <p:nvPr/>
          </p:nvSpPr>
          <p:spPr>
            <a:xfrm rot="18900000">
              <a:off x="3580054" y="2236985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C83CA030-26A9-1921-F938-4BD141AC8144}"/>
                </a:ext>
              </a:extLst>
            </p:cNvPr>
            <p:cNvSpPr/>
            <p:nvPr/>
          </p:nvSpPr>
          <p:spPr>
            <a:xfrm rot="18900000">
              <a:off x="1302028" y="4391787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EEB7961D-2926-1ABB-CDC7-306994A1124D}"/>
                </a:ext>
              </a:extLst>
            </p:cNvPr>
            <p:cNvSpPr/>
            <p:nvPr/>
          </p:nvSpPr>
          <p:spPr>
            <a:xfrm rot="2700000">
              <a:off x="3580054" y="4391787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177986-DF2B-F14B-131D-7C2FF6CC71CB}"/>
              </a:ext>
            </a:extLst>
          </p:cNvPr>
          <p:cNvCxnSpPr>
            <a:cxnSpLocks/>
          </p:cNvCxnSpPr>
          <p:nvPr/>
        </p:nvCxnSpPr>
        <p:spPr>
          <a:xfrm flipV="1">
            <a:off x="4246172" y="2515233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FD1E80-1AA5-301A-6DE1-8942D5A9F6CF}"/>
              </a:ext>
            </a:extLst>
          </p:cNvPr>
          <p:cNvCxnSpPr>
            <a:cxnSpLocks/>
          </p:cNvCxnSpPr>
          <p:nvPr/>
        </p:nvCxnSpPr>
        <p:spPr>
          <a:xfrm>
            <a:off x="7156499" y="2522496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5CC5DEB-51C9-546A-0497-6E1625ECEE77}"/>
              </a:ext>
            </a:extLst>
          </p:cNvPr>
          <p:cNvCxnSpPr>
            <a:cxnSpLocks/>
          </p:cNvCxnSpPr>
          <p:nvPr/>
        </p:nvCxnSpPr>
        <p:spPr>
          <a:xfrm flipH="1">
            <a:off x="7156499" y="5362928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58014A-82A3-350A-AA51-4D2C0D06CE29}"/>
              </a:ext>
            </a:extLst>
          </p:cNvPr>
          <p:cNvCxnSpPr>
            <a:cxnSpLocks/>
          </p:cNvCxnSpPr>
          <p:nvPr/>
        </p:nvCxnSpPr>
        <p:spPr>
          <a:xfrm flipH="1" flipV="1">
            <a:off x="4261668" y="5314877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15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38BF917-3B9C-6E41-80A6-04469CB06743}"/>
              </a:ext>
            </a:extLst>
          </p:cNvPr>
          <p:cNvGrpSpPr/>
          <p:nvPr/>
        </p:nvGrpSpPr>
        <p:grpSpPr>
          <a:xfrm>
            <a:off x="4246172" y="2515233"/>
            <a:ext cx="3621141" cy="3533324"/>
            <a:chOff x="4246172" y="2515233"/>
            <a:chExt cx="3621141" cy="353332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2F1ED47-0B15-8889-2390-332066B94F6D}"/>
                </a:ext>
              </a:extLst>
            </p:cNvPr>
            <p:cNvGrpSpPr/>
            <p:nvPr/>
          </p:nvGrpSpPr>
          <p:grpSpPr>
            <a:xfrm>
              <a:off x="4428072" y="2679211"/>
              <a:ext cx="3335856" cy="3212632"/>
              <a:chOff x="1012335" y="2236985"/>
              <a:chExt cx="3335856" cy="3212632"/>
            </a:xfrm>
          </p:grpSpPr>
          <p:sp>
            <p:nvSpPr>
              <p:cNvPr id="8" name="Flowchart: Connector 7">
                <a:extLst>
                  <a:ext uri="{FF2B5EF4-FFF2-40B4-BE49-F238E27FC236}">
                    <a16:creationId xmlns:a16="http://schemas.microsoft.com/office/drawing/2014/main" id="{BB41AACB-AFD0-BF61-C447-4B4E91CB5198}"/>
                  </a:ext>
                </a:extLst>
              </p:cNvPr>
              <p:cNvSpPr/>
              <p:nvPr/>
            </p:nvSpPr>
            <p:spPr>
              <a:xfrm>
                <a:off x="1264356" y="2415822"/>
                <a:ext cx="2799644" cy="2799644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lowchart: Alternate Process 8">
                <a:extLst>
                  <a:ext uri="{FF2B5EF4-FFF2-40B4-BE49-F238E27FC236}">
                    <a16:creationId xmlns:a16="http://schemas.microsoft.com/office/drawing/2014/main" id="{D36615DB-F4A9-7718-821A-0FD687AD158A}"/>
                  </a:ext>
                </a:extLst>
              </p:cNvPr>
              <p:cNvSpPr/>
              <p:nvPr/>
            </p:nvSpPr>
            <p:spPr>
              <a:xfrm rot="2700000">
                <a:off x="1302028" y="2236984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Flowchart: Alternate Process 9">
                <a:extLst>
                  <a:ext uri="{FF2B5EF4-FFF2-40B4-BE49-F238E27FC236}">
                    <a16:creationId xmlns:a16="http://schemas.microsoft.com/office/drawing/2014/main" id="{29DC3CA7-59C9-06CF-1FB0-C2FABE603452}"/>
                  </a:ext>
                </a:extLst>
              </p:cNvPr>
              <p:cNvSpPr/>
              <p:nvPr/>
            </p:nvSpPr>
            <p:spPr>
              <a:xfrm rot="18900000">
                <a:off x="3580054" y="2236985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lowchart: Alternate Process 10">
                <a:extLst>
                  <a:ext uri="{FF2B5EF4-FFF2-40B4-BE49-F238E27FC236}">
                    <a16:creationId xmlns:a16="http://schemas.microsoft.com/office/drawing/2014/main" id="{C83CA030-26A9-1921-F938-4BD141AC8144}"/>
                  </a:ext>
                </a:extLst>
              </p:cNvPr>
              <p:cNvSpPr/>
              <p:nvPr/>
            </p:nvSpPr>
            <p:spPr>
              <a:xfrm rot="18900000">
                <a:off x="1302028" y="4391787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lowchart: Alternate Process 11">
                <a:extLst>
                  <a:ext uri="{FF2B5EF4-FFF2-40B4-BE49-F238E27FC236}">
                    <a16:creationId xmlns:a16="http://schemas.microsoft.com/office/drawing/2014/main" id="{EEB7961D-2926-1ABB-CDC7-306994A1124D}"/>
                  </a:ext>
                </a:extLst>
              </p:cNvPr>
              <p:cNvSpPr/>
              <p:nvPr/>
            </p:nvSpPr>
            <p:spPr>
              <a:xfrm rot="2700000">
                <a:off x="3580054" y="4391787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5177986-DF2B-F14B-131D-7C2FF6CC71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6172" y="2515233"/>
              <a:ext cx="710814" cy="68562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DFD1E80-1AA5-301A-6DE1-8942D5A9F6CF}"/>
                </a:ext>
              </a:extLst>
            </p:cNvPr>
            <p:cNvCxnSpPr>
              <a:cxnSpLocks/>
            </p:cNvCxnSpPr>
            <p:nvPr/>
          </p:nvCxnSpPr>
          <p:spPr>
            <a:xfrm>
              <a:off x="7156499" y="2522496"/>
              <a:ext cx="710814" cy="68562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25CC5DEB-51C9-546A-0497-6E1625ECEE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6499" y="5362928"/>
              <a:ext cx="710814" cy="68562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8658014A-82A3-350A-AA51-4D2C0D06CE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1668" y="5314877"/>
              <a:ext cx="710814" cy="68562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24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543EC7-331D-3187-9E51-99A9E99DE345}"/>
              </a:ext>
            </a:extLst>
          </p:cNvPr>
          <p:cNvGrpSpPr/>
          <p:nvPr/>
        </p:nvGrpSpPr>
        <p:grpSpPr>
          <a:xfrm>
            <a:off x="4428072" y="1822684"/>
            <a:ext cx="3335856" cy="3212632"/>
            <a:chOff x="1012335" y="2236985"/>
            <a:chExt cx="3335856" cy="3212632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17892433-9B00-84E3-1F52-5E3C5581A15F}"/>
                </a:ext>
              </a:extLst>
            </p:cNvPr>
            <p:cNvSpPr/>
            <p:nvPr/>
          </p:nvSpPr>
          <p:spPr>
            <a:xfrm>
              <a:off x="1264356" y="2415822"/>
              <a:ext cx="2799644" cy="2799644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Alternate Process 3">
              <a:extLst>
                <a:ext uri="{FF2B5EF4-FFF2-40B4-BE49-F238E27FC236}">
                  <a16:creationId xmlns:a16="http://schemas.microsoft.com/office/drawing/2014/main" id="{336BF079-ABB8-A38D-4824-43517A196907}"/>
                </a:ext>
              </a:extLst>
            </p:cNvPr>
            <p:cNvSpPr/>
            <p:nvPr/>
          </p:nvSpPr>
          <p:spPr>
            <a:xfrm rot="2700000">
              <a:off x="1302028" y="2236984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78B9FBD3-AEAA-E0BA-C20D-847E2911A93E}"/>
                </a:ext>
              </a:extLst>
            </p:cNvPr>
            <p:cNvSpPr/>
            <p:nvPr/>
          </p:nvSpPr>
          <p:spPr>
            <a:xfrm rot="18900000">
              <a:off x="3580054" y="2236985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Alternate Process 5">
              <a:extLst>
                <a:ext uri="{FF2B5EF4-FFF2-40B4-BE49-F238E27FC236}">
                  <a16:creationId xmlns:a16="http://schemas.microsoft.com/office/drawing/2014/main" id="{79517C31-8A81-FBB3-F78B-7799798B8911}"/>
                </a:ext>
              </a:extLst>
            </p:cNvPr>
            <p:cNvSpPr/>
            <p:nvPr/>
          </p:nvSpPr>
          <p:spPr>
            <a:xfrm rot="18900000">
              <a:off x="1302028" y="4391787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E30B461D-E6D9-614B-328D-3565FBCAF7B7}"/>
                </a:ext>
              </a:extLst>
            </p:cNvPr>
            <p:cNvSpPr/>
            <p:nvPr/>
          </p:nvSpPr>
          <p:spPr>
            <a:xfrm rot="2700000">
              <a:off x="3580054" y="4391787"/>
              <a:ext cx="478443" cy="1057830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11ECE8-568A-E678-2922-F06A4B593434}"/>
              </a:ext>
            </a:extLst>
          </p:cNvPr>
          <p:cNvCxnSpPr>
            <a:cxnSpLocks/>
          </p:cNvCxnSpPr>
          <p:nvPr/>
        </p:nvCxnSpPr>
        <p:spPr>
          <a:xfrm flipV="1">
            <a:off x="6096000" y="699911"/>
            <a:ext cx="0" cy="2607862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33DAAAB-A0BD-8C7E-D904-990F912FD89E}"/>
              </a:ext>
            </a:extLst>
          </p:cNvPr>
          <p:cNvSpPr txBox="1"/>
          <p:nvPr/>
        </p:nvSpPr>
        <p:spPr>
          <a:xfrm>
            <a:off x="6239047" y="643256"/>
            <a:ext cx="131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Vy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2CE65-C5A7-C7CB-63A8-28EE95071A7F}"/>
              </a:ext>
            </a:extLst>
          </p:cNvPr>
          <p:cNvSpPr txBox="1"/>
          <p:nvPr/>
        </p:nvSpPr>
        <p:spPr>
          <a:xfrm>
            <a:off x="6239047" y="3167030"/>
            <a:ext cx="131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2"/>
                </a:solidFill>
                <a:latin typeface="Consolas" panose="020B0609020204030204" pitchFamily="49" charset="0"/>
              </a:rPr>
              <a:t>w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618946-E109-BC8B-1FCD-7C885C75A169}"/>
              </a:ext>
            </a:extLst>
          </p:cNvPr>
          <p:cNvCxnSpPr>
            <a:cxnSpLocks/>
          </p:cNvCxnSpPr>
          <p:nvPr/>
        </p:nvCxnSpPr>
        <p:spPr>
          <a:xfrm>
            <a:off x="6096000" y="3307773"/>
            <a:ext cx="2631312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6CBF24-60CA-D1D7-D73A-49B7394794CB}"/>
              </a:ext>
            </a:extLst>
          </p:cNvPr>
          <p:cNvSpPr txBox="1"/>
          <p:nvPr/>
        </p:nvSpPr>
        <p:spPr>
          <a:xfrm>
            <a:off x="8810897" y="2893511"/>
            <a:ext cx="10863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Vx</a:t>
            </a:r>
          </a:p>
        </p:txBody>
      </p:sp>
      <p:sp>
        <p:nvSpPr>
          <p:cNvPr id="9" name="Arrow: U-Turn 8">
            <a:extLst>
              <a:ext uri="{FF2B5EF4-FFF2-40B4-BE49-F238E27FC236}">
                <a16:creationId xmlns:a16="http://schemas.microsoft.com/office/drawing/2014/main" id="{B75D5171-D645-8917-C168-CDF847B5BBE2}"/>
              </a:ext>
            </a:extLst>
          </p:cNvPr>
          <p:cNvSpPr/>
          <p:nvPr/>
        </p:nvSpPr>
        <p:spPr>
          <a:xfrm>
            <a:off x="5591733" y="2756124"/>
            <a:ext cx="1080577" cy="718055"/>
          </a:xfrm>
          <a:prstGeom prst="uturnArrow">
            <a:avLst>
              <a:gd name="adj1" fmla="val 7307"/>
              <a:gd name="adj2" fmla="val 11857"/>
              <a:gd name="adj3" fmla="val 13879"/>
              <a:gd name="adj4" fmla="val 71142"/>
              <a:gd name="adj5" fmla="val 100000"/>
            </a:avLst>
          </a:prstGeom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60CFD9-316B-3591-DEC8-BCD56469160D}"/>
              </a:ext>
            </a:extLst>
          </p:cNvPr>
          <p:cNvSpPr txBox="1"/>
          <p:nvPr/>
        </p:nvSpPr>
        <p:spPr>
          <a:xfrm>
            <a:off x="6931582" y="2054464"/>
            <a:ext cx="744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4CD6E4-2326-1D27-861D-0B8ED8AD0B1A}"/>
              </a:ext>
            </a:extLst>
          </p:cNvPr>
          <p:cNvSpPr txBox="1"/>
          <p:nvPr/>
        </p:nvSpPr>
        <p:spPr>
          <a:xfrm>
            <a:off x="6947809" y="4206124"/>
            <a:ext cx="744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R2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6068BB-352F-FDC1-CBE2-36BD5574812B}"/>
              </a:ext>
            </a:extLst>
          </p:cNvPr>
          <p:cNvSpPr txBox="1"/>
          <p:nvPr/>
        </p:nvSpPr>
        <p:spPr>
          <a:xfrm>
            <a:off x="4671281" y="4206124"/>
            <a:ext cx="744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L2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134B65-FB6F-4831-CD6C-005FD94251FE}"/>
              </a:ext>
            </a:extLst>
          </p:cNvPr>
          <p:cNvSpPr txBox="1"/>
          <p:nvPr/>
        </p:nvSpPr>
        <p:spPr>
          <a:xfrm>
            <a:off x="4671281" y="2089988"/>
            <a:ext cx="744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393783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9" grpId="0" animBg="1"/>
      <p:bldP spid="15" grpId="0"/>
      <p:bldP spid="16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7BFBFF6F-4368-A6A9-A19E-1FE928A60927}"/>
              </a:ext>
            </a:extLst>
          </p:cNvPr>
          <p:cNvGrpSpPr/>
          <p:nvPr/>
        </p:nvGrpSpPr>
        <p:grpSpPr>
          <a:xfrm>
            <a:off x="7409949" y="1030497"/>
            <a:ext cx="4617956" cy="4392060"/>
            <a:chOff x="4428072" y="643256"/>
            <a:chExt cx="4617956" cy="439206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A5DB35E-875E-E57A-90DC-A2C3798380A2}"/>
                </a:ext>
              </a:extLst>
            </p:cNvPr>
            <p:cNvGrpSpPr/>
            <p:nvPr/>
          </p:nvGrpSpPr>
          <p:grpSpPr>
            <a:xfrm>
              <a:off x="4428072" y="1822684"/>
              <a:ext cx="3335856" cy="3212632"/>
              <a:chOff x="1012335" y="2236985"/>
              <a:chExt cx="3335856" cy="3212632"/>
            </a:xfrm>
          </p:grpSpPr>
          <p:sp>
            <p:nvSpPr>
              <p:cNvPr id="16" name="Flowchart: Connector 15">
                <a:extLst>
                  <a:ext uri="{FF2B5EF4-FFF2-40B4-BE49-F238E27FC236}">
                    <a16:creationId xmlns:a16="http://schemas.microsoft.com/office/drawing/2014/main" id="{23358F03-0297-EE56-B229-88EDD9527EEB}"/>
                  </a:ext>
                </a:extLst>
              </p:cNvPr>
              <p:cNvSpPr/>
              <p:nvPr/>
            </p:nvSpPr>
            <p:spPr>
              <a:xfrm>
                <a:off x="1264356" y="2415822"/>
                <a:ext cx="2799644" cy="2799644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lowchart: Alternate Process 16">
                <a:extLst>
                  <a:ext uri="{FF2B5EF4-FFF2-40B4-BE49-F238E27FC236}">
                    <a16:creationId xmlns:a16="http://schemas.microsoft.com/office/drawing/2014/main" id="{66BD5F28-F26B-316B-FE94-A5E5BC4D985F}"/>
                  </a:ext>
                </a:extLst>
              </p:cNvPr>
              <p:cNvSpPr/>
              <p:nvPr/>
            </p:nvSpPr>
            <p:spPr>
              <a:xfrm rot="2700000">
                <a:off x="1302028" y="2236984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lowchart: Alternate Process 17">
                <a:extLst>
                  <a:ext uri="{FF2B5EF4-FFF2-40B4-BE49-F238E27FC236}">
                    <a16:creationId xmlns:a16="http://schemas.microsoft.com/office/drawing/2014/main" id="{7C498DBC-1567-FF42-FB95-CA4D6CBF8C6B}"/>
                  </a:ext>
                </a:extLst>
              </p:cNvPr>
              <p:cNvSpPr/>
              <p:nvPr/>
            </p:nvSpPr>
            <p:spPr>
              <a:xfrm rot="18900000">
                <a:off x="3580054" y="2236985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lowchart: Alternate Process 18">
                <a:extLst>
                  <a:ext uri="{FF2B5EF4-FFF2-40B4-BE49-F238E27FC236}">
                    <a16:creationId xmlns:a16="http://schemas.microsoft.com/office/drawing/2014/main" id="{60CDABF5-64BF-6720-DF53-0433D9A18D19}"/>
                  </a:ext>
                </a:extLst>
              </p:cNvPr>
              <p:cNvSpPr/>
              <p:nvPr/>
            </p:nvSpPr>
            <p:spPr>
              <a:xfrm rot="18900000">
                <a:off x="1302028" y="4391787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lowchart: Alternate Process 19">
                <a:extLst>
                  <a:ext uri="{FF2B5EF4-FFF2-40B4-BE49-F238E27FC236}">
                    <a16:creationId xmlns:a16="http://schemas.microsoft.com/office/drawing/2014/main" id="{64F271DB-54CB-A3B9-59B6-D903131B8E8B}"/>
                  </a:ext>
                </a:extLst>
              </p:cNvPr>
              <p:cNvSpPr/>
              <p:nvPr/>
            </p:nvSpPr>
            <p:spPr>
              <a:xfrm rot="2700000">
                <a:off x="3580054" y="4391787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54669E-A95F-5452-C7AB-C03561F3EA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99911"/>
              <a:ext cx="0" cy="2607862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330032-3D9D-6237-1069-E155F779E9E3}"/>
                </a:ext>
              </a:extLst>
            </p:cNvPr>
            <p:cNvSpPr txBox="1"/>
            <p:nvPr/>
          </p:nvSpPr>
          <p:spPr>
            <a:xfrm>
              <a:off x="6239047" y="643256"/>
              <a:ext cx="13106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Vy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6D3CF4-1C0D-AD71-EF6D-C785C3B5D6E6}"/>
                </a:ext>
              </a:extLst>
            </p:cNvPr>
            <p:cNvSpPr txBox="1"/>
            <p:nvPr/>
          </p:nvSpPr>
          <p:spPr>
            <a:xfrm>
              <a:off x="6239047" y="3167030"/>
              <a:ext cx="131064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b="1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w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97DD6AC-27EC-687F-B102-86F60594F80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307773"/>
              <a:ext cx="2631312" cy="0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0351042-DE5C-951C-7EB3-9CB53B00E0A0}"/>
                </a:ext>
              </a:extLst>
            </p:cNvPr>
            <p:cNvSpPr txBox="1"/>
            <p:nvPr/>
          </p:nvSpPr>
          <p:spPr>
            <a:xfrm>
              <a:off x="7959717" y="2151367"/>
              <a:ext cx="10863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Vx</a:t>
              </a:r>
            </a:p>
          </p:txBody>
        </p:sp>
        <p:sp>
          <p:nvSpPr>
            <p:cNvPr id="26" name="Arrow: U-Turn 25">
              <a:extLst>
                <a:ext uri="{FF2B5EF4-FFF2-40B4-BE49-F238E27FC236}">
                  <a16:creationId xmlns:a16="http://schemas.microsoft.com/office/drawing/2014/main" id="{D6CDE8E4-71C4-2F97-83CC-416107E6E38C}"/>
                </a:ext>
              </a:extLst>
            </p:cNvPr>
            <p:cNvSpPr/>
            <p:nvPr/>
          </p:nvSpPr>
          <p:spPr>
            <a:xfrm>
              <a:off x="5591733" y="2756124"/>
              <a:ext cx="1080577" cy="718055"/>
            </a:xfrm>
            <a:prstGeom prst="uturnArrow">
              <a:avLst>
                <a:gd name="adj1" fmla="val 7307"/>
                <a:gd name="adj2" fmla="val 11857"/>
                <a:gd name="adj3" fmla="val 13879"/>
                <a:gd name="adj4" fmla="val 71142"/>
                <a:gd name="adj5" fmla="val 100000"/>
              </a:avLst>
            </a:prstGeom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2DBDDE-3133-66C5-5414-3C5F086723DB}"/>
                </a:ext>
              </a:extLst>
            </p:cNvPr>
            <p:cNvSpPr txBox="1"/>
            <p:nvPr/>
          </p:nvSpPr>
          <p:spPr>
            <a:xfrm>
              <a:off x="6931582" y="2054464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4A6581-CD4B-ABF7-20EB-418642B2ED26}"/>
                </a:ext>
              </a:extLst>
            </p:cNvPr>
            <p:cNvSpPr txBox="1"/>
            <p:nvPr/>
          </p:nvSpPr>
          <p:spPr>
            <a:xfrm>
              <a:off x="6947809" y="4206124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6A4B49-371E-6BF3-7258-EDD068D1512A}"/>
                </a:ext>
              </a:extLst>
            </p:cNvPr>
            <p:cNvSpPr txBox="1"/>
            <p:nvPr/>
          </p:nvSpPr>
          <p:spPr>
            <a:xfrm>
              <a:off x="4671281" y="4206124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L2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720F20-F8A4-FC74-654D-6FBA06C3AEE2}"/>
                </a:ext>
              </a:extLst>
            </p:cNvPr>
            <p:cNvSpPr txBox="1"/>
            <p:nvPr/>
          </p:nvSpPr>
          <p:spPr>
            <a:xfrm>
              <a:off x="4671281" y="2089988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L1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AE6599C-6B74-99DE-A018-19F8E688C6B1}"/>
                  </a:ext>
                </a:extLst>
              </p:cNvPr>
              <p:cNvSpPr txBox="1"/>
              <p:nvPr/>
            </p:nvSpPr>
            <p:spPr>
              <a:xfrm>
                <a:off x="471160" y="1088422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AE6599C-6B74-99DE-A018-19F8E688C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1088422"/>
                <a:ext cx="7825179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3DB06-6A7C-0DE7-FB8E-6A7093B25058}"/>
                  </a:ext>
                </a:extLst>
              </p:cNvPr>
              <p:cNvSpPr txBox="1"/>
              <p:nvPr/>
            </p:nvSpPr>
            <p:spPr>
              <a:xfrm>
                <a:off x="471160" y="2152522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3DB06-6A7C-0DE7-FB8E-6A7093B25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2152522"/>
                <a:ext cx="782517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96AC96-F0CD-F7C2-221C-005F642611B8}"/>
                  </a:ext>
                </a:extLst>
              </p:cNvPr>
              <p:cNvSpPr txBox="1"/>
              <p:nvPr/>
            </p:nvSpPr>
            <p:spPr>
              <a:xfrm>
                <a:off x="471160" y="3226527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96AC96-F0CD-F7C2-221C-005F64261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3226527"/>
                <a:ext cx="7825179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A052C8-88AD-B269-EC85-7C6930013BA7}"/>
                  </a:ext>
                </a:extLst>
              </p:cNvPr>
              <p:cNvSpPr txBox="1"/>
              <p:nvPr/>
            </p:nvSpPr>
            <p:spPr>
              <a:xfrm>
                <a:off x="471160" y="4295769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A052C8-88AD-B269-EC85-7C6930013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4295769"/>
                <a:ext cx="7825179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988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7BFBFF6F-4368-A6A9-A19E-1FE928A60927}"/>
              </a:ext>
            </a:extLst>
          </p:cNvPr>
          <p:cNvGrpSpPr/>
          <p:nvPr/>
        </p:nvGrpSpPr>
        <p:grpSpPr>
          <a:xfrm>
            <a:off x="7574044" y="983681"/>
            <a:ext cx="4617956" cy="4392060"/>
            <a:chOff x="4428072" y="643256"/>
            <a:chExt cx="4617956" cy="439206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A5DB35E-875E-E57A-90DC-A2C3798380A2}"/>
                </a:ext>
              </a:extLst>
            </p:cNvPr>
            <p:cNvGrpSpPr/>
            <p:nvPr/>
          </p:nvGrpSpPr>
          <p:grpSpPr>
            <a:xfrm>
              <a:off x="4428072" y="1822684"/>
              <a:ext cx="3335856" cy="3212632"/>
              <a:chOff x="1012335" y="2236985"/>
              <a:chExt cx="3335856" cy="3212632"/>
            </a:xfrm>
          </p:grpSpPr>
          <p:sp>
            <p:nvSpPr>
              <p:cNvPr id="16" name="Flowchart: Connector 15">
                <a:extLst>
                  <a:ext uri="{FF2B5EF4-FFF2-40B4-BE49-F238E27FC236}">
                    <a16:creationId xmlns:a16="http://schemas.microsoft.com/office/drawing/2014/main" id="{23358F03-0297-EE56-B229-88EDD9527EEB}"/>
                  </a:ext>
                </a:extLst>
              </p:cNvPr>
              <p:cNvSpPr/>
              <p:nvPr/>
            </p:nvSpPr>
            <p:spPr>
              <a:xfrm>
                <a:off x="1264356" y="2415822"/>
                <a:ext cx="2799644" cy="2799644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lowchart: Alternate Process 16">
                <a:extLst>
                  <a:ext uri="{FF2B5EF4-FFF2-40B4-BE49-F238E27FC236}">
                    <a16:creationId xmlns:a16="http://schemas.microsoft.com/office/drawing/2014/main" id="{66BD5F28-F26B-316B-FE94-A5E5BC4D985F}"/>
                  </a:ext>
                </a:extLst>
              </p:cNvPr>
              <p:cNvSpPr/>
              <p:nvPr/>
            </p:nvSpPr>
            <p:spPr>
              <a:xfrm rot="2700000">
                <a:off x="1302028" y="2236984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lowchart: Alternate Process 17">
                <a:extLst>
                  <a:ext uri="{FF2B5EF4-FFF2-40B4-BE49-F238E27FC236}">
                    <a16:creationId xmlns:a16="http://schemas.microsoft.com/office/drawing/2014/main" id="{7C498DBC-1567-FF42-FB95-CA4D6CBF8C6B}"/>
                  </a:ext>
                </a:extLst>
              </p:cNvPr>
              <p:cNvSpPr/>
              <p:nvPr/>
            </p:nvSpPr>
            <p:spPr>
              <a:xfrm rot="18900000">
                <a:off x="3580054" y="2236985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lowchart: Alternate Process 18">
                <a:extLst>
                  <a:ext uri="{FF2B5EF4-FFF2-40B4-BE49-F238E27FC236}">
                    <a16:creationId xmlns:a16="http://schemas.microsoft.com/office/drawing/2014/main" id="{60CDABF5-64BF-6720-DF53-0433D9A18D19}"/>
                  </a:ext>
                </a:extLst>
              </p:cNvPr>
              <p:cNvSpPr/>
              <p:nvPr/>
            </p:nvSpPr>
            <p:spPr>
              <a:xfrm rot="18900000">
                <a:off x="1302028" y="4391787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lowchart: Alternate Process 19">
                <a:extLst>
                  <a:ext uri="{FF2B5EF4-FFF2-40B4-BE49-F238E27FC236}">
                    <a16:creationId xmlns:a16="http://schemas.microsoft.com/office/drawing/2014/main" id="{64F271DB-54CB-A3B9-59B6-D903131B8E8B}"/>
                  </a:ext>
                </a:extLst>
              </p:cNvPr>
              <p:cNvSpPr/>
              <p:nvPr/>
            </p:nvSpPr>
            <p:spPr>
              <a:xfrm rot="2700000">
                <a:off x="3580054" y="4391787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54669E-A95F-5452-C7AB-C03561F3EA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99911"/>
              <a:ext cx="0" cy="2607862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330032-3D9D-6237-1069-E155F779E9E3}"/>
                </a:ext>
              </a:extLst>
            </p:cNvPr>
            <p:cNvSpPr txBox="1"/>
            <p:nvPr/>
          </p:nvSpPr>
          <p:spPr>
            <a:xfrm>
              <a:off x="6239047" y="643256"/>
              <a:ext cx="13106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Vy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6D3CF4-1C0D-AD71-EF6D-C785C3B5D6E6}"/>
                </a:ext>
              </a:extLst>
            </p:cNvPr>
            <p:cNvSpPr txBox="1"/>
            <p:nvPr/>
          </p:nvSpPr>
          <p:spPr>
            <a:xfrm>
              <a:off x="6239047" y="3167030"/>
              <a:ext cx="131064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b="1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w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97DD6AC-27EC-687F-B102-86F60594F80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307773"/>
              <a:ext cx="2631312" cy="0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0351042-DE5C-951C-7EB3-9CB53B00E0A0}"/>
                </a:ext>
              </a:extLst>
            </p:cNvPr>
            <p:cNvSpPr txBox="1"/>
            <p:nvPr/>
          </p:nvSpPr>
          <p:spPr>
            <a:xfrm>
              <a:off x="7959717" y="2151367"/>
              <a:ext cx="10863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Vx</a:t>
              </a:r>
            </a:p>
          </p:txBody>
        </p:sp>
        <p:sp>
          <p:nvSpPr>
            <p:cNvPr id="26" name="Arrow: U-Turn 25">
              <a:extLst>
                <a:ext uri="{FF2B5EF4-FFF2-40B4-BE49-F238E27FC236}">
                  <a16:creationId xmlns:a16="http://schemas.microsoft.com/office/drawing/2014/main" id="{D6CDE8E4-71C4-2F97-83CC-416107E6E38C}"/>
                </a:ext>
              </a:extLst>
            </p:cNvPr>
            <p:cNvSpPr/>
            <p:nvPr/>
          </p:nvSpPr>
          <p:spPr>
            <a:xfrm>
              <a:off x="5591733" y="2756124"/>
              <a:ext cx="1080577" cy="718055"/>
            </a:xfrm>
            <a:prstGeom prst="uturnArrow">
              <a:avLst>
                <a:gd name="adj1" fmla="val 7307"/>
                <a:gd name="adj2" fmla="val 11857"/>
                <a:gd name="adj3" fmla="val 13879"/>
                <a:gd name="adj4" fmla="val 71142"/>
                <a:gd name="adj5" fmla="val 100000"/>
              </a:avLst>
            </a:prstGeom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2DBDDE-3133-66C5-5414-3C5F086723DB}"/>
                </a:ext>
              </a:extLst>
            </p:cNvPr>
            <p:cNvSpPr txBox="1"/>
            <p:nvPr/>
          </p:nvSpPr>
          <p:spPr>
            <a:xfrm>
              <a:off x="6931582" y="2054464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4A6581-CD4B-ABF7-20EB-418642B2ED26}"/>
                </a:ext>
              </a:extLst>
            </p:cNvPr>
            <p:cNvSpPr txBox="1"/>
            <p:nvPr/>
          </p:nvSpPr>
          <p:spPr>
            <a:xfrm>
              <a:off x="6947809" y="4206124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6A4B49-371E-6BF3-7258-EDD068D1512A}"/>
                </a:ext>
              </a:extLst>
            </p:cNvPr>
            <p:cNvSpPr txBox="1"/>
            <p:nvPr/>
          </p:nvSpPr>
          <p:spPr>
            <a:xfrm>
              <a:off x="4671281" y="4206124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L2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720F20-F8A4-FC74-654D-6FBA06C3AEE2}"/>
                </a:ext>
              </a:extLst>
            </p:cNvPr>
            <p:cNvSpPr txBox="1"/>
            <p:nvPr/>
          </p:nvSpPr>
          <p:spPr>
            <a:xfrm>
              <a:off x="4671281" y="2089988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L1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AE6599C-6B74-99DE-A018-19F8E688C6B1}"/>
                  </a:ext>
                </a:extLst>
              </p:cNvPr>
              <p:cNvSpPr txBox="1"/>
              <p:nvPr/>
            </p:nvSpPr>
            <p:spPr>
              <a:xfrm>
                <a:off x="471160" y="1088422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AE6599C-6B74-99DE-A018-19F8E688C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1088422"/>
                <a:ext cx="7825179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3DB06-6A7C-0DE7-FB8E-6A7093B25058}"/>
                  </a:ext>
                </a:extLst>
              </p:cNvPr>
              <p:cNvSpPr txBox="1"/>
              <p:nvPr/>
            </p:nvSpPr>
            <p:spPr>
              <a:xfrm>
                <a:off x="471160" y="2152522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3DB06-6A7C-0DE7-FB8E-6A7093B25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2152522"/>
                <a:ext cx="782517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96AC96-F0CD-F7C2-221C-005F642611B8}"/>
                  </a:ext>
                </a:extLst>
              </p:cNvPr>
              <p:cNvSpPr txBox="1"/>
              <p:nvPr/>
            </p:nvSpPr>
            <p:spPr>
              <a:xfrm>
                <a:off x="471160" y="3226527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96AC96-F0CD-F7C2-221C-005F64261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3226527"/>
                <a:ext cx="7825179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A052C8-88AD-B269-EC85-7C6930013BA7}"/>
                  </a:ext>
                </a:extLst>
              </p:cNvPr>
              <p:cNvSpPr txBox="1"/>
              <p:nvPr/>
            </p:nvSpPr>
            <p:spPr>
              <a:xfrm>
                <a:off x="471160" y="4295769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A052C8-88AD-B269-EC85-7C6930013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4295769"/>
                <a:ext cx="7825179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C9EA68-994E-3E1F-3A3B-F580ECAD2C0A}"/>
                  </a:ext>
                </a:extLst>
              </p:cNvPr>
              <p:cNvSpPr txBox="1"/>
              <p:nvPr/>
            </p:nvSpPr>
            <p:spPr>
              <a:xfrm>
                <a:off x="471160" y="275795"/>
                <a:ext cx="78251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C9EA68-994E-3E1F-3A3B-F580ECAD2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275795"/>
                <a:ext cx="7825179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9AEBBD-1B5D-FA3A-F215-C74455D6B06C}"/>
                  </a:ext>
                </a:extLst>
              </p:cNvPr>
              <p:cNvSpPr txBox="1"/>
              <p:nvPr/>
            </p:nvSpPr>
            <p:spPr>
              <a:xfrm>
                <a:off x="5370675" y="1302600"/>
                <a:ext cx="1726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9AEBBD-1B5D-FA3A-F215-C74455D6B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675" y="1302600"/>
                <a:ext cx="172660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E03A5D-A4BD-91E0-4CB2-7A1C9C2228E9}"/>
                  </a:ext>
                </a:extLst>
              </p:cNvPr>
              <p:cNvSpPr txBox="1"/>
              <p:nvPr/>
            </p:nvSpPr>
            <p:spPr>
              <a:xfrm>
                <a:off x="5366699" y="2365761"/>
                <a:ext cx="1726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E03A5D-A4BD-91E0-4CB2-7A1C9C222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699" y="2365761"/>
                <a:ext cx="172660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06790A-B6E7-7381-41CD-E48F658BDC1F}"/>
                  </a:ext>
                </a:extLst>
              </p:cNvPr>
              <p:cNvSpPr txBox="1"/>
              <p:nvPr/>
            </p:nvSpPr>
            <p:spPr>
              <a:xfrm>
                <a:off x="5787486" y="3430836"/>
                <a:ext cx="1726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06790A-B6E7-7381-41CD-E48F658BD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486" y="3430836"/>
                <a:ext cx="172660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CB695B-84D1-4693-C26B-9739B892121E}"/>
                  </a:ext>
                </a:extLst>
              </p:cNvPr>
              <p:cNvSpPr txBox="1"/>
              <p:nvPr/>
            </p:nvSpPr>
            <p:spPr>
              <a:xfrm>
                <a:off x="5783510" y="4493997"/>
                <a:ext cx="1726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CB695B-84D1-4693-C26B-9739B8921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510" y="4493997"/>
                <a:ext cx="172660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79154E-7345-2607-6B6F-FC67BEBF6178}"/>
              </a:ext>
            </a:extLst>
          </p:cNvPr>
          <p:cNvCxnSpPr>
            <a:cxnSpLocks/>
          </p:cNvCxnSpPr>
          <p:nvPr/>
        </p:nvCxnSpPr>
        <p:spPr>
          <a:xfrm flipH="1" flipV="1">
            <a:off x="7351418" y="4879216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46E869-A3AF-8576-A309-31DDFC628E05}"/>
              </a:ext>
            </a:extLst>
          </p:cNvPr>
          <p:cNvCxnSpPr>
            <a:cxnSpLocks/>
          </p:cNvCxnSpPr>
          <p:nvPr/>
        </p:nvCxnSpPr>
        <p:spPr>
          <a:xfrm flipH="1" flipV="1">
            <a:off x="10394875" y="2021188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4C7BC8-BC4A-E37E-7968-CF6463EE4D39}"/>
              </a:ext>
            </a:extLst>
          </p:cNvPr>
          <p:cNvCxnSpPr>
            <a:cxnSpLocks/>
          </p:cNvCxnSpPr>
          <p:nvPr/>
        </p:nvCxnSpPr>
        <p:spPr>
          <a:xfrm flipV="1">
            <a:off x="7406035" y="2031521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C9BD9F-9898-508D-3112-DDA6C796C073}"/>
              </a:ext>
            </a:extLst>
          </p:cNvPr>
          <p:cNvCxnSpPr>
            <a:cxnSpLocks/>
          </p:cNvCxnSpPr>
          <p:nvPr/>
        </p:nvCxnSpPr>
        <p:spPr>
          <a:xfrm flipV="1">
            <a:off x="10394875" y="4831165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74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7BFBFF6F-4368-A6A9-A19E-1FE928A60927}"/>
              </a:ext>
            </a:extLst>
          </p:cNvPr>
          <p:cNvGrpSpPr/>
          <p:nvPr/>
        </p:nvGrpSpPr>
        <p:grpSpPr>
          <a:xfrm>
            <a:off x="7574044" y="983681"/>
            <a:ext cx="4617956" cy="4392060"/>
            <a:chOff x="4428072" y="643256"/>
            <a:chExt cx="4617956" cy="439206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A5DB35E-875E-E57A-90DC-A2C3798380A2}"/>
                </a:ext>
              </a:extLst>
            </p:cNvPr>
            <p:cNvGrpSpPr/>
            <p:nvPr/>
          </p:nvGrpSpPr>
          <p:grpSpPr>
            <a:xfrm>
              <a:off x="4428072" y="1822684"/>
              <a:ext cx="3335856" cy="3212632"/>
              <a:chOff x="1012335" y="2236985"/>
              <a:chExt cx="3335856" cy="3212632"/>
            </a:xfrm>
          </p:grpSpPr>
          <p:sp>
            <p:nvSpPr>
              <p:cNvPr id="16" name="Flowchart: Connector 15">
                <a:extLst>
                  <a:ext uri="{FF2B5EF4-FFF2-40B4-BE49-F238E27FC236}">
                    <a16:creationId xmlns:a16="http://schemas.microsoft.com/office/drawing/2014/main" id="{23358F03-0297-EE56-B229-88EDD9527EEB}"/>
                  </a:ext>
                </a:extLst>
              </p:cNvPr>
              <p:cNvSpPr/>
              <p:nvPr/>
            </p:nvSpPr>
            <p:spPr>
              <a:xfrm>
                <a:off x="1264356" y="2415822"/>
                <a:ext cx="2799644" cy="2799644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lowchart: Alternate Process 16">
                <a:extLst>
                  <a:ext uri="{FF2B5EF4-FFF2-40B4-BE49-F238E27FC236}">
                    <a16:creationId xmlns:a16="http://schemas.microsoft.com/office/drawing/2014/main" id="{66BD5F28-F26B-316B-FE94-A5E5BC4D985F}"/>
                  </a:ext>
                </a:extLst>
              </p:cNvPr>
              <p:cNvSpPr/>
              <p:nvPr/>
            </p:nvSpPr>
            <p:spPr>
              <a:xfrm rot="2700000">
                <a:off x="1302028" y="2236984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lowchart: Alternate Process 17">
                <a:extLst>
                  <a:ext uri="{FF2B5EF4-FFF2-40B4-BE49-F238E27FC236}">
                    <a16:creationId xmlns:a16="http://schemas.microsoft.com/office/drawing/2014/main" id="{7C498DBC-1567-FF42-FB95-CA4D6CBF8C6B}"/>
                  </a:ext>
                </a:extLst>
              </p:cNvPr>
              <p:cNvSpPr/>
              <p:nvPr/>
            </p:nvSpPr>
            <p:spPr>
              <a:xfrm rot="18900000">
                <a:off x="3580054" y="2236985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lowchart: Alternate Process 18">
                <a:extLst>
                  <a:ext uri="{FF2B5EF4-FFF2-40B4-BE49-F238E27FC236}">
                    <a16:creationId xmlns:a16="http://schemas.microsoft.com/office/drawing/2014/main" id="{60CDABF5-64BF-6720-DF53-0433D9A18D19}"/>
                  </a:ext>
                </a:extLst>
              </p:cNvPr>
              <p:cNvSpPr/>
              <p:nvPr/>
            </p:nvSpPr>
            <p:spPr>
              <a:xfrm rot="18900000">
                <a:off x="1302028" y="4391787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lowchart: Alternate Process 19">
                <a:extLst>
                  <a:ext uri="{FF2B5EF4-FFF2-40B4-BE49-F238E27FC236}">
                    <a16:creationId xmlns:a16="http://schemas.microsoft.com/office/drawing/2014/main" id="{64F271DB-54CB-A3B9-59B6-D903131B8E8B}"/>
                  </a:ext>
                </a:extLst>
              </p:cNvPr>
              <p:cNvSpPr/>
              <p:nvPr/>
            </p:nvSpPr>
            <p:spPr>
              <a:xfrm rot="2700000">
                <a:off x="3580054" y="4391787"/>
                <a:ext cx="478443" cy="105783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54669E-A95F-5452-C7AB-C03561F3EA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99911"/>
              <a:ext cx="0" cy="2607862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330032-3D9D-6237-1069-E155F779E9E3}"/>
                </a:ext>
              </a:extLst>
            </p:cNvPr>
            <p:cNvSpPr txBox="1"/>
            <p:nvPr/>
          </p:nvSpPr>
          <p:spPr>
            <a:xfrm>
              <a:off x="6239047" y="643256"/>
              <a:ext cx="13106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Vy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6D3CF4-1C0D-AD71-EF6D-C785C3B5D6E6}"/>
                </a:ext>
              </a:extLst>
            </p:cNvPr>
            <p:cNvSpPr txBox="1"/>
            <p:nvPr/>
          </p:nvSpPr>
          <p:spPr>
            <a:xfrm>
              <a:off x="6239047" y="3167030"/>
              <a:ext cx="131064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b="1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w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97DD6AC-27EC-687F-B102-86F60594F80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307773"/>
              <a:ext cx="2631312" cy="0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0351042-DE5C-951C-7EB3-9CB53B00E0A0}"/>
                </a:ext>
              </a:extLst>
            </p:cNvPr>
            <p:cNvSpPr txBox="1"/>
            <p:nvPr/>
          </p:nvSpPr>
          <p:spPr>
            <a:xfrm>
              <a:off x="7959717" y="2151367"/>
              <a:ext cx="10863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Vx</a:t>
              </a:r>
            </a:p>
          </p:txBody>
        </p:sp>
        <p:sp>
          <p:nvSpPr>
            <p:cNvPr id="26" name="Arrow: U-Turn 25">
              <a:extLst>
                <a:ext uri="{FF2B5EF4-FFF2-40B4-BE49-F238E27FC236}">
                  <a16:creationId xmlns:a16="http://schemas.microsoft.com/office/drawing/2014/main" id="{D6CDE8E4-71C4-2F97-83CC-416107E6E38C}"/>
                </a:ext>
              </a:extLst>
            </p:cNvPr>
            <p:cNvSpPr/>
            <p:nvPr/>
          </p:nvSpPr>
          <p:spPr>
            <a:xfrm>
              <a:off x="5591733" y="2756124"/>
              <a:ext cx="1080577" cy="718055"/>
            </a:xfrm>
            <a:prstGeom prst="uturnArrow">
              <a:avLst>
                <a:gd name="adj1" fmla="val 7307"/>
                <a:gd name="adj2" fmla="val 11857"/>
                <a:gd name="adj3" fmla="val 13879"/>
                <a:gd name="adj4" fmla="val 71142"/>
                <a:gd name="adj5" fmla="val 100000"/>
              </a:avLst>
            </a:prstGeom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2DBDDE-3133-66C5-5414-3C5F086723DB}"/>
                </a:ext>
              </a:extLst>
            </p:cNvPr>
            <p:cNvSpPr txBox="1"/>
            <p:nvPr/>
          </p:nvSpPr>
          <p:spPr>
            <a:xfrm>
              <a:off x="6931582" y="2054464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4A6581-CD4B-ABF7-20EB-418642B2ED26}"/>
                </a:ext>
              </a:extLst>
            </p:cNvPr>
            <p:cNvSpPr txBox="1"/>
            <p:nvPr/>
          </p:nvSpPr>
          <p:spPr>
            <a:xfrm>
              <a:off x="6947809" y="4206124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6A4B49-371E-6BF3-7258-EDD068D1512A}"/>
                </a:ext>
              </a:extLst>
            </p:cNvPr>
            <p:cNvSpPr txBox="1"/>
            <p:nvPr/>
          </p:nvSpPr>
          <p:spPr>
            <a:xfrm>
              <a:off x="4671281" y="4206124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L2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720F20-F8A4-FC74-654D-6FBA06C3AEE2}"/>
                </a:ext>
              </a:extLst>
            </p:cNvPr>
            <p:cNvSpPr txBox="1"/>
            <p:nvPr/>
          </p:nvSpPr>
          <p:spPr>
            <a:xfrm>
              <a:off x="4671281" y="2089988"/>
              <a:ext cx="7449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Consolas" panose="020B0609020204030204" pitchFamily="49" charset="0"/>
                </a:rPr>
                <a:t>L1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AE6599C-6B74-99DE-A018-19F8E688C6B1}"/>
                  </a:ext>
                </a:extLst>
              </p:cNvPr>
              <p:cNvSpPr txBox="1"/>
              <p:nvPr/>
            </p:nvSpPr>
            <p:spPr>
              <a:xfrm>
                <a:off x="471160" y="1088422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AE6599C-6B74-99DE-A018-19F8E688C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1088422"/>
                <a:ext cx="7825179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3DB06-6A7C-0DE7-FB8E-6A7093B25058}"/>
                  </a:ext>
                </a:extLst>
              </p:cNvPr>
              <p:cNvSpPr txBox="1"/>
              <p:nvPr/>
            </p:nvSpPr>
            <p:spPr>
              <a:xfrm>
                <a:off x="471160" y="2152522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3DB06-6A7C-0DE7-FB8E-6A7093B25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2152522"/>
                <a:ext cx="782517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96AC96-F0CD-F7C2-221C-005F642611B8}"/>
                  </a:ext>
                </a:extLst>
              </p:cNvPr>
              <p:cNvSpPr txBox="1"/>
              <p:nvPr/>
            </p:nvSpPr>
            <p:spPr>
              <a:xfrm>
                <a:off x="471160" y="3226527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96AC96-F0CD-F7C2-221C-005F64261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3226527"/>
                <a:ext cx="7825179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A052C8-88AD-B269-EC85-7C6930013BA7}"/>
                  </a:ext>
                </a:extLst>
              </p:cNvPr>
              <p:cNvSpPr txBox="1"/>
              <p:nvPr/>
            </p:nvSpPr>
            <p:spPr>
              <a:xfrm>
                <a:off x="471160" y="4295769"/>
                <a:ext cx="782517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A052C8-88AD-B269-EC85-7C6930013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4295769"/>
                <a:ext cx="7825179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C9EA68-994E-3E1F-3A3B-F580ECAD2C0A}"/>
                  </a:ext>
                </a:extLst>
              </p:cNvPr>
              <p:cNvSpPr txBox="1"/>
              <p:nvPr/>
            </p:nvSpPr>
            <p:spPr>
              <a:xfrm>
                <a:off x="471160" y="275795"/>
                <a:ext cx="78251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40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C9EA68-994E-3E1F-3A3B-F580ECAD2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0" y="275795"/>
                <a:ext cx="7825179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9AEBBD-1B5D-FA3A-F215-C74455D6B06C}"/>
                  </a:ext>
                </a:extLst>
              </p:cNvPr>
              <p:cNvSpPr txBox="1"/>
              <p:nvPr/>
            </p:nvSpPr>
            <p:spPr>
              <a:xfrm>
                <a:off x="5370675" y="1302600"/>
                <a:ext cx="1726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𝟏𝟓𝟎</m:t>
                      </m:r>
                    </m:oMath>
                  </m:oMathPara>
                </a14:m>
                <a:endPara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9AEBBD-1B5D-FA3A-F215-C74455D6B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675" y="1302600"/>
                <a:ext cx="172660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E03A5D-A4BD-91E0-4CB2-7A1C9C2228E9}"/>
                  </a:ext>
                </a:extLst>
              </p:cNvPr>
              <p:cNvSpPr txBox="1"/>
              <p:nvPr/>
            </p:nvSpPr>
            <p:spPr>
              <a:xfrm>
                <a:off x="5366699" y="2365761"/>
                <a:ext cx="1726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𝟏𝟓𝟎</m:t>
                      </m:r>
                    </m:oMath>
                  </m:oMathPara>
                </a14:m>
                <a:endPara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E03A5D-A4BD-91E0-4CB2-7A1C9C222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699" y="2365761"/>
                <a:ext cx="172660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06790A-B6E7-7381-41CD-E48F658BDC1F}"/>
                  </a:ext>
                </a:extLst>
              </p:cNvPr>
              <p:cNvSpPr txBox="1"/>
              <p:nvPr/>
            </p:nvSpPr>
            <p:spPr>
              <a:xfrm>
                <a:off x="5787486" y="3430836"/>
                <a:ext cx="1726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06790A-B6E7-7381-41CD-E48F658BD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486" y="3430836"/>
                <a:ext cx="172660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CB695B-84D1-4693-C26B-9739B892121E}"/>
                  </a:ext>
                </a:extLst>
              </p:cNvPr>
              <p:cNvSpPr txBox="1"/>
              <p:nvPr/>
            </p:nvSpPr>
            <p:spPr>
              <a:xfrm>
                <a:off x="5783510" y="4493997"/>
                <a:ext cx="1726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800" b="1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CB695B-84D1-4693-C26B-9739B8921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510" y="4493997"/>
                <a:ext cx="172660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46E869-A3AF-8576-A309-31DDFC628E05}"/>
              </a:ext>
            </a:extLst>
          </p:cNvPr>
          <p:cNvCxnSpPr>
            <a:cxnSpLocks/>
          </p:cNvCxnSpPr>
          <p:nvPr/>
        </p:nvCxnSpPr>
        <p:spPr>
          <a:xfrm flipH="1" flipV="1">
            <a:off x="10837230" y="2447870"/>
            <a:ext cx="268459" cy="2589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4C7BC8-BC4A-E37E-7968-CF6463EE4D39}"/>
              </a:ext>
            </a:extLst>
          </p:cNvPr>
          <p:cNvCxnSpPr>
            <a:cxnSpLocks/>
          </p:cNvCxnSpPr>
          <p:nvPr/>
        </p:nvCxnSpPr>
        <p:spPr>
          <a:xfrm flipV="1">
            <a:off x="7406035" y="2031521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C9BD9F-9898-508D-3112-DDA6C796C073}"/>
              </a:ext>
            </a:extLst>
          </p:cNvPr>
          <p:cNvCxnSpPr>
            <a:cxnSpLocks/>
          </p:cNvCxnSpPr>
          <p:nvPr/>
        </p:nvCxnSpPr>
        <p:spPr>
          <a:xfrm flipV="1">
            <a:off x="10394875" y="5207273"/>
            <a:ext cx="300784" cy="30952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D7110B-739C-E619-30B8-DF010F4C0139}"/>
              </a:ext>
            </a:extLst>
          </p:cNvPr>
          <p:cNvCxnSpPr>
            <a:cxnSpLocks/>
          </p:cNvCxnSpPr>
          <p:nvPr/>
        </p:nvCxnSpPr>
        <p:spPr>
          <a:xfrm flipH="1" flipV="1">
            <a:off x="7376411" y="4819829"/>
            <a:ext cx="710814" cy="6856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50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5C3A74-4A3E-F22D-88D6-E547F0E1271B}"/>
              </a:ext>
            </a:extLst>
          </p:cNvPr>
          <p:cNvSpPr txBox="1"/>
          <p:nvPr/>
        </p:nvSpPr>
        <p:spPr>
          <a:xfrm>
            <a:off x="1015504" y="1135040"/>
            <a:ext cx="1016099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4000" b="1" dirty="0">
                <a:solidFill>
                  <a:srgbClr val="00B0F0"/>
                </a:solidFill>
                <a:latin typeface="Consolas" panose="020B0609020204030204" pitchFamily="49" charset="0"/>
              </a:rPr>
              <a:t>void</a:t>
            </a:r>
            <a:r>
              <a:rPr lang="en-US" sz="4000" b="1" dirty="0">
                <a:solidFill>
                  <a:schemeClr val="accent2"/>
                </a:solidFill>
                <a:latin typeface="Consolas" panose="020B0609020204030204" pitchFamily="49" charset="0"/>
              </a:rPr>
              <a:t> move</a:t>
            </a:r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4000" b="1" dirty="0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 Vy, </a:t>
            </a:r>
            <a:r>
              <a:rPr lang="en-US" sz="4000" b="1" dirty="0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 Vx, </a:t>
            </a:r>
            <a:r>
              <a:rPr lang="en-US" sz="4000" b="1" dirty="0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 w){</a:t>
            </a:r>
          </a:p>
          <a:p>
            <a:pPr/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</a:p>
          <a:p>
            <a:pPr/>
            <a:endParaRPr lang="en-US" sz="40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/>
            <a:endParaRPr lang="en-US" sz="40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/>
            <a:endParaRPr lang="en-US" sz="40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/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4000" b="1" dirty="0">
                <a:solidFill>
                  <a:schemeClr val="accent2"/>
                </a:solidFill>
                <a:latin typeface="Consolas" panose="020B0609020204030204" pitchFamily="49" charset="0"/>
              </a:rPr>
              <a:t>motor</a:t>
            </a:r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(VL1, VL2, VR2, VR1);</a:t>
            </a:r>
          </a:p>
          <a:p>
            <a:pPr/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248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299</Words>
  <Application>Microsoft Office PowerPoint</Application>
  <PresentationFormat>Widescreen</PresentationFormat>
  <Paragraphs>90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daemi</dc:creator>
  <cp:lastModifiedBy>farhan daemi</cp:lastModifiedBy>
  <cp:revision>22</cp:revision>
  <dcterms:created xsi:type="dcterms:W3CDTF">2026-08-05T16:22:25Z</dcterms:created>
  <dcterms:modified xsi:type="dcterms:W3CDTF">2026-08-05T19:12:07Z</dcterms:modified>
</cp:coreProperties>
</file>