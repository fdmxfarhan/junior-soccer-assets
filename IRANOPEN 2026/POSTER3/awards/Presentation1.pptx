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2" r:id="rId6"/>
    <p:sldId id="261" r:id="rId7"/>
  </p:sldIdLst>
  <p:sldSz cx="64008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>
        <p:scale>
          <a:sx n="163" d="100"/>
          <a:sy n="163" d="100"/>
        </p:scale>
        <p:origin x="7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448945"/>
            <a:ext cx="48006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440815"/>
            <a:ext cx="48006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3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3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683895"/>
            <a:ext cx="552069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1835785"/>
            <a:ext cx="552069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730250"/>
            <a:ext cx="272034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730250"/>
            <a:ext cx="272034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9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46050"/>
            <a:ext cx="552069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672465"/>
            <a:ext cx="2707838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002030"/>
            <a:ext cx="2707838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672465"/>
            <a:ext cx="272117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002030"/>
            <a:ext cx="272117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88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1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1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82880"/>
            <a:ext cx="2064424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394970"/>
            <a:ext cx="3240405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822960"/>
            <a:ext cx="2064424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1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82880"/>
            <a:ext cx="2064424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394970"/>
            <a:ext cx="3240405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822960"/>
            <a:ext cx="2064424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5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46050"/>
            <a:ext cx="138017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46050"/>
            <a:ext cx="406050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7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46050"/>
            <a:ext cx="552069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730250"/>
            <a:ext cx="552069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2542540"/>
            <a:ext cx="14401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8B424-DCE4-4A1D-8016-D699E88D624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2542540"/>
            <a:ext cx="216027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2542540"/>
            <a:ext cx="14401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49E09-00B1-434F-99D4-A8DFCC20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1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2C366-6A94-773E-5B3A-E14DF673E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" y="0"/>
            <a:ext cx="64002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83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67596-85B5-067D-6AD1-E6C6D8E6A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" y="0"/>
            <a:ext cx="64002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24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45260-143D-DD60-AC69-A1AA780B8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" y="0"/>
            <a:ext cx="64002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5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42E76-6699-8702-A139-E9391676E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" y="0"/>
            <a:ext cx="64002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3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C92123-2B90-B76A-9B13-5FFDB185D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" y="0"/>
            <a:ext cx="64002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6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91A4E-2D83-5536-0CC4-F0DC4C4B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" y="0"/>
            <a:ext cx="640028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67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1</cp:revision>
  <dcterms:created xsi:type="dcterms:W3CDTF">2026-05-15T12:50:30Z</dcterms:created>
  <dcterms:modified xsi:type="dcterms:W3CDTF">2026-05-15T12:53:21Z</dcterms:modified>
</cp:coreProperties>
</file>