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</p:sldIdLst>
  <p:sldSz cx="5143500" cy="9144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5" autoAdjust="0"/>
    <p:restoredTop sz="94660"/>
  </p:normalViewPr>
  <p:slideViewPr>
    <p:cSldViewPr snapToGrid="0">
      <p:cViewPr varScale="1">
        <p:scale>
          <a:sx n="23" d="100"/>
          <a:sy n="23" d="100"/>
        </p:scale>
        <p:origin x="1542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8261" y="2359389"/>
            <a:ext cx="3982515" cy="2438401"/>
          </a:xfrm>
        </p:spPr>
        <p:txBody>
          <a:bodyPr anchor="b">
            <a:normAutofit/>
          </a:bodyPr>
          <a:lstStyle>
            <a:lvl1pPr algn="ctr">
              <a:defRPr sz="303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8261" y="4797786"/>
            <a:ext cx="3982515" cy="1399823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8405B-497F-4AE9-BAB0-A1079728674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E3F3-96A9-4AE3-87A6-9935C5804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817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8405B-497F-4AE9-BAB0-A1079728674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E3F3-96A9-4AE3-87A6-9935C5804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85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498" y="2348092"/>
            <a:ext cx="4046014" cy="2438417"/>
          </a:xfrm>
        </p:spPr>
        <p:txBody>
          <a:bodyPr anchor="b"/>
          <a:lstStyle>
            <a:lvl1pPr algn="ctr">
              <a:defRPr sz="22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6498" y="4786506"/>
            <a:ext cx="4046014" cy="2009405"/>
          </a:xfrm>
        </p:spPr>
        <p:txBody>
          <a:bodyPr anchor="t"/>
          <a:lstStyle>
            <a:lvl1pPr marL="0" indent="0" algn="ctr">
              <a:buNone/>
              <a:defRPr sz="1125">
                <a:solidFill>
                  <a:schemeClr val="tx1"/>
                </a:solidFill>
              </a:defRPr>
            </a:lvl1pPr>
            <a:lvl2pPr marL="257175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7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8405B-497F-4AE9-BAB0-A1079728674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E3F3-96A9-4AE3-87A6-9935C5804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497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5508" y="2309932"/>
            <a:ext cx="2134897" cy="5411667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16845" y="2309934"/>
            <a:ext cx="2136656" cy="541166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8405B-497F-4AE9-BAB0-A1079728674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E3F3-96A9-4AE3-87A6-9935C5804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322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507" y="2360432"/>
            <a:ext cx="2130425" cy="5483937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076" y="2360432"/>
            <a:ext cx="2130425" cy="548393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4352" y="2447005"/>
            <a:ext cx="2057208" cy="726512"/>
          </a:xfrm>
        </p:spPr>
        <p:txBody>
          <a:bodyPr anchor="b">
            <a:noAutofit/>
          </a:bodyPr>
          <a:lstStyle>
            <a:lvl1pPr marL="0" indent="0" algn="ctr">
              <a:buNone/>
              <a:defRPr sz="1350" b="0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352" y="3173518"/>
            <a:ext cx="2057208" cy="4548084"/>
          </a:xfrm>
        </p:spPr>
        <p:txBody>
          <a:bodyPr anchor="t">
            <a:normAutofit/>
          </a:bodyPr>
          <a:lstStyle>
            <a:lvl1pPr>
              <a:defRPr sz="1013"/>
            </a:lvl1pPr>
            <a:lvl2pPr>
              <a:defRPr sz="900"/>
            </a:lvl2pPr>
            <a:lvl3pPr>
              <a:defRPr sz="788"/>
            </a:lvl3pPr>
            <a:lvl4pPr>
              <a:defRPr sz="675"/>
            </a:lvl4pPr>
            <a:lvl5pPr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55689" y="2447007"/>
            <a:ext cx="2065218" cy="726511"/>
          </a:xfrm>
        </p:spPr>
        <p:txBody>
          <a:bodyPr anchor="b">
            <a:noAutofit/>
          </a:bodyPr>
          <a:lstStyle>
            <a:lvl1pPr marL="0" indent="0" algn="ctr">
              <a:buNone/>
              <a:defRPr sz="1350" b="0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55689" y="3173518"/>
            <a:ext cx="2065218" cy="4548084"/>
          </a:xfrm>
        </p:spPr>
        <p:txBody>
          <a:bodyPr anchor="t">
            <a:normAutofit/>
          </a:bodyPr>
          <a:lstStyle>
            <a:lvl1pPr>
              <a:defRPr sz="1013"/>
            </a:lvl1pPr>
            <a:lvl2pPr>
              <a:defRPr sz="900"/>
            </a:lvl2pPr>
            <a:lvl3pPr>
              <a:defRPr sz="788"/>
            </a:lvl3pPr>
            <a:lvl4pPr>
              <a:defRPr sz="675"/>
            </a:lvl4pPr>
            <a:lvl5pPr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8405B-497F-4AE9-BAB0-A1079728674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E3F3-96A9-4AE3-87A6-9935C5804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352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8405B-497F-4AE9-BAB0-A1079728674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E3F3-96A9-4AE3-87A6-9935C5804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181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8405B-497F-4AE9-BAB0-A1079728674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E3F3-96A9-4AE3-87A6-9935C5804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60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508" y="812800"/>
            <a:ext cx="1563844" cy="2429224"/>
          </a:xfrm>
        </p:spPr>
        <p:txBody>
          <a:bodyPr anchor="b">
            <a:normAutofit/>
          </a:bodyPr>
          <a:lstStyle>
            <a:lvl1pPr algn="ctr">
              <a:defRPr sz="135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8471" y="812800"/>
            <a:ext cx="2705030" cy="69088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5508" y="3242024"/>
            <a:ext cx="1563844" cy="4479575"/>
          </a:xfrm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8405B-497F-4AE9-BAB0-A1079728674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E3F3-96A9-4AE3-87A6-9935C5804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866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5305" y="813231"/>
            <a:ext cx="1928332" cy="69406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508" y="813231"/>
            <a:ext cx="2207630" cy="2439117"/>
          </a:xfrm>
        </p:spPr>
        <p:txBody>
          <a:bodyPr anchor="b">
            <a:no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99410" y="991986"/>
            <a:ext cx="1780523" cy="6550429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5508" y="3252348"/>
            <a:ext cx="2207630" cy="4501512"/>
          </a:xfrm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8405B-497F-4AE9-BAB0-A1079728674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E3F3-96A9-4AE3-87A6-9935C5804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192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497" y="720113"/>
            <a:ext cx="4306506" cy="51124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512" y="6087007"/>
            <a:ext cx="4368653" cy="724629"/>
          </a:xfrm>
        </p:spPr>
        <p:txBody>
          <a:bodyPr anchor="b">
            <a:normAutofit/>
          </a:bodyPr>
          <a:lstStyle>
            <a:lvl1pPr algn="ctr">
              <a:defRPr sz="15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0997" y="926681"/>
            <a:ext cx="4098150" cy="4700895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125"/>
            </a:lvl1pPr>
            <a:lvl2pPr marL="257175" indent="0">
              <a:buNone/>
              <a:defRPr sz="1125"/>
            </a:lvl2pPr>
            <a:lvl3pPr marL="514350" indent="0">
              <a:buNone/>
              <a:defRPr sz="1125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5507" y="6811637"/>
            <a:ext cx="4367994" cy="909963"/>
          </a:xfrm>
        </p:spPr>
        <p:txBody>
          <a:bodyPr anchor="t"/>
          <a:lstStyle>
            <a:lvl1pPr marL="0" indent="0" algn="ctr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8405B-497F-4AE9-BAB0-A1079728674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E3F3-96A9-4AE3-87A6-9935C5804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67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507" y="811249"/>
            <a:ext cx="4367994" cy="4712459"/>
          </a:xfrm>
        </p:spPr>
        <p:txBody>
          <a:bodyPr anchor="ctr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5507" y="5726907"/>
            <a:ext cx="4367994" cy="2002435"/>
          </a:xfrm>
        </p:spPr>
        <p:txBody>
          <a:bodyPr anchor="ctr"/>
          <a:lstStyle>
            <a:lvl1pPr marL="0" indent="0" algn="ctr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8405B-497F-4AE9-BAB0-A1079728674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E3F3-96A9-4AE3-87A6-9935C5804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8077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0120" y="812800"/>
            <a:ext cx="3924599" cy="3990539"/>
          </a:xfrm>
        </p:spPr>
        <p:txBody>
          <a:bodyPr anchor="ctr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725897" y="4813378"/>
            <a:ext cx="3692376" cy="710332"/>
          </a:xfrm>
        </p:spPr>
        <p:txBody>
          <a:bodyPr anchor="t">
            <a:normAutofit/>
          </a:bodyPr>
          <a:lstStyle>
            <a:lvl1pPr marL="0" indent="0" algn="r">
              <a:buNone/>
              <a:defRPr sz="788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5507" y="5739137"/>
            <a:ext cx="4367994" cy="1985995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8405B-497F-4AE9-BAB0-A1079728674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E3F3-96A9-4AE3-87A6-9935C58047D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52946" y="1165216"/>
            <a:ext cx="257175" cy="779701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45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3452" y="3910994"/>
            <a:ext cx="257175" cy="779701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45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31049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507" y="2835925"/>
            <a:ext cx="4367994" cy="3349113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5503" y="6200741"/>
            <a:ext cx="4367334" cy="1520859"/>
          </a:xfrm>
        </p:spPr>
        <p:txBody>
          <a:bodyPr anchor="t"/>
          <a:lstStyle>
            <a:lvl1pPr marL="0" indent="0" algn="ctr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8405B-497F-4AE9-BAB0-A1079728674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E3F3-96A9-4AE3-87A6-9935C5804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079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385507" y="812800"/>
            <a:ext cx="4367994" cy="12939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85507" y="2514600"/>
            <a:ext cx="1392603" cy="768349"/>
          </a:xfrm>
        </p:spPr>
        <p:txBody>
          <a:bodyPr anchor="b">
            <a:noAutofit/>
          </a:bodyPr>
          <a:lstStyle>
            <a:lvl1pPr marL="0" indent="0" algn="ctr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385507" y="3429000"/>
            <a:ext cx="1392603" cy="4292600"/>
          </a:xfrm>
        </p:spPr>
        <p:txBody>
          <a:bodyPr anchor="t">
            <a:normAutofit/>
          </a:bodyPr>
          <a:lstStyle>
            <a:lvl1pPr marL="0" indent="0" algn="ctr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75956" y="2514600"/>
            <a:ext cx="1392603" cy="768349"/>
          </a:xfrm>
        </p:spPr>
        <p:txBody>
          <a:bodyPr anchor="b">
            <a:noAutofit/>
          </a:bodyPr>
          <a:lstStyle>
            <a:lvl1pPr marL="0" indent="0" algn="ctr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1873730" y="3429000"/>
            <a:ext cx="1392603" cy="4292600"/>
          </a:xfrm>
        </p:spPr>
        <p:txBody>
          <a:bodyPr anchor="t">
            <a:normAutofit/>
          </a:bodyPr>
          <a:lstStyle>
            <a:lvl1pPr marL="0" indent="0" algn="ctr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360897" y="2514600"/>
            <a:ext cx="1392603" cy="768349"/>
          </a:xfrm>
        </p:spPr>
        <p:txBody>
          <a:bodyPr anchor="b">
            <a:noAutofit/>
          </a:bodyPr>
          <a:lstStyle>
            <a:lvl1pPr marL="0" indent="0" algn="ctr">
              <a:buNone/>
              <a:defRPr sz="1350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3360897" y="3429000"/>
            <a:ext cx="1392603" cy="4292600"/>
          </a:xfrm>
        </p:spPr>
        <p:txBody>
          <a:bodyPr anchor="t">
            <a:normAutofit/>
          </a:bodyPr>
          <a:lstStyle>
            <a:lvl1pPr marL="0" indent="0" algn="ctr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8405B-497F-4AE9-BAB0-A1079728674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E3F3-96A9-4AE3-87A6-9935C5804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1112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22" y="2434727"/>
            <a:ext cx="1422588" cy="2444744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2770" y="2434727"/>
            <a:ext cx="1422588" cy="2444744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965" y="2434727"/>
            <a:ext cx="1422588" cy="2444744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385507" y="812800"/>
            <a:ext cx="4367994" cy="12939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385507" y="5205475"/>
            <a:ext cx="1392603" cy="768349"/>
          </a:xfrm>
        </p:spPr>
        <p:txBody>
          <a:bodyPr anchor="b">
            <a:noAutofit/>
          </a:bodyPr>
          <a:lstStyle>
            <a:lvl1pPr marL="0" indent="0" algn="ctr">
              <a:buNone/>
              <a:defRPr sz="1125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29512" y="2585224"/>
            <a:ext cx="1304593" cy="2137272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385507" y="5973826"/>
            <a:ext cx="1392603" cy="1747777"/>
          </a:xfrm>
        </p:spPr>
        <p:txBody>
          <a:bodyPr anchor="t">
            <a:normAutofit/>
          </a:bodyPr>
          <a:lstStyle>
            <a:lvl1pPr marL="0" indent="0" algn="ctr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74301" y="5205475"/>
            <a:ext cx="1392603" cy="768349"/>
          </a:xfrm>
        </p:spPr>
        <p:txBody>
          <a:bodyPr anchor="b">
            <a:noAutofit/>
          </a:bodyPr>
          <a:lstStyle>
            <a:lvl1pPr marL="0" indent="0" algn="ctr">
              <a:buNone/>
              <a:defRPr sz="1125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1917735" y="2585459"/>
            <a:ext cx="1304593" cy="2144219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1873730" y="5973825"/>
            <a:ext cx="1393174" cy="1747777"/>
          </a:xfrm>
        </p:spPr>
        <p:txBody>
          <a:bodyPr anchor="t">
            <a:normAutofit/>
          </a:bodyPr>
          <a:lstStyle>
            <a:lvl1pPr marL="0" indent="0" algn="ctr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3360950" y="5205475"/>
            <a:ext cx="1392603" cy="768349"/>
          </a:xfrm>
        </p:spPr>
        <p:txBody>
          <a:bodyPr anchor="b">
            <a:noAutofit/>
          </a:bodyPr>
          <a:lstStyle>
            <a:lvl1pPr marL="0" indent="0" algn="ctr">
              <a:buNone/>
              <a:defRPr sz="1125" b="0">
                <a:solidFill>
                  <a:schemeClr val="tx1"/>
                </a:solidFill>
              </a:defRPr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3406935" y="2579243"/>
            <a:ext cx="1304593" cy="2143059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900"/>
            </a:lvl1pPr>
            <a:lvl2pPr marL="257175" indent="0">
              <a:buNone/>
              <a:defRPr sz="900"/>
            </a:lvl2pPr>
            <a:lvl3pPr marL="514350" indent="0">
              <a:buNone/>
              <a:defRPr sz="900"/>
            </a:lvl3pPr>
            <a:lvl4pPr marL="771525" indent="0">
              <a:buNone/>
              <a:defRPr sz="900"/>
            </a:lvl4pPr>
            <a:lvl5pPr marL="1028700" indent="0">
              <a:buNone/>
              <a:defRPr sz="900"/>
            </a:lvl5pPr>
            <a:lvl6pPr marL="1285875" indent="0">
              <a:buNone/>
              <a:defRPr sz="900"/>
            </a:lvl6pPr>
            <a:lvl7pPr marL="1543050" indent="0">
              <a:buNone/>
              <a:defRPr sz="900"/>
            </a:lvl7pPr>
            <a:lvl8pPr marL="1800225" indent="0">
              <a:buNone/>
              <a:defRPr sz="900"/>
            </a:lvl8pPr>
            <a:lvl9pPr marL="2057400" indent="0">
              <a:buNone/>
              <a:defRPr sz="9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3360897" y="5973822"/>
            <a:ext cx="1392603" cy="1747780"/>
          </a:xfrm>
        </p:spPr>
        <p:txBody>
          <a:bodyPr anchor="t">
            <a:normAutofit/>
          </a:bodyPr>
          <a:lstStyle>
            <a:lvl1pPr marL="0" indent="0" algn="ctr">
              <a:buNone/>
              <a:defRPr sz="788"/>
            </a:lvl1pPr>
            <a:lvl2pPr marL="257175" indent="0">
              <a:buNone/>
              <a:defRPr sz="675"/>
            </a:lvl2pPr>
            <a:lvl3pPr marL="514350" indent="0">
              <a:buNone/>
              <a:defRPr sz="563"/>
            </a:lvl3pPr>
            <a:lvl4pPr marL="771525" indent="0">
              <a:buNone/>
              <a:defRPr sz="506"/>
            </a:lvl4pPr>
            <a:lvl5pPr marL="1028700" indent="0">
              <a:buNone/>
              <a:defRPr sz="506"/>
            </a:lvl5pPr>
            <a:lvl6pPr marL="1285875" indent="0">
              <a:buNone/>
              <a:defRPr sz="506"/>
            </a:lvl6pPr>
            <a:lvl7pPr marL="1543050" indent="0">
              <a:buNone/>
              <a:defRPr sz="506"/>
            </a:lvl7pPr>
            <a:lvl8pPr marL="1800225" indent="0">
              <a:buNone/>
              <a:defRPr sz="506"/>
            </a:lvl8pPr>
            <a:lvl9pPr marL="2057400" indent="0">
              <a:buNone/>
              <a:defRPr sz="50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8405B-497F-4AE9-BAB0-A1079728674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E3F3-96A9-4AE3-87A6-9935C5804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1028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8405B-497F-4AE9-BAB0-A1079728674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E3F3-96A9-4AE3-87A6-9935C5804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8702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789733" y="812801"/>
            <a:ext cx="963768" cy="69088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5508" y="812801"/>
            <a:ext cx="3339930" cy="69088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8405B-497F-4AE9-BAB0-A1079728674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2E3F3-96A9-4AE3-87A6-9935C5804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44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5507" y="812800"/>
            <a:ext cx="4367994" cy="129393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507" y="2309934"/>
            <a:ext cx="4367994" cy="541166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239466" y="7844369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3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6818405B-497F-4AE9-BAB0-A1079728674B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5508" y="7844369"/>
            <a:ext cx="281511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3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435599" y="7844369"/>
            <a:ext cx="317902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3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772E3F3-96A9-4AE3-87A6-9935C58047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7408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257175" rtl="0" eaLnBrk="1" latinLnBrk="0" hangingPunct="1">
        <a:spcBef>
          <a:spcPct val="0"/>
        </a:spcBef>
        <a:buNone/>
        <a:defRPr sz="225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92881" indent="-172125" algn="l" defTabSz="257175" rtl="0" eaLnBrk="1" latinLnBrk="0" hangingPunct="1">
        <a:spcBef>
          <a:spcPct val="20000"/>
        </a:spcBef>
        <a:spcAft>
          <a:spcPts val="338"/>
        </a:spcAft>
        <a:buClr>
          <a:schemeClr val="tx2"/>
        </a:buClr>
        <a:buSzPct val="70000"/>
        <a:buFont typeface="Wingdings 2" charset="2"/>
        <a:buChar char=""/>
        <a:defRPr sz="1125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405000" indent="-151875" algn="l" defTabSz="257175" rtl="0" eaLnBrk="1" latinLnBrk="0" hangingPunct="1">
        <a:spcBef>
          <a:spcPct val="20000"/>
        </a:spcBef>
        <a:spcAft>
          <a:spcPts val="338"/>
        </a:spcAft>
        <a:buClr>
          <a:schemeClr val="tx2"/>
        </a:buClr>
        <a:buSzPct val="70000"/>
        <a:buFont typeface="Wingdings 2" charset="2"/>
        <a:buChar char=""/>
        <a:defRPr sz="1013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577125" indent="-121500" algn="l" defTabSz="257175" rtl="0" eaLnBrk="1" latinLnBrk="0" hangingPunct="1">
        <a:spcBef>
          <a:spcPct val="20000"/>
        </a:spcBef>
        <a:spcAft>
          <a:spcPts val="338"/>
        </a:spcAft>
        <a:buClr>
          <a:schemeClr val="tx2"/>
        </a:buClr>
        <a:buSzPct val="70000"/>
        <a:buFont typeface="Wingdings 2" charset="2"/>
        <a:buChar char=""/>
        <a:defRPr sz="9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779625" indent="-121500" algn="l" defTabSz="257175" rtl="0" eaLnBrk="1" latinLnBrk="0" hangingPunct="1">
        <a:spcBef>
          <a:spcPct val="20000"/>
        </a:spcBef>
        <a:spcAft>
          <a:spcPts val="338"/>
        </a:spcAft>
        <a:buClr>
          <a:schemeClr val="tx2"/>
        </a:buClr>
        <a:buSzPct val="70000"/>
        <a:buFont typeface="Wingdings 2" charset="2"/>
        <a:buChar char=""/>
        <a:defRPr sz="788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941625" indent="-121500" algn="l" defTabSz="257175" rtl="0" eaLnBrk="1" latinLnBrk="0" hangingPunct="1">
        <a:spcBef>
          <a:spcPct val="20000"/>
        </a:spcBef>
        <a:spcAft>
          <a:spcPts val="338"/>
        </a:spcAft>
        <a:buClr>
          <a:schemeClr val="tx2"/>
        </a:buClr>
        <a:buSzPct val="70000"/>
        <a:buFont typeface="Wingdings 2" charset="2"/>
        <a:buChar char=""/>
        <a:defRPr sz="788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1133213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tx2"/>
        </a:buClr>
        <a:buSzPct val="70000"/>
        <a:buFont typeface="Wingdings 2" charset="2"/>
        <a:buChar char=""/>
        <a:defRPr sz="788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1351013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tx2"/>
        </a:buClr>
        <a:buSzPct val="70000"/>
        <a:buFont typeface="Wingdings 2" charset="2"/>
        <a:buChar char=""/>
        <a:defRPr sz="788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1568813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tx2"/>
        </a:buClr>
        <a:buSzPct val="70000"/>
        <a:buFont typeface="Wingdings 2" charset="2"/>
        <a:buChar char=""/>
        <a:defRPr sz="788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1747238" indent="-128588" algn="l" defTabSz="257175" rtl="0" eaLnBrk="1" latinLnBrk="0" hangingPunct="1">
        <a:spcBef>
          <a:spcPct val="20000"/>
        </a:spcBef>
        <a:spcAft>
          <a:spcPts val="338"/>
        </a:spcAft>
        <a:buClr>
          <a:schemeClr val="tx2"/>
        </a:buClr>
        <a:buSzPct val="70000"/>
        <a:buFont typeface="Wingdings 2" charset="2"/>
        <a:buChar char=""/>
        <a:defRPr sz="788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257175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DF0D70D-D9B6-F5D2-310A-C65CF08DCB0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34" y="1871346"/>
            <a:ext cx="3897368" cy="442522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3DA90E-1C8D-F3A5-24D5-FBD19AD85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066" y="1814376"/>
            <a:ext cx="5048904" cy="243840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a-IR" sz="4800" dirty="0">
                <a:solidFill>
                  <a:schemeClr val="tx1"/>
                </a:solidFill>
                <a:cs typeface="B Titr" panose="00000700000000000000" pitchFamily="2" charset="-78"/>
              </a:rPr>
              <a:t>بیستمین دوره مسابقات ربوکاپ آزاد ایران</a:t>
            </a:r>
            <a:endParaRPr lang="en-US" sz="4800" dirty="0">
              <a:solidFill>
                <a:schemeClr val="tx1"/>
              </a:solidFill>
              <a:cs typeface="B Titr" panose="00000700000000000000" pitchFamily="2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86846E-CDEF-71BA-56F7-A5B6C05060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8261" y="4506686"/>
            <a:ext cx="3982515" cy="1690923"/>
          </a:xfrm>
        </p:spPr>
        <p:txBody>
          <a:bodyPr>
            <a:normAutofit/>
          </a:bodyPr>
          <a:lstStyle/>
          <a:p>
            <a:r>
              <a:rPr lang="fa-IR" sz="2400" b="1">
                <a:solidFill>
                  <a:srgbClr val="66FFFF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فروردین 1405</a:t>
            </a:r>
            <a:endParaRPr lang="en-US" sz="2400" b="1" dirty="0">
              <a:solidFill>
                <a:srgbClr val="66FFFF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1AE5C0-EBB7-FEA6-E675-D8BEBB51F1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79" y="201725"/>
            <a:ext cx="1624376" cy="937648"/>
          </a:xfrm>
          <a:prstGeom prst="rect">
            <a:avLst/>
          </a:prstGeom>
        </p:spPr>
      </p:pic>
      <p:pic>
        <p:nvPicPr>
          <p:cNvPr id="12" name="Picture 11" descr="A group of people wearing face masks&#10;&#10;AI-generated content may be incorrect.">
            <a:extLst>
              <a:ext uri="{FF2B5EF4-FFF2-40B4-BE49-F238E27FC236}">
                <a16:creationId xmlns:a16="http://schemas.microsoft.com/office/drawing/2014/main" id="{64D454C5-D1F7-2359-F0DA-A9D09B7F84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779" y="5793513"/>
            <a:ext cx="2544454" cy="1761670"/>
          </a:xfrm>
          <a:prstGeom prst="rect">
            <a:avLst/>
          </a:prstGeom>
        </p:spPr>
      </p:pic>
      <p:pic>
        <p:nvPicPr>
          <p:cNvPr id="13" name="Picture 12" descr="A group of men sitting around a table with a computer&#10;&#10;AI-generated content may be incorrect.">
            <a:extLst>
              <a:ext uri="{FF2B5EF4-FFF2-40B4-BE49-F238E27FC236}">
                <a16:creationId xmlns:a16="http://schemas.microsoft.com/office/drawing/2014/main" id="{A5B84038-7D86-B3A8-7F9C-7E45E99137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4126" y="6296568"/>
            <a:ext cx="2571750" cy="2239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851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1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229</TotalTime>
  <Words>8</Words>
  <Application>Microsoft Office PowerPoint</Application>
  <PresentationFormat>On-screen Show (16:9)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B Titr</vt:lpstr>
      <vt:lpstr>Calisto MT</vt:lpstr>
      <vt:lpstr>IRANSans</vt:lpstr>
      <vt:lpstr>Wingdings 2</vt:lpstr>
      <vt:lpstr>Slate</vt:lpstr>
      <vt:lpstr>بیستمین دوره مسابقات ربوکاپ آزاد ایران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farhan daemi</dc:creator>
  <cp:lastModifiedBy>farhan daemi</cp:lastModifiedBy>
  <cp:revision>7</cp:revision>
  <dcterms:created xsi:type="dcterms:W3CDTF">2025-12-20T19:00:03Z</dcterms:created>
  <dcterms:modified xsi:type="dcterms:W3CDTF">2025-12-21T06:36:47Z</dcterms:modified>
</cp:coreProperties>
</file>